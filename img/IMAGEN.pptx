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FF50FDC-49A9-84EB-A248-D8641071EF0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MX"/>
              <a:t>Haz clic para modificar el estilo de título del patrón</a:t>
            </a:r>
            <a:endParaRPr lang="en-US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95793552-466B-89E8-43F7-FEF1BE4CFE3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MX"/>
              <a:t>Haz clic para editar el estilo de subtítulo del patrón</a:t>
            </a:r>
            <a:endParaRPr lang="en-U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872F6E6-C22E-2759-1CCC-67F8DABB87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9059A5-CCA6-4721-BAAA-A6C571B68B3E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9A0E73A-5D0E-D953-E22B-11031D5832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13C2CAE-221D-D20D-FDE3-414820A94F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EC4BF1-61C0-4F3C-B1B9-D35114E2C71B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31765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FC79F72-6E77-449D-6F16-0589BC3E3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n-U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8DFE352-899D-6C00-89A5-46E1C80697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308A418-5F2C-1F20-BCCA-C1C10FFCEE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9059A5-CCA6-4721-BAAA-A6C571B68B3E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8701CEA-F05C-B697-46B2-7E2F8AB628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58758A0-3C1B-68C4-AA21-5CF0AE9F65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EC4BF1-61C0-4F3C-B1B9-D35114E2C71B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06580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ADD1084-3A1E-712D-363B-9D61E9DB66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MX"/>
              <a:t>Haz clic para modificar el estilo de título del patrón</a:t>
            </a:r>
            <a:endParaRPr lang="en-US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8353C11A-C0DC-9E9B-0B4F-41E4ACDEA6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E38A66D-6D71-1DE9-E03E-81B4733D78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9059A5-CCA6-4721-BAAA-A6C571B68B3E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A081972-2850-44B4-8E8E-618111181F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8BE5145-87E3-AA7B-BAD8-166160D913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EC4BF1-61C0-4F3C-B1B9-D35114E2C71B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16410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DF12B69-A89C-42C5-A566-CA9839A6F1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n-U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CC6F54E-0A34-6D76-88F2-72AB3B293E3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C14ADFC8-D3B1-9070-ABDA-F54145698B9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E6BB910F-8E29-8C07-72DF-41EAC5D81F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9059A5-CCA6-4721-BAAA-A6C571B68B3E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D964C98F-B7D3-8BF4-E8C1-9C7E8A3B14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F9D61A9D-54BA-44CC-7736-E65448E465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EC4BF1-61C0-4F3C-B1B9-D35114E2C71B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54333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95B63E0-D424-774B-9CE9-BA63088EFB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MX"/>
              <a:t>Haz clic para modificar el estilo de título del patrón</a:t>
            </a:r>
            <a:endParaRPr lang="en-US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03875623-2B35-F3CC-59E4-CB2B0DABED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EB6E332E-348B-B86F-9F48-27CDF412403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782D3A7F-132D-E402-5D94-588A7AA2392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1FF93AC9-4F8A-ECCC-5C8E-72506ABFA58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5E2E9E77-2DB4-FF09-99C8-7027F93279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9059A5-CCA6-4721-BAAA-A6C571B68B3E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B815B810-04DD-598D-AD01-3E931F37DB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B47DC808-10E6-EF01-863C-8BD2E3BEA0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EC4BF1-61C0-4F3C-B1B9-D35114E2C71B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90269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91DB89C-D531-5601-56B1-55D9405152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n-US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84776A45-BEF2-2622-838C-126844AB03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9059A5-CCA6-4721-BAAA-A6C571B68B3E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0295E3EF-9925-0FFC-FB53-4C87D14E94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8DF40223-7AFD-0E64-0E08-DA33B1AB82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EC4BF1-61C0-4F3C-B1B9-D35114E2C71B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29998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E339A910-A0EB-EFDB-46DE-1437590E3E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9059A5-CCA6-4721-BAAA-A6C571B68B3E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A9029563-63D1-8C5D-B9D2-BB319ECA47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D1708FA6-90CF-DBB6-A887-21933BDFD7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EC4BF1-61C0-4F3C-B1B9-D35114E2C71B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99022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CBAE847-200E-2551-C6E0-1466B36964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MX"/>
              <a:t>Haz clic para modificar el estilo de título del patrón</a:t>
            </a:r>
            <a:endParaRPr lang="en-U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12EDFC1-6491-F1B6-97F6-33DD373F33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AF63783D-584F-7C9D-AC62-A85CBC04056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6D475F56-3E36-02D5-046D-AC63AF0582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9059A5-CCA6-4721-BAAA-A6C571B68B3E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BFF6CA9D-385A-2368-691D-5A81198920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F2C0009C-DAF7-60AD-668B-E80351D77F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EC4BF1-61C0-4F3C-B1B9-D35114E2C71B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44544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2B5FFD4-2D0B-632B-01B3-5AA42C9EE8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MX"/>
              <a:t>Haz clic para modificar el estilo de título del patrón</a:t>
            </a:r>
            <a:endParaRPr lang="en-US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194B79DA-D7A3-6429-F42E-7E88681F620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240574AE-AC36-3B19-E4CC-59BD3053B77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8866CC2E-0B53-0C40-B98B-22DFAF4305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9059A5-CCA6-4721-BAAA-A6C571B68B3E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05C1871B-5AA5-F76C-DB05-D964583129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D509AA8A-9769-5CC7-C78E-1C26EACCBA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EC4BF1-61C0-4F3C-B1B9-D35114E2C71B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73953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DFF889E-3D51-F4E7-7CA6-CF36044650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n-US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81ABA86E-0826-3E1D-7256-6BA2B20701B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73AAAE5-46BB-193F-D316-43A064DF1E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9059A5-CCA6-4721-BAAA-A6C571B68B3E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5CADF68-8616-E507-464B-C08B27D41F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4CCE54E-319B-FFA1-45E5-D7ABB74596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EC4BF1-61C0-4F3C-B1B9-D35114E2C71B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3014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E364C6DC-D96B-F21E-3FC8-6CF8C77C174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MX"/>
              <a:t>Haz clic para modificar el estilo de título del patrón</a:t>
            </a:r>
            <a:endParaRPr lang="en-US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2A475A3D-53BA-B1F9-16C7-14384736652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46320CD-476A-6C91-00B1-C5167DB9E9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9059A5-CCA6-4721-BAAA-A6C571B68B3E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13718C9-F82D-A6C3-8DC6-A18BA05E17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82CB76E-342D-1B7B-247C-9837F91C20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EC4BF1-61C0-4F3C-B1B9-D35114E2C71B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13538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16D46979-FB66-BA29-FA04-8C8BCC9CF9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MX"/>
              <a:t>Haz clic para modificar el estilo de título del patrón</a:t>
            </a:r>
            <a:endParaRPr lang="en-US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2073DB3F-B530-B486-0633-F3CCF14A08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77D7455-B076-10DC-FDB5-4B34AE24B8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E9059A5-CCA6-4721-BAAA-A6C571B68B3E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E725B4B-2B2F-46E4-D806-8AE44FF1F3A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76664D7-ED04-039F-B72F-6E1C7451C7A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9EC4BF1-61C0-4F3C-B1B9-D35114E2C71B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63590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3">
            <a:extLst>
              <a:ext uri="{FF2B5EF4-FFF2-40B4-BE49-F238E27FC236}">
                <a16:creationId xmlns:a16="http://schemas.microsoft.com/office/drawing/2014/main" id="{186648C0-97BA-817A-9C6E-DCC92FD15E11}"/>
              </a:ext>
            </a:extLst>
          </p:cNvPr>
          <p:cNvGrpSpPr>
            <a:grpSpLocks/>
          </p:cNvGrpSpPr>
          <p:nvPr/>
        </p:nvGrpSpPr>
        <p:grpSpPr bwMode="auto">
          <a:xfrm>
            <a:off x="2281784" y="2470662"/>
            <a:ext cx="4444774" cy="2855763"/>
            <a:chOff x="1619" y="1658"/>
            <a:chExt cx="2228" cy="1555"/>
          </a:xfrm>
        </p:grpSpPr>
        <p:sp>
          <p:nvSpPr>
            <p:cNvPr id="3" name="AutoShape 4">
              <a:extLst>
                <a:ext uri="{FF2B5EF4-FFF2-40B4-BE49-F238E27FC236}">
                  <a16:creationId xmlns:a16="http://schemas.microsoft.com/office/drawing/2014/main" id="{09ED8B48-4665-8926-D2D0-76F6C610974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19" y="1658"/>
              <a:ext cx="2221" cy="1542"/>
            </a:xfrm>
            <a:prstGeom prst="rtTriangle">
              <a:avLst/>
            </a:prstGeom>
            <a:blipFill dpi="0" rotWithShape="0">
              <a:blip r:embed="rId2"/>
              <a:srcRect/>
              <a:stretch>
                <a:fillRect/>
              </a:stretch>
            </a:blip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" name="AutoShape 5">
              <a:extLst>
                <a:ext uri="{FF2B5EF4-FFF2-40B4-BE49-F238E27FC236}">
                  <a16:creationId xmlns:a16="http://schemas.microsoft.com/office/drawing/2014/main" id="{CFCC5B63-CB75-D94E-5D08-F4478D85A4A9}"/>
                </a:ext>
              </a:extLst>
            </p:cNvPr>
            <p:cNvSpPr>
              <a:spLocks noChangeArrowheads="1"/>
            </p:cNvSpPr>
            <p:nvPr/>
          </p:nvSpPr>
          <p:spPr bwMode="auto">
            <a:xfrm flipH="1" flipV="1">
              <a:off x="1626" y="1671"/>
              <a:ext cx="2221" cy="1542"/>
            </a:xfrm>
            <a:prstGeom prst="rtTriangle">
              <a:avLst/>
            </a:prstGeom>
            <a:blipFill dpi="0" rotWithShape="0">
              <a:blip r:embed="rId3"/>
              <a:srcRect/>
              <a:stretch>
                <a:fillRect/>
              </a:stretch>
            </a:blip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pic>
        <p:nvPicPr>
          <p:cNvPr id="5" name="Picture 6">
            <a:extLst>
              <a:ext uri="{FF2B5EF4-FFF2-40B4-BE49-F238E27FC236}">
                <a16:creationId xmlns:a16="http://schemas.microsoft.com/office/drawing/2014/main" id="{7FABAD76-279E-0562-A132-6F717CB9E0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040" t="2725" r="9294" b="7893"/>
          <a:stretch>
            <a:fillRect/>
          </a:stretch>
        </p:blipFill>
        <p:spPr bwMode="auto">
          <a:xfrm>
            <a:off x="356434" y="1122037"/>
            <a:ext cx="8491538" cy="55768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angle 7">
            <a:extLst>
              <a:ext uri="{FF2B5EF4-FFF2-40B4-BE49-F238E27FC236}">
                <a16:creationId xmlns:a16="http://schemas.microsoft.com/office/drawing/2014/main" id="{240F75D2-E9CD-731A-B52F-04E411BF63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0538" y="3533602"/>
            <a:ext cx="1619490" cy="1156832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 r:embed="rId5"/>
                  <a:srcRect/>
                  <a:stretch>
                    <a:fillRect/>
                  </a:stretch>
                </a:blip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" name="Rectangle 8">
            <a:extLst>
              <a:ext uri="{FF2B5EF4-FFF2-40B4-BE49-F238E27FC236}">
                <a16:creationId xmlns:a16="http://schemas.microsoft.com/office/drawing/2014/main" id="{656E06E9-3ADC-DBC1-C752-3E4316C290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24583" y="3499942"/>
            <a:ext cx="1619490" cy="1201121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 r:embed="rId6"/>
                  <a:srcRect/>
                  <a:stretch>
                    <a:fillRect/>
                  </a:stretch>
                </a:blip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pic>
        <p:nvPicPr>
          <p:cNvPr id="8" name="Picture 9">
            <a:extLst>
              <a:ext uri="{FF2B5EF4-FFF2-40B4-BE49-F238E27FC236}">
                <a16:creationId xmlns:a16="http://schemas.microsoft.com/office/drawing/2014/main" id="{7A0A2ACA-60CC-58EF-E33B-BB93D0E92DB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409" t="7184" r="60223" b="59401"/>
          <a:stretch>
            <a:fillRect/>
          </a:stretch>
        </p:blipFill>
        <p:spPr bwMode="auto">
          <a:xfrm>
            <a:off x="542696" y="3517658"/>
            <a:ext cx="1631254" cy="11763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10">
            <a:extLst>
              <a:ext uri="{FF2B5EF4-FFF2-40B4-BE49-F238E27FC236}">
                <a16:creationId xmlns:a16="http://schemas.microsoft.com/office/drawing/2014/main" id="{6CDE2C25-3AFB-DB40-5381-41F30E54E6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clrChange>
              <a:clrFrom>
                <a:srgbClr val="000000"/>
              </a:clrFrom>
              <a:clrTo>
                <a:srgbClr val="000000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55954" y="3492856"/>
            <a:ext cx="1597923" cy="13127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11">
            <a:extLst>
              <a:ext uri="{FF2B5EF4-FFF2-40B4-BE49-F238E27FC236}">
                <a16:creationId xmlns:a16="http://schemas.microsoft.com/office/drawing/2014/main" id="{66325A27-1B40-8FBF-FC6A-0A439551F9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17" t="4123" r="26192" b="28680"/>
          <a:stretch>
            <a:fillRect/>
          </a:stretch>
        </p:blipFill>
        <p:spPr bwMode="auto">
          <a:xfrm>
            <a:off x="2469026" y="3029516"/>
            <a:ext cx="3601698" cy="17981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2">
            <a:extLst>
              <a:ext uri="{FF2B5EF4-FFF2-40B4-BE49-F238E27FC236}">
                <a16:creationId xmlns:a16="http://schemas.microsoft.com/office/drawing/2014/main" id="{B81B9CF8-9884-A8E3-C21E-51E39D600950}"/>
              </a:ext>
            </a:extLst>
          </p:cNvPr>
          <p:cNvGrpSpPr>
            <a:grpSpLocks/>
          </p:cNvGrpSpPr>
          <p:nvPr/>
        </p:nvGrpSpPr>
        <p:grpSpPr bwMode="auto">
          <a:xfrm>
            <a:off x="3667958" y="1196907"/>
            <a:ext cx="1609687" cy="1149746"/>
            <a:chOff x="2294" y="902"/>
            <a:chExt cx="821" cy="649"/>
          </a:xfrm>
        </p:grpSpPr>
        <p:sp>
          <p:nvSpPr>
            <p:cNvPr id="12" name="Rectangle 13">
              <a:extLst>
                <a:ext uri="{FF2B5EF4-FFF2-40B4-BE49-F238E27FC236}">
                  <a16:creationId xmlns:a16="http://schemas.microsoft.com/office/drawing/2014/main" id="{A652723F-143C-CAC7-82D6-9A2FBA4E25C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98" y="906"/>
              <a:ext cx="806" cy="6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Line 14">
              <a:extLst>
                <a:ext uri="{FF2B5EF4-FFF2-40B4-BE49-F238E27FC236}">
                  <a16:creationId xmlns:a16="http://schemas.microsoft.com/office/drawing/2014/main" id="{70278367-D901-5C36-C7DE-C63937D0EAA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04" y="909"/>
              <a:ext cx="0" cy="642"/>
            </a:xfrm>
            <a:prstGeom prst="line">
              <a:avLst/>
            </a:prstGeom>
            <a:noFill/>
            <a:ln w="0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Line 15">
              <a:extLst>
                <a:ext uri="{FF2B5EF4-FFF2-40B4-BE49-F238E27FC236}">
                  <a16:creationId xmlns:a16="http://schemas.microsoft.com/office/drawing/2014/main" id="{7C5CDB02-4379-2CD6-9586-783689808BB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98" y="906"/>
              <a:ext cx="806" cy="0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Line 16">
              <a:extLst>
                <a:ext uri="{FF2B5EF4-FFF2-40B4-BE49-F238E27FC236}">
                  <a16:creationId xmlns:a16="http://schemas.microsoft.com/office/drawing/2014/main" id="{103A2EAE-2362-63BC-106D-A57C12761F2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98" y="1224"/>
              <a:ext cx="806" cy="0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Line 17">
              <a:extLst>
                <a:ext uri="{FF2B5EF4-FFF2-40B4-BE49-F238E27FC236}">
                  <a16:creationId xmlns:a16="http://schemas.microsoft.com/office/drawing/2014/main" id="{70C8FA29-AD2A-993F-8CAB-A64724D5382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98" y="1384"/>
              <a:ext cx="806" cy="0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Line 18">
              <a:extLst>
                <a:ext uri="{FF2B5EF4-FFF2-40B4-BE49-F238E27FC236}">
                  <a16:creationId xmlns:a16="http://schemas.microsoft.com/office/drawing/2014/main" id="{B4B1A9BC-5E1B-B780-36BA-2E4F011A376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98" y="1303"/>
              <a:ext cx="806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Line 19">
              <a:extLst>
                <a:ext uri="{FF2B5EF4-FFF2-40B4-BE49-F238E27FC236}">
                  <a16:creationId xmlns:a16="http://schemas.microsoft.com/office/drawing/2014/main" id="{D37FC30B-324B-9C1B-3928-0824241889F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98" y="1144"/>
              <a:ext cx="806" cy="0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Line 20">
              <a:extLst>
                <a:ext uri="{FF2B5EF4-FFF2-40B4-BE49-F238E27FC236}">
                  <a16:creationId xmlns:a16="http://schemas.microsoft.com/office/drawing/2014/main" id="{35747397-2B8B-4C18-481F-26D37B5A1EA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98" y="1065"/>
              <a:ext cx="806" cy="0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Line 21">
              <a:extLst>
                <a:ext uri="{FF2B5EF4-FFF2-40B4-BE49-F238E27FC236}">
                  <a16:creationId xmlns:a16="http://schemas.microsoft.com/office/drawing/2014/main" id="{CDE978FE-6531-72D7-1697-0A6DF389AEB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98" y="986"/>
              <a:ext cx="806" cy="0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Line 22">
              <a:extLst>
                <a:ext uri="{FF2B5EF4-FFF2-40B4-BE49-F238E27FC236}">
                  <a16:creationId xmlns:a16="http://schemas.microsoft.com/office/drawing/2014/main" id="{154B605B-4803-5D7C-337D-DAFB24D6C15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98" y="906"/>
              <a:ext cx="1" cy="635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Line 23">
              <a:extLst>
                <a:ext uri="{FF2B5EF4-FFF2-40B4-BE49-F238E27FC236}">
                  <a16:creationId xmlns:a16="http://schemas.microsoft.com/office/drawing/2014/main" id="{ECBD1616-1ACC-3F81-C997-3A7B8310FCD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66" y="906"/>
              <a:ext cx="0" cy="635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Line 24">
              <a:extLst>
                <a:ext uri="{FF2B5EF4-FFF2-40B4-BE49-F238E27FC236}">
                  <a16:creationId xmlns:a16="http://schemas.microsoft.com/office/drawing/2014/main" id="{B1478ED2-B895-7088-198F-A2D6CF9BDBB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33" y="906"/>
              <a:ext cx="0" cy="635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Line 25">
              <a:extLst>
                <a:ext uri="{FF2B5EF4-FFF2-40B4-BE49-F238E27FC236}">
                  <a16:creationId xmlns:a16="http://schemas.microsoft.com/office/drawing/2014/main" id="{E48A8863-4445-B273-EB62-10A9DC3A730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01" y="906"/>
              <a:ext cx="0" cy="635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Line 26">
              <a:extLst>
                <a:ext uri="{FF2B5EF4-FFF2-40B4-BE49-F238E27FC236}">
                  <a16:creationId xmlns:a16="http://schemas.microsoft.com/office/drawing/2014/main" id="{A5B7292A-39B0-A0AE-44C2-C6DDFB01B2F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67" y="906"/>
              <a:ext cx="0" cy="635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Line 27">
              <a:extLst>
                <a:ext uri="{FF2B5EF4-FFF2-40B4-BE49-F238E27FC236}">
                  <a16:creationId xmlns:a16="http://schemas.microsoft.com/office/drawing/2014/main" id="{E3D325A5-24A6-CAB2-7D7E-A90DDBFD574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35" y="906"/>
              <a:ext cx="0" cy="635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Line 28">
              <a:extLst>
                <a:ext uri="{FF2B5EF4-FFF2-40B4-BE49-F238E27FC236}">
                  <a16:creationId xmlns:a16="http://schemas.microsoft.com/office/drawing/2014/main" id="{D31ECB01-5638-ACEA-69B0-081ECB9760B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02" y="906"/>
              <a:ext cx="1" cy="635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Line 29">
              <a:extLst>
                <a:ext uri="{FF2B5EF4-FFF2-40B4-BE49-F238E27FC236}">
                  <a16:creationId xmlns:a16="http://schemas.microsoft.com/office/drawing/2014/main" id="{BBCC1ECA-1679-99AA-1AA2-87945AFA041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70" y="906"/>
              <a:ext cx="0" cy="635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Line 30">
              <a:extLst>
                <a:ext uri="{FF2B5EF4-FFF2-40B4-BE49-F238E27FC236}">
                  <a16:creationId xmlns:a16="http://schemas.microsoft.com/office/drawing/2014/main" id="{58161F65-954B-6D2E-52B3-65212C58F66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37" y="906"/>
              <a:ext cx="0" cy="635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Line 31">
              <a:extLst>
                <a:ext uri="{FF2B5EF4-FFF2-40B4-BE49-F238E27FC236}">
                  <a16:creationId xmlns:a16="http://schemas.microsoft.com/office/drawing/2014/main" id="{33DA7299-419E-9E56-DD68-4677D23B1D8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04" y="906"/>
              <a:ext cx="0" cy="635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" name="Rectangle 32">
              <a:extLst>
                <a:ext uri="{FF2B5EF4-FFF2-40B4-BE49-F238E27FC236}">
                  <a16:creationId xmlns:a16="http://schemas.microsoft.com/office/drawing/2014/main" id="{10EAEB20-0C2A-6B36-5BC9-97BBCCB52CB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59" y="1127"/>
              <a:ext cx="8" cy="1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" name="Line 33">
              <a:extLst>
                <a:ext uri="{FF2B5EF4-FFF2-40B4-BE49-F238E27FC236}">
                  <a16:creationId xmlns:a16="http://schemas.microsoft.com/office/drawing/2014/main" id="{A5B726AF-FCD4-7BEE-E76D-F31F4A71D45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98" y="1462"/>
              <a:ext cx="806" cy="0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33" name="Group 34">
              <a:extLst>
                <a:ext uri="{FF2B5EF4-FFF2-40B4-BE49-F238E27FC236}">
                  <a16:creationId xmlns:a16="http://schemas.microsoft.com/office/drawing/2014/main" id="{0F0ACAB4-6019-A1F1-917C-9D79942EE45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295" y="1057"/>
              <a:ext cx="367" cy="491"/>
              <a:chOff x="601" y="1915"/>
              <a:chExt cx="2175" cy="1792"/>
            </a:xfrm>
          </p:grpSpPr>
          <p:sp>
            <p:nvSpPr>
              <p:cNvPr id="934" name="Line 35">
                <a:extLst>
                  <a:ext uri="{FF2B5EF4-FFF2-40B4-BE49-F238E27FC236}">
                    <a16:creationId xmlns:a16="http://schemas.microsoft.com/office/drawing/2014/main" id="{32787610-2C20-0A40-735D-CF93C921262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569" y="2638"/>
                <a:ext cx="5" cy="537"/>
              </a:xfrm>
              <a:prstGeom prst="line">
                <a:avLst/>
              </a:prstGeom>
              <a:noFill/>
              <a:ln w="7938">
                <a:solidFill>
                  <a:schemeClr val="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35" name="Line 36">
                <a:extLst>
                  <a:ext uri="{FF2B5EF4-FFF2-40B4-BE49-F238E27FC236}">
                    <a16:creationId xmlns:a16="http://schemas.microsoft.com/office/drawing/2014/main" id="{88D5717C-16E3-A3C3-0C0D-4765BC5C96C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574" y="2710"/>
                <a:ext cx="11" cy="465"/>
              </a:xfrm>
              <a:prstGeom prst="line">
                <a:avLst/>
              </a:prstGeom>
              <a:noFill/>
              <a:ln w="7938">
                <a:solidFill>
                  <a:schemeClr val="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36" name="Line 37">
                <a:extLst>
                  <a:ext uri="{FF2B5EF4-FFF2-40B4-BE49-F238E27FC236}">
                    <a16:creationId xmlns:a16="http://schemas.microsoft.com/office/drawing/2014/main" id="{408E664C-393B-79CB-AAB8-91C90566D90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585" y="2710"/>
                <a:ext cx="5" cy="114"/>
              </a:xfrm>
              <a:prstGeom prst="line">
                <a:avLst/>
              </a:prstGeom>
              <a:noFill/>
              <a:ln w="7938">
                <a:solidFill>
                  <a:schemeClr val="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37" name="Line 38">
                <a:extLst>
                  <a:ext uri="{FF2B5EF4-FFF2-40B4-BE49-F238E27FC236}">
                    <a16:creationId xmlns:a16="http://schemas.microsoft.com/office/drawing/2014/main" id="{528DE99F-949A-CAC5-BD79-0742FEDD313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590" y="2693"/>
                <a:ext cx="11" cy="131"/>
              </a:xfrm>
              <a:prstGeom prst="line">
                <a:avLst/>
              </a:prstGeom>
              <a:noFill/>
              <a:ln w="7938">
                <a:solidFill>
                  <a:schemeClr val="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38" name="Line 39">
                <a:extLst>
                  <a:ext uri="{FF2B5EF4-FFF2-40B4-BE49-F238E27FC236}">
                    <a16:creationId xmlns:a16="http://schemas.microsoft.com/office/drawing/2014/main" id="{31039B6E-313A-3217-E482-C36437E0B92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601" y="2693"/>
                <a:ext cx="5" cy="51"/>
              </a:xfrm>
              <a:prstGeom prst="line">
                <a:avLst/>
              </a:prstGeom>
              <a:noFill/>
              <a:ln w="7938">
                <a:solidFill>
                  <a:schemeClr val="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39" name="Line 40">
                <a:extLst>
                  <a:ext uri="{FF2B5EF4-FFF2-40B4-BE49-F238E27FC236}">
                    <a16:creationId xmlns:a16="http://schemas.microsoft.com/office/drawing/2014/main" id="{A7C429D2-F8BE-2D7D-E849-5E574B650C3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606" y="2744"/>
                <a:ext cx="11" cy="71"/>
              </a:xfrm>
              <a:prstGeom prst="line">
                <a:avLst/>
              </a:prstGeom>
              <a:noFill/>
              <a:ln w="7938">
                <a:solidFill>
                  <a:schemeClr val="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40" name="Line 41">
                <a:extLst>
                  <a:ext uri="{FF2B5EF4-FFF2-40B4-BE49-F238E27FC236}">
                    <a16:creationId xmlns:a16="http://schemas.microsoft.com/office/drawing/2014/main" id="{2CC0D262-C31F-59D5-632D-6128FA02C4F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617" y="2748"/>
                <a:ext cx="5" cy="67"/>
              </a:xfrm>
              <a:prstGeom prst="line">
                <a:avLst/>
              </a:prstGeom>
              <a:noFill/>
              <a:ln w="7938">
                <a:solidFill>
                  <a:schemeClr val="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41" name="Line 42">
                <a:extLst>
                  <a:ext uri="{FF2B5EF4-FFF2-40B4-BE49-F238E27FC236}">
                    <a16:creationId xmlns:a16="http://schemas.microsoft.com/office/drawing/2014/main" id="{5DB02217-CC64-B9C2-09D9-4611FDC6CDA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622" y="2613"/>
                <a:ext cx="11" cy="135"/>
              </a:xfrm>
              <a:prstGeom prst="line">
                <a:avLst/>
              </a:prstGeom>
              <a:noFill/>
              <a:ln w="7938">
                <a:solidFill>
                  <a:schemeClr val="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42" name="Line 43">
                <a:extLst>
                  <a:ext uri="{FF2B5EF4-FFF2-40B4-BE49-F238E27FC236}">
                    <a16:creationId xmlns:a16="http://schemas.microsoft.com/office/drawing/2014/main" id="{A690A2E2-C951-437C-2946-4281C5BA242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633" y="2604"/>
                <a:ext cx="11" cy="9"/>
              </a:xfrm>
              <a:prstGeom prst="line">
                <a:avLst/>
              </a:prstGeom>
              <a:noFill/>
              <a:ln w="7938">
                <a:solidFill>
                  <a:schemeClr val="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43" name="Line 44">
                <a:extLst>
                  <a:ext uri="{FF2B5EF4-FFF2-40B4-BE49-F238E27FC236}">
                    <a16:creationId xmlns:a16="http://schemas.microsoft.com/office/drawing/2014/main" id="{1BB17274-362E-4B6D-68E1-184F7CED111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644" y="2604"/>
                <a:ext cx="5" cy="80"/>
              </a:xfrm>
              <a:prstGeom prst="line">
                <a:avLst/>
              </a:prstGeom>
              <a:noFill/>
              <a:ln w="7938">
                <a:solidFill>
                  <a:schemeClr val="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44" name="Line 45">
                <a:extLst>
                  <a:ext uri="{FF2B5EF4-FFF2-40B4-BE49-F238E27FC236}">
                    <a16:creationId xmlns:a16="http://schemas.microsoft.com/office/drawing/2014/main" id="{5A456DEA-0194-2660-7E3E-09C87C081A5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649" y="2663"/>
                <a:ext cx="10" cy="21"/>
              </a:xfrm>
              <a:prstGeom prst="line">
                <a:avLst/>
              </a:prstGeom>
              <a:noFill/>
              <a:ln w="7938">
                <a:solidFill>
                  <a:schemeClr val="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45" name="Line 46">
                <a:extLst>
                  <a:ext uri="{FF2B5EF4-FFF2-40B4-BE49-F238E27FC236}">
                    <a16:creationId xmlns:a16="http://schemas.microsoft.com/office/drawing/2014/main" id="{D4474237-3144-30F5-289F-27AAE37EA68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659" y="2663"/>
                <a:ext cx="6" cy="26"/>
              </a:xfrm>
              <a:prstGeom prst="line">
                <a:avLst/>
              </a:prstGeom>
              <a:noFill/>
              <a:ln w="7938">
                <a:solidFill>
                  <a:schemeClr val="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46" name="Line 47">
                <a:extLst>
                  <a:ext uri="{FF2B5EF4-FFF2-40B4-BE49-F238E27FC236}">
                    <a16:creationId xmlns:a16="http://schemas.microsoft.com/office/drawing/2014/main" id="{9CC659B4-1F6E-1671-3181-D7B6A5EB89F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665" y="2689"/>
                <a:ext cx="10" cy="50"/>
              </a:xfrm>
              <a:prstGeom prst="line">
                <a:avLst/>
              </a:prstGeom>
              <a:noFill/>
              <a:ln w="7938">
                <a:solidFill>
                  <a:schemeClr val="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47" name="Line 48">
                <a:extLst>
                  <a:ext uri="{FF2B5EF4-FFF2-40B4-BE49-F238E27FC236}">
                    <a16:creationId xmlns:a16="http://schemas.microsoft.com/office/drawing/2014/main" id="{B09E145B-9FF1-E75F-438A-5E163E9A33B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675" y="2680"/>
                <a:ext cx="6" cy="59"/>
              </a:xfrm>
              <a:prstGeom prst="line">
                <a:avLst/>
              </a:prstGeom>
              <a:noFill/>
              <a:ln w="7938">
                <a:solidFill>
                  <a:schemeClr val="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48" name="Line 49">
                <a:extLst>
                  <a:ext uri="{FF2B5EF4-FFF2-40B4-BE49-F238E27FC236}">
                    <a16:creationId xmlns:a16="http://schemas.microsoft.com/office/drawing/2014/main" id="{C4AB0E4E-8620-E6BF-D428-5FB00DEED85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681" y="2680"/>
                <a:ext cx="10" cy="72"/>
              </a:xfrm>
              <a:prstGeom prst="line">
                <a:avLst/>
              </a:prstGeom>
              <a:noFill/>
              <a:ln w="7938">
                <a:solidFill>
                  <a:schemeClr val="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49" name="Line 50">
                <a:extLst>
                  <a:ext uri="{FF2B5EF4-FFF2-40B4-BE49-F238E27FC236}">
                    <a16:creationId xmlns:a16="http://schemas.microsoft.com/office/drawing/2014/main" id="{755064AD-041E-4C15-34AE-35348266FE9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691" y="2752"/>
                <a:ext cx="6" cy="76"/>
              </a:xfrm>
              <a:prstGeom prst="line">
                <a:avLst/>
              </a:prstGeom>
              <a:noFill/>
              <a:ln w="7938">
                <a:solidFill>
                  <a:schemeClr val="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50" name="Line 51">
                <a:extLst>
                  <a:ext uri="{FF2B5EF4-FFF2-40B4-BE49-F238E27FC236}">
                    <a16:creationId xmlns:a16="http://schemas.microsoft.com/office/drawing/2014/main" id="{B06AAF3B-C6DA-7DAC-1D9B-673ADBC4CE7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697" y="2672"/>
                <a:ext cx="10" cy="156"/>
              </a:xfrm>
              <a:prstGeom prst="line">
                <a:avLst/>
              </a:prstGeom>
              <a:noFill/>
              <a:ln w="7938">
                <a:solidFill>
                  <a:schemeClr val="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51" name="Line 52">
                <a:extLst>
                  <a:ext uri="{FF2B5EF4-FFF2-40B4-BE49-F238E27FC236}">
                    <a16:creationId xmlns:a16="http://schemas.microsoft.com/office/drawing/2014/main" id="{03F3416F-9E2F-8B06-7ADA-4CB3F02007C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707" y="2625"/>
                <a:ext cx="11" cy="47"/>
              </a:xfrm>
              <a:prstGeom prst="line">
                <a:avLst/>
              </a:prstGeom>
              <a:noFill/>
              <a:ln w="7938">
                <a:solidFill>
                  <a:schemeClr val="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52" name="Line 53">
                <a:extLst>
                  <a:ext uri="{FF2B5EF4-FFF2-40B4-BE49-F238E27FC236}">
                    <a16:creationId xmlns:a16="http://schemas.microsoft.com/office/drawing/2014/main" id="{891BC0DC-0949-9323-5BD3-B995D817132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718" y="2600"/>
                <a:ext cx="5" cy="25"/>
              </a:xfrm>
              <a:prstGeom prst="line">
                <a:avLst/>
              </a:prstGeom>
              <a:noFill/>
              <a:ln w="7938">
                <a:solidFill>
                  <a:schemeClr val="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53" name="Line 54">
                <a:extLst>
                  <a:ext uri="{FF2B5EF4-FFF2-40B4-BE49-F238E27FC236}">
                    <a16:creationId xmlns:a16="http://schemas.microsoft.com/office/drawing/2014/main" id="{DA81E842-8072-41ED-7BB2-F434E6C6F84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723" y="2600"/>
                <a:ext cx="11" cy="38"/>
              </a:xfrm>
              <a:prstGeom prst="line">
                <a:avLst/>
              </a:prstGeom>
              <a:noFill/>
              <a:ln w="7938">
                <a:solidFill>
                  <a:schemeClr val="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54" name="Line 55">
                <a:extLst>
                  <a:ext uri="{FF2B5EF4-FFF2-40B4-BE49-F238E27FC236}">
                    <a16:creationId xmlns:a16="http://schemas.microsoft.com/office/drawing/2014/main" id="{9D45E839-DF6F-CB4C-33E5-07C7A91FDF3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734" y="2638"/>
                <a:ext cx="5" cy="17"/>
              </a:xfrm>
              <a:prstGeom prst="line">
                <a:avLst/>
              </a:prstGeom>
              <a:noFill/>
              <a:ln w="7938">
                <a:solidFill>
                  <a:schemeClr val="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55" name="Line 56">
                <a:extLst>
                  <a:ext uri="{FF2B5EF4-FFF2-40B4-BE49-F238E27FC236}">
                    <a16:creationId xmlns:a16="http://schemas.microsoft.com/office/drawing/2014/main" id="{24B9266D-794F-6865-1434-4705043A228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739" y="2655"/>
                <a:ext cx="11" cy="181"/>
              </a:xfrm>
              <a:prstGeom prst="line">
                <a:avLst/>
              </a:prstGeom>
              <a:noFill/>
              <a:ln w="7938">
                <a:solidFill>
                  <a:schemeClr val="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56" name="Line 57">
                <a:extLst>
                  <a:ext uri="{FF2B5EF4-FFF2-40B4-BE49-F238E27FC236}">
                    <a16:creationId xmlns:a16="http://schemas.microsoft.com/office/drawing/2014/main" id="{D9BD8643-6BED-A391-FD13-FEF4E816092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750" y="2836"/>
                <a:ext cx="5" cy="1"/>
              </a:xfrm>
              <a:prstGeom prst="line">
                <a:avLst/>
              </a:prstGeom>
              <a:noFill/>
              <a:ln w="7938">
                <a:solidFill>
                  <a:schemeClr val="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57" name="Line 58">
                <a:extLst>
                  <a:ext uri="{FF2B5EF4-FFF2-40B4-BE49-F238E27FC236}">
                    <a16:creationId xmlns:a16="http://schemas.microsoft.com/office/drawing/2014/main" id="{3157D856-2D8F-56A3-D31F-12E394F9FB3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755" y="2739"/>
                <a:ext cx="11" cy="97"/>
              </a:xfrm>
              <a:prstGeom prst="line">
                <a:avLst/>
              </a:prstGeom>
              <a:noFill/>
              <a:ln w="7938">
                <a:solidFill>
                  <a:schemeClr val="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58" name="Line 59">
                <a:extLst>
                  <a:ext uri="{FF2B5EF4-FFF2-40B4-BE49-F238E27FC236}">
                    <a16:creationId xmlns:a16="http://schemas.microsoft.com/office/drawing/2014/main" id="{DC27A1B5-8270-3F4B-AA2E-A3982616CC8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766" y="2739"/>
                <a:ext cx="5" cy="5"/>
              </a:xfrm>
              <a:prstGeom prst="line">
                <a:avLst/>
              </a:prstGeom>
              <a:noFill/>
              <a:ln w="7938">
                <a:solidFill>
                  <a:schemeClr val="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59" name="Line 60">
                <a:extLst>
                  <a:ext uri="{FF2B5EF4-FFF2-40B4-BE49-F238E27FC236}">
                    <a16:creationId xmlns:a16="http://schemas.microsoft.com/office/drawing/2014/main" id="{343E7220-89B7-66D4-50AE-B21986CA2B6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771" y="2744"/>
                <a:ext cx="11" cy="16"/>
              </a:xfrm>
              <a:prstGeom prst="line">
                <a:avLst/>
              </a:prstGeom>
              <a:noFill/>
              <a:ln w="7938">
                <a:solidFill>
                  <a:schemeClr val="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60" name="Line 61">
                <a:extLst>
                  <a:ext uri="{FF2B5EF4-FFF2-40B4-BE49-F238E27FC236}">
                    <a16:creationId xmlns:a16="http://schemas.microsoft.com/office/drawing/2014/main" id="{7CDE1C54-4CC8-251D-FC1B-6C11F8CAA58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782" y="2735"/>
                <a:ext cx="10" cy="25"/>
              </a:xfrm>
              <a:prstGeom prst="line">
                <a:avLst/>
              </a:prstGeom>
              <a:noFill/>
              <a:ln w="7938">
                <a:solidFill>
                  <a:schemeClr val="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61" name="Line 62">
                <a:extLst>
                  <a:ext uri="{FF2B5EF4-FFF2-40B4-BE49-F238E27FC236}">
                    <a16:creationId xmlns:a16="http://schemas.microsoft.com/office/drawing/2014/main" id="{E95CFB2A-0785-594D-1B74-BAB3E1C9D29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792" y="2676"/>
                <a:ext cx="6" cy="59"/>
              </a:xfrm>
              <a:prstGeom prst="line">
                <a:avLst/>
              </a:prstGeom>
              <a:noFill/>
              <a:ln w="7938">
                <a:solidFill>
                  <a:schemeClr val="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62" name="Line 63">
                <a:extLst>
                  <a:ext uri="{FF2B5EF4-FFF2-40B4-BE49-F238E27FC236}">
                    <a16:creationId xmlns:a16="http://schemas.microsoft.com/office/drawing/2014/main" id="{43BFEBC4-524A-505E-4035-62DD8A626A1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798" y="2676"/>
                <a:ext cx="10" cy="38"/>
              </a:xfrm>
              <a:prstGeom prst="line">
                <a:avLst/>
              </a:prstGeom>
              <a:noFill/>
              <a:ln w="7938">
                <a:solidFill>
                  <a:schemeClr val="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63" name="Line 64">
                <a:extLst>
                  <a:ext uri="{FF2B5EF4-FFF2-40B4-BE49-F238E27FC236}">
                    <a16:creationId xmlns:a16="http://schemas.microsoft.com/office/drawing/2014/main" id="{E8326D78-269D-67D1-D319-8A374F2BF4C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808" y="2714"/>
                <a:ext cx="6" cy="76"/>
              </a:xfrm>
              <a:prstGeom prst="line">
                <a:avLst/>
              </a:prstGeom>
              <a:noFill/>
              <a:ln w="7938">
                <a:solidFill>
                  <a:schemeClr val="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64" name="Line 65">
                <a:extLst>
                  <a:ext uri="{FF2B5EF4-FFF2-40B4-BE49-F238E27FC236}">
                    <a16:creationId xmlns:a16="http://schemas.microsoft.com/office/drawing/2014/main" id="{73498254-74E2-578F-F182-4565BAB8BE9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814" y="2790"/>
                <a:ext cx="10" cy="182"/>
              </a:xfrm>
              <a:prstGeom prst="line">
                <a:avLst/>
              </a:prstGeom>
              <a:noFill/>
              <a:ln w="7938">
                <a:solidFill>
                  <a:schemeClr val="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65" name="Line 66">
                <a:extLst>
                  <a:ext uri="{FF2B5EF4-FFF2-40B4-BE49-F238E27FC236}">
                    <a16:creationId xmlns:a16="http://schemas.microsoft.com/office/drawing/2014/main" id="{296AC91C-3B58-B0D7-3519-69CFB8B691D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824" y="2798"/>
                <a:ext cx="6" cy="174"/>
              </a:xfrm>
              <a:prstGeom prst="line">
                <a:avLst/>
              </a:prstGeom>
              <a:noFill/>
              <a:ln w="7938">
                <a:solidFill>
                  <a:schemeClr val="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66" name="Line 67">
                <a:extLst>
                  <a:ext uri="{FF2B5EF4-FFF2-40B4-BE49-F238E27FC236}">
                    <a16:creationId xmlns:a16="http://schemas.microsoft.com/office/drawing/2014/main" id="{70FD791E-A50A-81CA-A983-701607452B4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830" y="2798"/>
                <a:ext cx="10" cy="22"/>
              </a:xfrm>
              <a:prstGeom prst="line">
                <a:avLst/>
              </a:prstGeom>
              <a:noFill/>
              <a:ln w="7938">
                <a:solidFill>
                  <a:schemeClr val="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67" name="Line 68">
                <a:extLst>
                  <a:ext uri="{FF2B5EF4-FFF2-40B4-BE49-F238E27FC236}">
                    <a16:creationId xmlns:a16="http://schemas.microsoft.com/office/drawing/2014/main" id="{5612591B-6A56-79F6-9247-FBD3CB5A1D9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840" y="2798"/>
                <a:ext cx="6" cy="22"/>
              </a:xfrm>
              <a:prstGeom prst="line">
                <a:avLst/>
              </a:prstGeom>
              <a:noFill/>
              <a:ln w="7938">
                <a:solidFill>
                  <a:schemeClr val="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68" name="Line 69">
                <a:extLst>
                  <a:ext uri="{FF2B5EF4-FFF2-40B4-BE49-F238E27FC236}">
                    <a16:creationId xmlns:a16="http://schemas.microsoft.com/office/drawing/2014/main" id="{91F2FED4-C122-27A5-B253-9BA9426B271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846" y="2798"/>
                <a:ext cx="10" cy="34"/>
              </a:xfrm>
              <a:prstGeom prst="line">
                <a:avLst/>
              </a:prstGeom>
              <a:noFill/>
              <a:ln w="7938">
                <a:solidFill>
                  <a:schemeClr val="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69" name="Line 70">
                <a:extLst>
                  <a:ext uri="{FF2B5EF4-FFF2-40B4-BE49-F238E27FC236}">
                    <a16:creationId xmlns:a16="http://schemas.microsoft.com/office/drawing/2014/main" id="{F6B733F8-5030-820C-8B95-C0535AB35A4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856" y="2748"/>
                <a:ext cx="11" cy="84"/>
              </a:xfrm>
              <a:prstGeom prst="line">
                <a:avLst/>
              </a:prstGeom>
              <a:noFill/>
              <a:ln w="7938">
                <a:solidFill>
                  <a:schemeClr val="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70" name="Line 71">
                <a:extLst>
                  <a:ext uri="{FF2B5EF4-FFF2-40B4-BE49-F238E27FC236}">
                    <a16:creationId xmlns:a16="http://schemas.microsoft.com/office/drawing/2014/main" id="{3CBDDC75-7B63-FF60-5E48-AEAF859BEFA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867" y="2748"/>
                <a:ext cx="5" cy="312"/>
              </a:xfrm>
              <a:prstGeom prst="line">
                <a:avLst/>
              </a:prstGeom>
              <a:noFill/>
              <a:ln w="7938">
                <a:solidFill>
                  <a:schemeClr val="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71" name="Line 72">
                <a:extLst>
                  <a:ext uri="{FF2B5EF4-FFF2-40B4-BE49-F238E27FC236}">
                    <a16:creationId xmlns:a16="http://schemas.microsoft.com/office/drawing/2014/main" id="{C5160D0C-7A11-D01B-9170-B2981BB69A6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872" y="3044"/>
                <a:ext cx="11" cy="16"/>
              </a:xfrm>
              <a:prstGeom prst="line">
                <a:avLst/>
              </a:prstGeom>
              <a:noFill/>
              <a:ln w="7938">
                <a:solidFill>
                  <a:schemeClr val="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72" name="Line 73">
                <a:extLst>
                  <a:ext uri="{FF2B5EF4-FFF2-40B4-BE49-F238E27FC236}">
                    <a16:creationId xmlns:a16="http://schemas.microsoft.com/office/drawing/2014/main" id="{E8823B35-DA50-079D-147D-29495CC9068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883" y="3035"/>
                <a:ext cx="5" cy="9"/>
              </a:xfrm>
              <a:prstGeom prst="line">
                <a:avLst/>
              </a:prstGeom>
              <a:noFill/>
              <a:ln w="7938">
                <a:solidFill>
                  <a:schemeClr val="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73" name="Line 74">
                <a:extLst>
                  <a:ext uri="{FF2B5EF4-FFF2-40B4-BE49-F238E27FC236}">
                    <a16:creationId xmlns:a16="http://schemas.microsoft.com/office/drawing/2014/main" id="{15AD092E-7885-3938-53EB-3A90CE1EFB1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888" y="2984"/>
                <a:ext cx="11" cy="51"/>
              </a:xfrm>
              <a:prstGeom prst="line">
                <a:avLst/>
              </a:prstGeom>
              <a:noFill/>
              <a:ln w="7938">
                <a:solidFill>
                  <a:schemeClr val="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74" name="Line 75">
                <a:extLst>
                  <a:ext uri="{FF2B5EF4-FFF2-40B4-BE49-F238E27FC236}">
                    <a16:creationId xmlns:a16="http://schemas.microsoft.com/office/drawing/2014/main" id="{EFB0726A-EB40-A49F-6674-30C9F4EBAA2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899" y="2773"/>
                <a:ext cx="5" cy="211"/>
              </a:xfrm>
              <a:prstGeom prst="line">
                <a:avLst/>
              </a:prstGeom>
              <a:noFill/>
              <a:ln w="7938">
                <a:solidFill>
                  <a:schemeClr val="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75" name="Line 76">
                <a:extLst>
                  <a:ext uri="{FF2B5EF4-FFF2-40B4-BE49-F238E27FC236}">
                    <a16:creationId xmlns:a16="http://schemas.microsoft.com/office/drawing/2014/main" id="{AA58E13F-93CE-0423-E975-36C9A55B835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904" y="2731"/>
                <a:ext cx="11" cy="42"/>
              </a:xfrm>
              <a:prstGeom prst="line">
                <a:avLst/>
              </a:prstGeom>
              <a:noFill/>
              <a:ln w="7938">
                <a:solidFill>
                  <a:schemeClr val="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76" name="Line 77">
                <a:extLst>
                  <a:ext uri="{FF2B5EF4-FFF2-40B4-BE49-F238E27FC236}">
                    <a16:creationId xmlns:a16="http://schemas.microsoft.com/office/drawing/2014/main" id="{AFC5D173-4F18-67B4-DB46-E0E581ADB86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915" y="2731"/>
                <a:ext cx="5" cy="477"/>
              </a:xfrm>
              <a:prstGeom prst="line">
                <a:avLst/>
              </a:prstGeom>
              <a:noFill/>
              <a:ln w="7938">
                <a:solidFill>
                  <a:schemeClr val="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77" name="Line 78">
                <a:extLst>
                  <a:ext uri="{FF2B5EF4-FFF2-40B4-BE49-F238E27FC236}">
                    <a16:creationId xmlns:a16="http://schemas.microsoft.com/office/drawing/2014/main" id="{C7530AEC-03E0-8DEA-E02E-2C2FFD0ABBE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920" y="2824"/>
                <a:ext cx="11" cy="384"/>
              </a:xfrm>
              <a:prstGeom prst="line">
                <a:avLst/>
              </a:prstGeom>
              <a:noFill/>
              <a:ln w="7938">
                <a:solidFill>
                  <a:schemeClr val="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78" name="Line 79">
                <a:extLst>
                  <a:ext uri="{FF2B5EF4-FFF2-40B4-BE49-F238E27FC236}">
                    <a16:creationId xmlns:a16="http://schemas.microsoft.com/office/drawing/2014/main" id="{1D24D8FD-6531-E88F-24C9-A8F859FA977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931" y="2824"/>
                <a:ext cx="10" cy="312"/>
              </a:xfrm>
              <a:prstGeom prst="line">
                <a:avLst/>
              </a:prstGeom>
              <a:noFill/>
              <a:ln w="7938">
                <a:solidFill>
                  <a:schemeClr val="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79" name="Line 80">
                <a:extLst>
                  <a:ext uri="{FF2B5EF4-FFF2-40B4-BE49-F238E27FC236}">
                    <a16:creationId xmlns:a16="http://schemas.microsoft.com/office/drawing/2014/main" id="{71A670C0-817C-9EAB-0618-8D9AE3890DB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941" y="2955"/>
                <a:ext cx="6" cy="181"/>
              </a:xfrm>
              <a:prstGeom prst="line">
                <a:avLst/>
              </a:prstGeom>
              <a:noFill/>
              <a:ln w="7938">
                <a:solidFill>
                  <a:schemeClr val="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80" name="Line 81">
                <a:extLst>
                  <a:ext uri="{FF2B5EF4-FFF2-40B4-BE49-F238E27FC236}">
                    <a16:creationId xmlns:a16="http://schemas.microsoft.com/office/drawing/2014/main" id="{6A2582BF-6485-57A6-DF0D-B4A975E4C27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947" y="2955"/>
                <a:ext cx="10" cy="63"/>
              </a:xfrm>
              <a:prstGeom prst="line">
                <a:avLst/>
              </a:prstGeom>
              <a:noFill/>
              <a:ln w="7938">
                <a:solidFill>
                  <a:schemeClr val="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81" name="Line 82">
                <a:extLst>
                  <a:ext uri="{FF2B5EF4-FFF2-40B4-BE49-F238E27FC236}">
                    <a16:creationId xmlns:a16="http://schemas.microsoft.com/office/drawing/2014/main" id="{BEAF539D-46F6-6A58-032E-468315C66C0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957" y="3018"/>
                <a:ext cx="6" cy="114"/>
              </a:xfrm>
              <a:prstGeom prst="line">
                <a:avLst/>
              </a:prstGeom>
              <a:noFill/>
              <a:ln w="7938">
                <a:solidFill>
                  <a:schemeClr val="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82" name="Line 83">
                <a:extLst>
                  <a:ext uri="{FF2B5EF4-FFF2-40B4-BE49-F238E27FC236}">
                    <a16:creationId xmlns:a16="http://schemas.microsoft.com/office/drawing/2014/main" id="{2C0839CF-ECFF-8149-3ED7-DD597AE6A72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963" y="3132"/>
                <a:ext cx="10" cy="216"/>
              </a:xfrm>
              <a:prstGeom prst="line">
                <a:avLst/>
              </a:prstGeom>
              <a:noFill/>
              <a:ln w="7938">
                <a:solidFill>
                  <a:schemeClr val="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83" name="Line 84">
                <a:extLst>
                  <a:ext uri="{FF2B5EF4-FFF2-40B4-BE49-F238E27FC236}">
                    <a16:creationId xmlns:a16="http://schemas.microsoft.com/office/drawing/2014/main" id="{86931231-8658-26CE-30AA-D36D169ADE3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973" y="3187"/>
                <a:ext cx="6" cy="161"/>
              </a:xfrm>
              <a:prstGeom prst="line">
                <a:avLst/>
              </a:prstGeom>
              <a:noFill/>
              <a:ln w="7938">
                <a:solidFill>
                  <a:schemeClr val="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84" name="Line 85">
                <a:extLst>
                  <a:ext uri="{FF2B5EF4-FFF2-40B4-BE49-F238E27FC236}">
                    <a16:creationId xmlns:a16="http://schemas.microsoft.com/office/drawing/2014/main" id="{2716AA30-44F4-AB0B-19B4-316E16A9440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979" y="3027"/>
                <a:ext cx="10" cy="160"/>
              </a:xfrm>
              <a:prstGeom prst="line">
                <a:avLst/>
              </a:prstGeom>
              <a:noFill/>
              <a:ln w="7938">
                <a:solidFill>
                  <a:schemeClr val="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85" name="Line 86">
                <a:extLst>
                  <a:ext uri="{FF2B5EF4-FFF2-40B4-BE49-F238E27FC236}">
                    <a16:creationId xmlns:a16="http://schemas.microsoft.com/office/drawing/2014/main" id="{22EF903A-B841-9647-7005-77475EFAF9E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989" y="2849"/>
                <a:ext cx="11" cy="178"/>
              </a:xfrm>
              <a:prstGeom prst="line">
                <a:avLst/>
              </a:prstGeom>
              <a:noFill/>
              <a:ln w="7938">
                <a:solidFill>
                  <a:schemeClr val="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86" name="Line 87">
                <a:extLst>
                  <a:ext uri="{FF2B5EF4-FFF2-40B4-BE49-F238E27FC236}">
                    <a16:creationId xmlns:a16="http://schemas.microsoft.com/office/drawing/2014/main" id="{51BAB4D5-85CC-F654-F27A-744ABF8E8F2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000" y="2739"/>
                <a:ext cx="5" cy="110"/>
              </a:xfrm>
              <a:prstGeom prst="line">
                <a:avLst/>
              </a:prstGeom>
              <a:noFill/>
              <a:ln w="7938">
                <a:solidFill>
                  <a:schemeClr val="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87" name="Line 88">
                <a:extLst>
                  <a:ext uri="{FF2B5EF4-FFF2-40B4-BE49-F238E27FC236}">
                    <a16:creationId xmlns:a16="http://schemas.microsoft.com/office/drawing/2014/main" id="{8173AA71-4183-2DBA-33C9-C1B00B432BF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05" y="2739"/>
                <a:ext cx="11" cy="81"/>
              </a:xfrm>
              <a:prstGeom prst="line">
                <a:avLst/>
              </a:prstGeom>
              <a:noFill/>
              <a:ln w="7938">
                <a:solidFill>
                  <a:schemeClr val="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88" name="Line 89">
                <a:extLst>
                  <a:ext uri="{FF2B5EF4-FFF2-40B4-BE49-F238E27FC236}">
                    <a16:creationId xmlns:a16="http://schemas.microsoft.com/office/drawing/2014/main" id="{D36A44EC-A0B6-0936-8E37-7701C474F9D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16" y="2820"/>
                <a:ext cx="5" cy="42"/>
              </a:xfrm>
              <a:prstGeom prst="line">
                <a:avLst/>
              </a:prstGeom>
              <a:noFill/>
              <a:ln w="7938">
                <a:solidFill>
                  <a:schemeClr val="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89" name="Line 90">
                <a:extLst>
                  <a:ext uri="{FF2B5EF4-FFF2-40B4-BE49-F238E27FC236}">
                    <a16:creationId xmlns:a16="http://schemas.microsoft.com/office/drawing/2014/main" id="{B4089A03-6BFD-39FD-E39E-963B3364FFF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021" y="2836"/>
                <a:ext cx="11" cy="26"/>
              </a:xfrm>
              <a:prstGeom prst="line">
                <a:avLst/>
              </a:prstGeom>
              <a:noFill/>
              <a:ln w="7938">
                <a:solidFill>
                  <a:schemeClr val="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90" name="Line 91">
                <a:extLst>
                  <a:ext uri="{FF2B5EF4-FFF2-40B4-BE49-F238E27FC236}">
                    <a16:creationId xmlns:a16="http://schemas.microsoft.com/office/drawing/2014/main" id="{34E91460-3152-6196-FD19-CC3C4BBD5F8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32" y="2836"/>
                <a:ext cx="5" cy="719"/>
              </a:xfrm>
              <a:prstGeom prst="line">
                <a:avLst/>
              </a:prstGeom>
              <a:noFill/>
              <a:ln w="7938">
                <a:solidFill>
                  <a:schemeClr val="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91" name="Line 92">
                <a:extLst>
                  <a:ext uri="{FF2B5EF4-FFF2-40B4-BE49-F238E27FC236}">
                    <a16:creationId xmlns:a16="http://schemas.microsoft.com/office/drawing/2014/main" id="{D1DF3B8A-D628-00B2-F4D4-A6F49BC3241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037" y="3166"/>
                <a:ext cx="11" cy="389"/>
              </a:xfrm>
              <a:prstGeom prst="line">
                <a:avLst/>
              </a:prstGeom>
              <a:noFill/>
              <a:ln w="7938">
                <a:solidFill>
                  <a:schemeClr val="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92" name="Line 93">
                <a:extLst>
                  <a:ext uri="{FF2B5EF4-FFF2-40B4-BE49-F238E27FC236}">
                    <a16:creationId xmlns:a16="http://schemas.microsoft.com/office/drawing/2014/main" id="{2A2C6490-73B1-7393-3502-D809F444096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48" y="3166"/>
                <a:ext cx="5" cy="51"/>
              </a:xfrm>
              <a:prstGeom prst="line">
                <a:avLst/>
              </a:prstGeom>
              <a:noFill/>
              <a:ln w="7938">
                <a:solidFill>
                  <a:schemeClr val="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93" name="Line 94">
                <a:extLst>
                  <a:ext uri="{FF2B5EF4-FFF2-40B4-BE49-F238E27FC236}">
                    <a16:creationId xmlns:a16="http://schemas.microsoft.com/office/drawing/2014/main" id="{D00F139B-F44F-40C0-C3D8-00EB169661D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53" y="3217"/>
                <a:ext cx="11" cy="1"/>
              </a:xfrm>
              <a:prstGeom prst="line">
                <a:avLst/>
              </a:prstGeom>
              <a:noFill/>
              <a:ln w="7938">
                <a:solidFill>
                  <a:schemeClr val="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94" name="Line 95">
                <a:extLst>
                  <a:ext uri="{FF2B5EF4-FFF2-40B4-BE49-F238E27FC236}">
                    <a16:creationId xmlns:a16="http://schemas.microsoft.com/office/drawing/2014/main" id="{3111D7FB-F9B6-2262-162C-08869EC43FA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064" y="3120"/>
                <a:ext cx="10" cy="97"/>
              </a:xfrm>
              <a:prstGeom prst="line">
                <a:avLst/>
              </a:prstGeom>
              <a:noFill/>
              <a:ln w="7938">
                <a:solidFill>
                  <a:schemeClr val="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95" name="Line 96">
                <a:extLst>
                  <a:ext uri="{FF2B5EF4-FFF2-40B4-BE49-F238E27FC236}">
                    <a16:creationId xmlns:a16="http://schemas.microsoft.com/office/drawing/2014/main" id="{1CE6050B-A5D7-4A33-0E87-8B02C6B5707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74" y="3120"/>
                <a:ext cx="6" cy="8"/>
              </a:xfrm>
              <a:prstGeom prst="line">
                <a:avLst/>
              </a:prstGeom>
              <a:noFill/>
              <a:ln w="7938">
                <a:solidFill>
                  <a:schemeClr val="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96" name="Line 97">
                <a:extLst>
                  <a:ext uri="{FF2B5EF4-FFF2-40B4-BE49-F238E27FC236}">
                    <a16:creationId xmlns:a16="http://schemas.microsoft.com/office/drawing/2014/main" id="{2FE7F7C3-4055-C5A9-F2FA-CEB225C0A07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080" y="2942"/>
                <a:ext cx="10" cy="186"/>
              </a:xfrm>
              <a:prstGeom prst="line">
                <a:avLst/>
              </a:prstGeom>
              <a:noFill/>
              <a:ln w="7938">
                <a:solidFill>
                  <a:schemeClr val="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97" name="Line 98">
                <a:extLst>
                  <a:ext uri="{FF2B5EF4-FFF2-40B4-BE49-F238E27FC236}">
                    <a16:creationId xmlns:a16="http://schemas.microsoft.com/office/drawing/2014/main" id="{7954CB38-DB87-8B8A-7F9D-7765DAF39A3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090" y="2917"/>
                <a:ext cx="6" cy="25"/>
              </a:xfrm>
              <a:prstGeom prst="line">
                <a:avLst/>
              </a:prstGeom>
              <a:noFill/>
              <a:ln w="7938">
                <a:solidFill>
                  <a:schemeClr val="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98" name="Line 99">
                <a:extLst>
                  <a:ext uri="{FF2B5EF4-FFF2-40B4-BE49-F238E27FC236}">
                    <a16:creationId xmlns:a16="http://schemas.microsoft.com/office/drawing/2014/main" id="{0606B6F8-EBD7-A943-9158-E7703111B55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096" y="2904"/>
                <a:ext cx="10" cy="13"/>
              </a:xfrm>
              <a:prstGeom prst="line">
                <a:avLst/>
              </a:prstGeom>
              <a:noFill/>
              <a:ln w="7938">
                <a:solidFill>
                  <a:schemeClr val="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99" name="Line 100">
                <a:extLst>
                  <a:ext uri="{FF2B5EF4-FFF2-40B4-BE49-F238E27FC236}">
                    <a16:creationId xmlns:a16="http://schemas.microsoft.com/office/drawing/2014/main" id="{0EA396F0-BB6B-060A-98FF-CBA32D9CE10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106" y="2904"/>
                <a:ext cx="5" cy="21"/>
              </a:xfrm>
              <a:prstGeom prst="line">
                <a:avLst/>
              </a:prstGeom>
              <a:noFill/>
              <a:ln w="7938">
                <a:solidFill>
                  <a:schemeClr val="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00" name="Line 101">
                <a:extLst>
                  <a:ext uri="{FF2B5EF4-FFF2-40B4-BE49-F238E27FC236}">
                    <a16:creationId xmlns:a16="http://schemas.microsoft.com/office/drawing/2014/main" id="{848AB63E-8DB8-569E-748A-D6A1B0A86EC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111" y="2904"/>
                <a:ext cx="11" cy="21"/>
              </a:xfrm>
              <a:prstGeom prst="line">
                <a:avLst/>
              </a:prstGeom>
              <a:noFill/>
              <a:ln w="7938">
                <a:solidFill>
                  <a:schemeClr val="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01" name="Line 102">
                <a:extLst>
                  <a:ext uri="{FF2B5EF4-FFF2-40B4-BE49-F238E27FC236}">
                    <a16:creationId xmlns:a16="http://schemas.microsoft.com/office/drawing/2014/main" id="{488B0A73-EDDC-E529-1A5C-D48CDEAC3DD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122" y="2904"/>
                <a:ext cx="5" cy="34"/>
              </a:xfrm>
              <a:prstGeom prst="line">
                <a:avLst/>
              </a:prstGeom>
              <a:noFill/>
              <a:ln w="7938">
                <a:solidFill>
                  <a:schemeClr val="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02" name="Line 103">
                <a:extLst>
                  <a:ext uri="{FF2B5EF4-FFF2-40B4-BE49-F238E27FC236}">
                    <a16:creationId xmlns:a16="http://schemas.microsoft.com/office/drawing/2014/main" id="{C25477DC-BA7B-CB77-FE6F-2A0E6506B33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127" y="2832"/>
                <a:ext cx="11" cy="106"/>
              </a:xfrm>
              <a:prstGeom prst="line">
                <a:avLst/>
              </a:prstGeom>
              <a:noFill/>
              <a:ln w="7938">
                <a:solidFill>
                  <a:schemeClr val="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03" name="Line 104">
                <a:extLst>
                  <a:ext uri="{FF2B5EF4-FFF2-40B4-BE49-F238E27FC236}">
                    <a16:creationId xmlns:a16="http://schemas.microsoft.com/office/drawing/2014/main" id="{0C9A7742-60F5-EB09-D79A-20C082B039C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138" y="2832"/>
                <a:ext cx="11" cy="224"/>
              </a:xfrm>
              <a:prstGeom prst="line">
                <a:avLst/>
              </a:prstGeom>
              <a:noFill/>
              <a:ln w="7938">
                <a:solidFill>
                  <a:schemeClr val="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04" name="Line 105">
                <a:extLst>
                  <a:ext uri="{FF2B5EF4-FFF2-40B4-BE49-F238E27FC236}">
                    <a16:creationId xmlns:a16="http://schemas.microsoft.com/office/drawing/2014/main" id="{5013DE0C-3276-2875-2229-2D4131C705F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149" y="2925"/>
                <a:ext cx="5" cy="131"/>
              </a:xfrm>
              <a:prstGeom prst="line">
                <a:avLst/>
              </a:prstGeom>
              <a:noFill/>
              <a:ln w="7938">
                <a:solidFill>
                  <a:schemeClr val="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05" name="Line 106">
                <a:extLst>
                  <a:ext uri="{FF2B5EF4-FFF2-40B4-BE49-F238E27FC236}">
                    <a16:creationId xmlns:a16="http://schemas.microsoft.com/office/drawing/2014/main" id="{0EDE8BA6-BC64-2A3E-0BB0-152BC2FD835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154" y="2862"/>
                <a:ext cx="11" cy="63"/>
              </a:xfrm>
              <a:prstGeom prst="line">
                <a:avLst/>
              </a:prstGeom>
              <a:noFill/>
              <a:ln w="7938">
                <a:solidFill>
                  <a:schemeClr val="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06" name="Line 107">
                <a:extLst>
                  <a:ext uri="{FF2B5EF4-FFF2-40B4-BE49-F238E27FC236}">
                    <a16:creationId xmlns:a16="http://schemas.microsoft.com/office/drawing/2014/main" id="{8B8898DF-37DF-19B5-6903-ECA473825B9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165" y="2862"/>
                <a:ext cx="5" cy="17"/>
              </a:xfrm>
              <a:prstGeom prst="line">
                <a:avLst/>
              </a:prstGeom>
              <a:noFill/>
              <a:ln w="7938">
                <a:solidFill>
                  <a:schemeClr val="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07" name="Line 108">
                <a:extLst>
                  <a:ext uri="{FF2B5EF4-FFF2-40B4-BE49-F238E27FC236}">
                    <a16:creationId xmlns:a16="http://schemas.microsoft.com/office/drawing/2014/main" id="{E58CAB8D-C280-4FF1-877D-C755CC50EFB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170" y="2841"/>
                <a:ext cx="11" cy="38"/>
              </a:xfrm>
              <a:prstGeom prst="line">
                <a:avLst/>
              </a:prstGeom>
              <a:noFill/>
              <a:ln w="7938">
                <a:solidFill>
                  <a:schemeClr val="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08" name="Line 109">
                <a:extLst>
                  <a:ext uri="{FF2B5EF4-FFF2-40B4-BE49-F238E27FC236}">
                    <a16:creationId xmlns:a16="http://schemas.microsoft.com/office/drawing/2014/main" id="{29E04FE2-7004-ABD4-AA61-FF2EAF5EB53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181" y="2841"/>
                <a:ext cx="5" cy="76"/>
              </a:xfrm>
              <a:prstGeom prst="line">
                <a:avLst/>
              </a:prstGeom>
              <a:noFill/>
              <a:ln w="7938">
                <a:solidFill>
                  <a:schemeClr val="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09" name="Line 110">
                <a:extLst>
                  <a:ext uri="{FF2B5EF4-FFF2-40B4-BE49-F238E27FC236}">
                    <a16:creationId xmlns:a16="http://schemas.microsoft.com/office/drawing/2014/main" id="{B407EDD7-D9E2-CCFE-AAEF-B49B46429FE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186" y="2917"/>
                <a:ext cx="11" cy="127"/>
              </a:xfrm>
              <a:prstGeom prst="line">
                <a:avLst/>
              </a:prstGeom>
              <a:noFill/>
              <a:ln w="7938">
                <a:solidFill>
                  <a:schemeClr val="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10" name="Line 111">
                <a:extLst>
                  <a:ext uri="{FF2B5EF4-FFF2-40B4-BE49-F238E27FC236}">
                    <a16:creationId xmlns:a16="http://schemas.microsoft.com/office/drawing/2014/main" id="{655FF72A-45DE-7196-B1BA-5E0D03BA1E6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197" y="3044"/>
                <a:ext cx="5" cy="249"/>
              </a:xfrm>
              <a:prstGeom prst="line">
                <a:avLst/>
              </a:prstGeom>
              <a:noFill/>
              <a:ln w="7938">
                <a:solidFill>
                  <a:schemeClr val="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11" name="Line 112">
                <a:extLst>
                  <a:ext uri="{FF2B5EF4-FFF2-40B4-BE49-F238E27FC236}">
                    <a16:creationId xmlns:a16="http://schemas.microsoft.com/office/drawing/2014/main" id="{1F77438E-0B50-B06F-9312-DBCD5B38CA3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202" y="3060"/>
                <a:ext cx="11" cy="233"/>
              </a:xfrm>
              <a:prstGeom prst="line">
                <a:avLst/>
              </a:prstGeom>
              <a:noFill/>
              <a:ln w="7938">
                <a:solidFill>
                  <a:schemeClr val="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12" name="Line 113">
                <a:extLst>
                  <a:ext uri="{FF2B5EF4-FFF2-40B4-BE49-F238E27FC236}">
                    <a16:creationId xmlns:a16="http://schemas.microsoft.com/office/drawing/2014/main" id="{A56424AB-110C-A7CA-49D9-96ECFD0FC96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213" y="3001"/>
                <a:ext cx="10" cy="59"/>
              </a:xfrm>
              <a:prstGeom prst="line">
                <a:avLst/>
              </a:prstGeom>
              <a:noFill/>
              <a:ln w="7938">
                <a:solidFill>
                  <a:schemeClr val="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13" name="Line 114">
                <a:extLst>
                  <a:ext uri="{FF2B5EF4-FFF2-40B4-BE49-F238E27FC236}">
                    <a16:creationId xmlns:a16="http://schemas.microsoft.com/office/drawing/2014/main" id="{CB0CEE2D-76DC-39AB-F5DC-E3108D3BE19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223" y="2866"/>
                <a:ext cx="5" cy="135"/>
              </a:xfrm>
              <a:prstGeom prst="line">
                <a:avLst/>
              </a:prstGeom>
              <a:noFill/>
              <a:ln w="7938">
                <a:solidFill>
                  <a:schemeClr val="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14" name="Line 115">
                <a:extLst>
                  <a:ext uri="{FF2B5EF4-FFF2-40B4-BE49-F238E27FC236}">
                    <a16:creationId xmlns:a16="http://schemas.microsoft.com/office/drawing/2014/main" id="{8E7C7F94-9B23-6A30-DB07-280AE40B401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228" y="2866"/>
                <a:ext cx="11" cy="9"/>
              </a:xfrm>
              <a:prstGeom prst="line">
                <a:avLst/>
              </a:prstGeom>
              <a:noFill/>
              <a:ln w="7938">
                <a:solidFill>
                  <a:schemeClr val="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15" name="Line 116">
                <a:extLst>
                  <a:ext uri="{FF2B5EF4-FFF2-40B4-BE49-F238E27FC236}">
                    <a16:creationId xmlns:a16="http://schemas.microsoft.com/office/drawing/2014/main" id="{0654719E-6078-780D-D14A-93843FB1917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239" y="2828"/>
                <a:ext cx="5" cy="47"/>
              </a:xfrm>
              <a:prstGeom prst="line">
                <a:avLst/>
              </a:prstGeom>
              <a:noFill/>
              <a:ln w="7938">
                <a:solidFill>
                  <a:schemeClr val="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16" name="Line 117">
                <a:extLst>
                  <a:ext uri="{FF2B5EF4-FFF2-40B4-BE49-F238E27FC236}">
                    <a16:creationId xmlns:a16="http://schemas.microsoft.com/office/drawing/2014/main" id="{101E0B20-67EB-6F52-30DE-5E6D0EBAE07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244" y="2828"/>
                <a:ext cx="11" cy="351"/>
              </a:xfrm>
              <a:prstGeom prst="line">
                <a:avLst/>
              </a:prstGeom>
              <a:noFill/>
              <a:ln w="7938">
                <a:solidFill>
                  <a:schemeClr val="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17" name="Line 118">
                <a:extLst>
                  <a:ext uri="{FF2B5EF4-FFF2-40B4-BE49-F238E27FC236}">
                    <a16:creationId xmlns:a16="http://schemas.microsoft.com/office/drawing/2014/main" id="{7C1B1218-20AF-9D89-5D8F-11218CA6397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255" y="3035"/>
                <a:ext cx="5" cy="144"/>
              </a:xfrm>
              <a:prstGeom prst="line">
                <a:avLst/>
              </a:prstGeom>
              <a:noFill/>
              <a:ln w="7938">
                <a:solidFill>
                  <a:schemeClr val="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18" name="Line 119">
                <a:extLst>
                  <a:ext uri="{FF2B5EF4-FFF2-40B4-BE49-F238E27FC236}">
                    <a16:creationId xmlns:a16="http://schemas.microsoft.com/office/drawing/2014/main" id="{6371FDF1-4931-498E-6401-EB96A4C8477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260" y="2896"/>
                <a:ext cx="11" cy="139"/>
              </a:xfrm>
              <a:prstGeom prst="line">
                <a:avLst/>
              </a:prstGeom>
              <a:noFill/>
              <a:ln w="7938">
                <a:solidFill>
                  <a:schemeClr val="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19" name="Line 120">
                <a:extLst>
                  <a:ext uri="{FF2B5EF4-FFF2-40B4-BE49-F238E27FC236}">
                    <a16:creationId xmlns:a16="http://schemas.microsoft.com/office/drawing/2014/main" id="{87214DEE-A164-19E7-F9B2-C96DFEF30EA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271" y="2896"/>
                <a:ext cx="5" cy="114"/>
              </a:xfrm>
              <a:prstGeom prst="line">
                <a:avLst/>
              </a:prstGeom>
              <a:noFill/>
              <a:ln w="7938">
                <a:solidFill>
                  <a:schemeClr val="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20" name="Line 121">
                <a:extLst>
                  <a:ext uri="{FF2B5EF4-FFF2-40B4-BE49-F238E27FC236}">
                    <a16:creationId xmlns:a16="http://schemas.microsoft.com/office/drawing/2014/main" id="{FC0E6817-C36C-D4FF-ADC5-6FDDC7B3497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276" y="3001"/>
                <a:ext cx="11" cy="9"/>
              </a:xfrm>
              <a:prstGeom prst="line">
                <a:avLst/>
              </a:prstGeom>
              <a:noFill/>
              <a:ln w="7938">
                <a:solidFill>
                  <a:schemeClr val="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21" name="Line 122">
                <a:extLst>
                  <a:ext uri="{FF2B5EF4-FFF2-40B4-BE49-F238E27FC236}">
                    <a16:creationId xmlns:a16="http://schemas.microsoft.com/office/drawing/2014/main" id="{835ECE66-C96A-FAE4-E073-924AD590CC2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287" y="3001"/>
                <a:ext cx="11" cy="106"/>
              </a:xfrm>
              <a:prstGeom prst="line">
                <a:avLst/>
              </a:prstGeom>
              <a:noFill/>
              <a:ln w="7938">
                <a:solidFill>
                  <a:schemeClr val="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22" name="Line 123">
                <a:extLst>
                  <a:ext uri="{FF2B5EF4-FFF2-40B4-BE49-F238E27FC236}">
                    <a16:creationId xmlns:a16="http://schemas.microsoft.com/office/drawing/2014/main" id="{0012CB1F-813C-AD83-9A0D-B002B746656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298" y="3107"/>
                <a:ext cx="5" cy="389"/>
              </a:xfrm>
              <a:prstGeom prst="line">
                <a:avLst/>
              </a:prstGeom>
              <a:noFill/>
              <a:ln w="7938">
                <a:solidFill>
                  <a:schemeClr val="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23" name="Line 124">
                <a:extLst>
                  <a:ext uri="{FF2B5EF4-FFF2-40B4-BE49-F238E27FC236}">
                    <a16:creationId xmlns:a16="http://schemas.microsoft.com/office/drawing/2014/main" id="{E9018BC3-563D-42DF-BF24-3C1FC79A91A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303" y="2891"/>
                <a:ext cx="11" cy="605"/>
              </a:xfrm>
              <a:prstGeom prst="line">
                <a:avLst/>
              </a:prstGeom>
              <a:noFill/>
              <a:ln w="7938">
                <a:solidFill>
                  <a:schemeClr val="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24" name="Line 125">
                <a:extLst>
                  <a:ext uri="{FF2B5EF4-FFF2-40B4-BE49-F238E27FC236}">
                    <a16:creationId xmlns:a16="http://schemas.microsoft.com/office/drawing/2014/main" id="{1DA56884-D315-98A2-FBCE-C2CD9ECB3A2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314" y="2891"/>
                <a:ext cx="5" cy="47"/>
              </a:xfrm>
              <a:prstGeom prst="line">
                <a:avLst/>
              </a:prstGeom>
              <a:noFill/>
              <a:ln w="7938">
                <a:solidFill>
                  <a:schemeClr val="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25" name="Line 126">
                <a:extLst>
                  <a:ext uri="{FF2B5EF4-FFF2-40B4-BE49-F238E27FC236}">
                    <a16:creationId xmlns:a16="http://schemas.microsoft.com/office/drawing/2014/main" id="{0F5BB5B7-0489-FA9B-4DB8-B04F0DDD032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319" y="2938"/>
                <a:ext cx="10" cy="165"/>
              </a:xfrm>
              <a:prstGeom prst="line">
                <a:avLst/>
              </a:prstGeom>
              <a:noFill/>
              <a:ln w="7938">
                <a:solidFill>
                  <a:schemeClr val="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26" name="Line 127">
                <a:extLst>
                  <a:ext uri="{FF2B5EF4-FFF2-40B4-BE49-F238E27FC236}">
                    <a16:creationId xmlns:a16="http://schemas.microsoft.com/office/drawing/2014/main" id="{EDD5F1EB-0B35-E0BC-18F1-F4956203699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329" y="2934"/>
                <a:ext cx="6" cy="169"/>
              </a:xfrm>
              <a:prstGeom prst="line">
                <a:avLst/>
              </a:prstGeom>
              <a:noFill/>
              <a:ln w="7938">
                <a:solidFill>
                  <a:schemeClr val="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27" name="Line 128">
                <a:extLst>
                  <a:ext uri="{FF2B5EF4-FFF2-40B4-BE49-F238E27FC236}">
                    <a16:creationId xmlns:a16="http://schemas.microsoft.com/office/drawing/2014/main" id="{F3211173-1C56-AC61-3AB1-6F929510FEB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335" y="2934"/>
                <a:ext cx="10" cy="55"/>
              </a:xfrm>
              <a:prstGeom prst="line">
                <a:avLst/>
              </a:prstGeom>
              <a:noFill/>
              <a:ln w="7938">
                <a:solidFill>
                  <a:schemeClr val="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28" name="Line 129">
                <a:extLst>
                  <a:ext uri="{FF2B5EF4-FFF2-40B4-BE49-F238E27FC236}">
                    <a16:creationId xmlns:a16="http://schemas.microsoft.com/office/drawing/2014/main" id="{C0E16838-A5FB-4905-54A9-68208E36421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345" y="2951"/>
                <a:ext cx="6" cy="38"/>
              </a:xfrm>
              <a:prstGeom prst="line">
                <a:avLst/>
              </a:prstGeom>
              <a:noFill/>
              <a:ln w="7938">
                <a:solidFill>
                  <a:schemeClr val="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29" name="Line 130">
                <a:extLst>
                  <a:ext uri="{FF2B5EF4-FFF2-40B4-BE49-F238E27FC236}">
                    <a16:creationId xmlns:a16="http://schemas.microsoft.com/office/drawing/2014/main" id="{AAAACD34-99EB-0BF2-459F-E60B9D7B151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351" y="2951"/>
                <a:ext cx="10" cy="84"/>
              </a:xfrm>
              <a:prstGeom prst="line">
                <a:avLst/>
              </a:prstGeom>
              <a:noFill/>
              <a:ln w="7938">
                <a:solidFill>
                  <a:schemeClr val="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0" name="Line 131">
                <a:extLst>
                  <a:ext uri="{FF2B5EF4-FFF2-40B4-BE49-F238E27FC236}">
                    <a16:creationId xmlns:a16="http://schemas.microsoft.com/office/drawing/2014/main" id="{52E9371D-37CB-D780-5354-D7FE3BEDB64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361" y="2967"/>
                <a:ext cx="11" cy="68"/>
              </a:xfrm>
              <a:prstGeom prst="line">
                <a:avLst/>
              </a:prstGeom>
              <a:noFill/>
              <a:ln w="7938">
                <a:solidFill>
                  <a:schemeClr val="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1" name="Line 132">
                <a:extLst>
                  <a:ext uri="{FF2B5EF4-FFF2-40B4-BE49-F238E27FC236}">
                    <a16:creationId xmlns:a16="http://schemas.microsoft.com/office/drawing/2014/main" id="{E57EE427-D9EB-6A20-4CF5-9B11D8B4AC8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372" y="2896"/>
                <a:ext cx="5" cy="71"/>
              </a:xfrm>
              <a:prstGeom prst="line">
                <a:avLst/>
              </a:prstGeom>
              <a:noFill/>
              <a:ln w="7938">
                <a:solidFill>
                  <a:schemeClr val="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2" name="Line 133">
                <a:extLst>
                  <a:ext uri="{FF2B5EF4-FFF2-40B4-BE49-F238E27FC236}">
                    <a16:creationId xmlns:a16="http://schemas.microsoft.com/office/drawing/2014/main" id="{3C62C309-5170-3221-EE57-A8BF0723DDA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377" y="2896"/>
                <a:ext cx="11" cy="46"/>
              </a:xfrm>
              <a:prstGeom prst="line">
                <a:avLst/>
              </a:prstGeom>
              <a:noFill/>
              <a:ln w="7938">
                <a:solidFill>
                  <a:schemeClr val="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3" name="Line 134">
                <a:extLst>
                  <a:ext uri="{FF2B5EF4-FFF2-40B4-BE49-F238E27FC236}">
                    <a16:creationId xmlns:a16="http://schemas.microsoft.com/office/drawing/2014/main" id="{97CF4B12-E864-7FF1-7403-D90DB90A55D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388" y="2929"/>
                <a:ext cx="5" cy="13"/>
              </a:xfrm>
              <a:prstGeom prst="line">
                <a:avLst/>
              </a:prstGeom>
              <a:noFill/>
              <a:ln w="7938">
                <a:solidFill>
                  <a:schemeClr val="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4" name="Line 135">
                <a:extLst>
                  <a:ext uri="{FF2B5EF4-FFF2-40B4-BE49-F238E27FC236}">
                    <a16:creationId xmlns:a16="http://schemas.microsoft.com/office/drawing/2014/main" id="{DCAA48BE-2EA7-4C67-6E50-255F2A4D92E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393" y="2929"/>
                <a:ext cx="11" cy="89"/>
              </a:xfrm>
              <a:prstGeom prst="line">
                <a:avLst/>
              </a:prstGeom>
              <a:noFill/>
              <a:ln w="7938">
                <a:solidFill>
                  <a:schemeClr val="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5" name="Line 136">
                <a:extLst>
                  <a:ext uri="{FF2B5EF4-FFF2-40B4-BE49-F238E27FC236}">
                    <a16:creationId xmlns:a16="http://schemas.microsoft.com/office/drawing/2014/main" id="{91E863B6-CAEA-456E-5753-A64E7285BF6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404" y="3018"/>
                <a:ext cx="5" cy="17"/>
              </a:xfrm>
              <a:prstGeom prst="line">
                <a:avLst/>
              </a:prstGeom>
              <a:noFill/>
              <a:ln w="7938">
                <a:solidFill>
                  <a:schemeClr val="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6" name="Line 137">
                <a:extLst>
                  <a:ext uri="{FF2B5EF4-FFF2-40B4-BE49-F238E27FC236}">
                    <a16:creationId xmlns:a16="http://schemas.microsoft.com/office/drawing/2014/main" id="{DBD95674-B47B-2632-A250-F0A3D036FC4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409" y="3022"/>
                <a:ext cx="11" cy="13"/>
              </a:xfrm>
              <a:prstGeom prst="line">
                <a:avLst/>
              </a:prstGeom>
              <a:noFill/>
              <a:ln w="7938">
                <a:solidFill>
                  <a:schemeClr val="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7" name="Line 138">
                <a:extLst>
                  <a:ext uri="{FF2B5EF4-FFF2-40B4-BE49-F238E27FC236}">
                    <a16:creationId xmlns:a16="http://schemas.microsoft.com/office/drawing/2014/main" id="{665385E4-8A5C-4843-096C-D6F5445AB62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420" y="2951"/>
                <a:ext cx="5" cy="71"/>
              </a:xfrm>
              <a:prstGeom prst="line">
                <a:avLst/>
              </a:prstGeom>
              <a:noFill/>
              <a:ln w="7938">
                <a:solidFill>
                  <a:schemeClr val="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8" name="Line 139">
                <a:extLst>
                  <a:ext uri="{FF2B5EF4-FFF2-40B4-BE49-F238E27FC236}">
                    <a16:creationId xmlns:a16="http://schemas.microsoft.com/office/drawing/2014/main" id="{617CA1A9-295B-F81A-A92B-1CF7BF40336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425" y="2951"/>
                <a:ext cx="11" cy="8"/>
              </a:xfrm>
              <a:prstGeom prst="line">
                <a:avLst/>
              </a:prstGeom>
              <a:noFill/>
              <a:ln w="7938">
                <a:solidFill>
                  <a:schemeClr val="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9" name="Line 140">
                <a:extLst>
                  <a:ext uri="{FF2B5EF4-FFF2-40B4-BE49-F238E27FC236}">
                    <a16:creationId xmlns:a16="http://schemas.microsoft.com/office/drawing/2014/main" id="{C1E8CFCB-4FE9-C9D7-4F6A-501D0C3A066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436" y="2870"/>
                <a:ext cx="10" cy="89"/>
              </a:xfrm>
              <a:prstGeom prst="line">
                <a:avLst/>
              </a:prstGeom>
              <a:noFill/>
              <a:ln w="7938">
                <a:solidFill>
                  <a:schemeClr val="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0" name="Line 141">
                <a:extLst>
                  <a:ext uri="{FF2B5EF4-FFF2-40B4-BE49-F238E27FC236}">
                    <a16:creationId xmlns:a16="http://schemas.microsoft.com/office/drawing/2014/main" id="{ED937EDD-1063-F08A-A8A8-6D708BD84B0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446" y="2853"/>
                <a:ext cx="6" cy="17"/>
              </a:xfrm>
              <a:prstGeom prst="line">
                <a:avLst/>
              </a:prstGeom>
              <a:noFill/>
              <a:ln w="7938">
                <a:solidFill>
                  <a:schemeClr val="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1" name="Line 142">
                <a:extLst>
                  <a:ext uri="{FF2B5EF4-FFF2-40B4-BE49-F238E27FC236}">
                    <a16:creationId xmlns:a16="http://schemas.microsoft.com/office/drawing/2014/main" id="{052CE61A-1DD2-D115-2D7C-358E7FF70E9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452" y="2803"/>
                <a:ext cx="10" cy="50"/>
              </a:xfrm>
              <a:prstGeom prst="line">
                <a:avLst/>
              </a:prstGeom>
              <a:noFill/>
              <a:ln w="7938">
                <a:solidFill>
                  <a:schemeClr val="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2" name="Line 143">
                <a:extLst>
                  <a:ext uri="{FF2B5EF4-FFF2-40B4-BE49-F238E27FC236}">
                    <a16:creationId xmlns:a16="http://schemas.microsoft.com/office/drawing/2014/main" id="{ED376C8C-6126-F571-FE7C-71A282E7990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462" y="2803"/>
                <a:ext cx="6" cy="29"/>
              </a:xfrm>
              <a:prstGeom prst="line">
                <a:avLst/>
              </a:prstGeom>
              <a:noFill/>
              <a:ln w="7938">
                <a:solidFill>
                  <a:schemeClr val="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3" name="Line 144">
                <a:extLst>
                  <a:ext uri="{FF2B5EF4-FFF2-40B4-BE49-F238E27FC236}">
                    <a16:creationId xmlns:a16="http://schemas.microsoft.com/office/drawing/2014/main" id="{2F829939-20E5-7811-C1BF-A9AEBE8F0E7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468" y="2832"/>
                <a:ext cx="10" cy="123"/>
              </a:xfrm>
              <a:prstGeom prst="line">
                <a:avLst/>
              </a:prstGeom>
              <a:noFill/>
              <a:ln w="7938">
                <a:solidFill>
                  <a:schemeClr val="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4" name="Line 145">
                <a:extLst>
                  <a:ext uri="{FF2B5EF4-FFF2-40B4-BE49-F238E27FC236}">
                    <a16:creationId xmlns:a16="http://schemas.microsoft.com/office/drawing/2014/main" id="{617628F1-EEBD-BDFA-C0CB-6C98950C64D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478" y="2955"/>
                <a:ext cx="6" cy="215"/>
              </a:xfrm>
              <a:prstGeom prst="line">
                <a:avLst/>
              </a:prstGeom>
              <a:noFill/>
              <a:ln w="7938">
                <a:solidFill>
                  <a:schemeClr val="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5" name="Line 146">
                <a:extLst>
                  <a:ext uri="{FF2B5EF4-FFF2-40B4-BE49-F238E27FC236}">
                    <a16:creationId xmlns:a16="http://schemas.microsoft.com/office/drawing/2014/main" id="{668636BC-D542-5ACC-D850-CEFBB71DF77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484" y="3056"/>
                <a:ext cx="10" cy="114"/>
              </a:xfrm>
              <a:prstGeom prst="line">
                <a:avLst/>
              </a:prstGeom>
              <a:noFill/>
              <a:ln w="7938">
                <a:solidFill>
                  <a:schemeClr val="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6" name="Line 147">
                <a:extLst>
                  <a:ext uri="{FF2B5EF4-FFF2-40B4-BE49-F238E27FC236}">
                    <a16:creationId xmlns:a16="http://schemas.microsoft.com/office/drawing/2014/main" id="{3AFE8438-4000-833A-3E36-15315C98CED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494" y="2710"/>
                <a:ext cx="11" cy="346"/>
              </a:xfrm>
              <a:prstGeom prst="line">
                <a:avLst/>
              </a:prstGeom>
              <a:noFill/>
              <a:ln w="7938">
                <a:solidFill>
                  <a:schemeClr val="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7" name="Line 148">
                <a:extLst>
                  <a:ext uri="{FF2B5EF4-FFF2-40B4-BE49-F238E27FC236}">
                    <a16:creationId xmlns:a16="http://schemas.microsoft.com/office/drawing/2014/main" id="{C9F02F69-8E54-18BC-46D3-A32CE62A7F4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505" y="2710"/>
                <a:ext cx="5" cy="131"/>
              </a:xfrm>
              <a:prstGeom prst="line">
                <a:avLst/>
              </a:prstGeom>
              <a:noFill/>
              <a:ln w="7938">
                <a:solidFill>
                  <a:schemeClr val="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8" name="Line 149">
                <a:extLst>
                  <a:ext uri="{FF2B5EF4-FFF2-40B4-BE49-F238E27FC236}">
                    <a16:creationId xmlns:a16="http://schemas.microsoft.com/office/drawing/2014/main" id="{BE98C56C-63F9-BBC4-E877-98A6369449B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510" y="2820"/>
                <a:ext cx="11" cy="21"/>
              </a:xfrm>
              <a:prstGeom prst="line">
                <a:avLst/>
              </a:prstGeom>
              <a:noFill/>
              <a:ln w="7938">
                <a:solidFill>
                  <a:schemeClr val="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9" name="Line 150">
                <a:extLst>
                  <a:ext uri="{FF2B5EF4-FFF2-40B4-BE49-F238E27FC236}">
                    <a16:creationId xmlns:a16="http://schemas.microsoft.com/office/drawing/2014/main" id="{E3722C3F-24AE-B0D3-4ADF-30279F87CE7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521" y="2752"/>
                <a:ext cx="5" cy="68"/>
              </a:xfrm>
              <a:prstGeom prst="line">
                <a:avLst/>
              </a:prstGeom>
              <a:noFill/>
              <a:ln w="7938">
                <a:solidFill>
                  <a:schemeClr val="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50" name="Line 151">
                <a:extLst>
                  <a:ext uri="{FF2B5EF4-FFF2-40B4-BE49-F238E27FC236}">
                    <a16:creationId xmlns:a16="http://schemas.microsoft.com/office/drawing/2014/main" id="{EB31E2DE-E328-45B1-C1F9-BDFE63B5A71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526" y="2739"/>
                <a:ext cx="11" cy="13"/>
              </a:xfrm>
              <a:prstGeom prst="line">
                <a:avLst/>
              </a:prstGeom>
              <a:noFill/>
              <a:ln w="7938">
                <a:solidFill>
                  <a:schemeClr val="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51" name="Line 152">
                <a:extLst>
                  <a:ext uri="{FF2B5EF4-FFF2-40B4-BE49-F238E27FC236}">
                    <a16:creationId xmlns:a16="http://schemas.microsoft.com/office/drawing/2014/main" id="{CBE32C31-6FDA-B4FC-17EB-1488263B517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537" y="2739"/>
                <a:ext cx="5" cy="5"/>
              </a:xfrm>
              <a:prstGeom prst="line">
                <a:avLst/>
              </a:prstGeom>
              <a:noFill/>
              <a:ln w="7938">
                <a:solidFill>
                  <a:schemeClr val="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52" name="Line 153">
                <a:extLst>
                  <a:ext uri="{FF2B5EF4-FFF2-40B4-BE49-F238E27FC236}">
                    <a16:creationId xmlns:a16="http://schemas.microsoft.com/office/drawing/2014/main" id="{2241F3A0-AD34-0353-2062-CF1338CEB4A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542" y="2744"/>
                <a:ext cx="11" cy="54"/>
              </a:xfrm>
              <a:prstGeom prst="line">
                <a:avLst/>
              </a:prstGeom>
              <a:noFill/>
              <a:ln w="7938">
                <a:solidFill>
                  <a:schemeClr val="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53" name="Line 154">
                <a:extLst>
                  <a:ext uri="{FF2B5EF4-FFF2-40B4-BE49-F238E27FC236}">
                    <a16:creationId xmlns:a16="http://schemas.microsoft.com/office/drawing/2014/main" id="{707770EA-7FCB-1CFD-FD59-4E758AC340C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553" y="2739"/>
                <a:ext cx="5" cy="59"/>
              </a:xfrm>
              <a:prstGeom prst="line">
                <a:avLst/>
              </a:prstGeom>
              <a:noFill/>
              <a:ln w="7938">
                <a:solidFill>
                  <a:schemeClr val="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54" name="Line 155">
                <a:extLst>
                  <a:ext uri="{FF2B5EF4-FFF2-40B4-BE49-F238E27FC236}">
                    <a16:creationId xmlns:a16="http://schemas.microsoft.com/office/drawing/2014/main" id="{7F5266B7-14C4-6D0D-863A-A2B0CCD2012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558" y="2731"/>
                <a:ext cx="11" cy="8"/>
              </a:xfrm>
              <a:prstGeom prst="line">
                <a:avLst/>
              </a:prstGeom>
              <a:noFill/>
              <a:ln w="7938">
                <a:solidFill>
                  <a:schemeClr val="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55" name="Line 156">
                <a:extLst>
                  <a:ext uri="{FF2B5EF4-FFF2-40B4-BE49-F238E27FC236}">
                    <a16:creationId xmlns:a16="http://schemas.microsoft.com/office/drawing/2014/main" id="{242852E0-55F2-3E77-1C65-1608162974C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569" y="2693"/>
                <a:ext cx="10" cy="38"/>
              </a:xfrm>
              <a:prstGeom prst="line">
                <a:avLst/>
              </a:prstGeom>
              <a:noFill/>
              <a:ln w="7938">
                <a:solidFill>
                  <a:schemeClr val="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56" name="Line 157">
                <a:extLst>
                  <a:ext uri="{FF2B5EF4-FFF2-40B4-BE49-F238E27FC236}">
                    <a16:creationId xmlns:a16="http://schemas.microsoft.com/office/drawing/2014/main" id="{864352AC-5B96-111D-BD6C-16DF06CC91D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579" y="2693"/>
                <a:ext cx="6" cy="42"/>
              </a:xfrm>
              <a:prstGeom prst="line">
                <a:avLst/>
              </a:prstGeom>
              <a:noFill/>
              <a:ln w="7938">
                <a:solidFill>
                  <a:schemeClr val="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57" name="Line 158">
                <a:extLst>
                  <a:ext uri="{FF2B5EF4-FFF2-40B4-BE49-F238E27FC236}">
                    <a16:creationId xmlns:a16="http://schemas.microsoft.com/office/drawing/2014/main" id="{FFD989C9-69AB-B1F3-A295-ECBF23D6FA7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585" y="2735"/>
                <a:ext cx="10" cy="161"/>
              </a:xfrm>
              <a:prstGeom prst="line">
                <a:avLst/>
              </a:prstGeom>
              <a:noFill/>
              <a:ln w="7938">
                <a:solidFill>
                  <a:schemeClr val="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58" name="Line 159">
                <a:extLst>
                  <a:ext uri="{FF2B5EF4-FFF2-40B4-BE49-F238E27FC236}">
                    <a16:creationId xmlns:a16="http://schemas.microsoft.com/office/drawing/2014/main" id="{5C0D55E6-E821-A461-4B70-FA3528D6C21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595" y="2680"/>
                <a:ext cx="6" cy="216"/>
              </a:xfrm>
              <a:prstGeom prst="line">
                <a:avLst/>
              </a:prstGeom>
              <a:noFill/>
              <a:ln w="7938">
                <a:solidFill>
                  <a:schemeClr val="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59" name="Line 160">
                <a:extLst>
                  <a:ext uri="{FF2B5EF4-FFF2-40B4-BE49-F238E27FC236}">
                    <a16:creationId xmlns:a16="http://schemas.microsoft.com/office/drawing/2014/main" id="{D4F38E61-3B2E-C67D-0228-D50CD366E9F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601" y="2638"/>
                <a:ext cx="10" cy="42"/>
              </a:xfrm>
              <a:prstGeom prst="line">
                <a:avLst/>
              </a:prstGeom>
              <a:noFill/>
              <a:ln w="7938">
                <a:solidFill>
                  <a:schemeClr val="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60" name="Line 161">
                <a:extLst>
                  <a:ext uri="{FF2B5EF4-FFF2-40B4-BE49-F238E27FC236}">
                    <a16:creationId xmlns:a16="http://schemas.microsoft.com/office/drawing/2014/main" id="{0ADE7BE8-9D4A-C713-7AC6-329135C0929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611" y="2608"/>
                <a:ext cx="6" cy="30"/>
              </a:xfrm>
              <a:prstGeom prst="line">
                <a:avLst/>
              </a:prstGeom>
              <a:noFill/>
              <a:ln w="7938">
                <a:solidFill>
                  <a:schemeClr val="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61" name="Line 162">
                <a:extLst>
                  <a:ext uri="{FF2B5EF4-FFF2-40B4-BE49-F238E27FC236}">
                    <a16:creationId xmlns:a16="http://schemas.microsoft.com/office/drawing/2014/main" id="{81E6FFAC-5D6B-02C9-F8D3-F584B5B40BA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617" y="2469"/>
                <a:ext cx="10" cy="139"/>
              </a:xfrm>
              <a:prstGeom prst="line">
                <a:avLst/>
              </a:prstGeom>
              <a:noFill/>
              <a:ln w="7938">
                <a:solidFill>
                  <a:schemeClr val="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62" name="Line 163">
                <a:extLst>
                  <a:ext uri="{FF2B5EF4-FFF2-40B4-BE49-F238E27FC236}">
                    <a16:creationId xmlns:a16="http://schemas.microsoft.com/office/drawing/2014/main" id="{C0366BE5-6CAF-C5E2-4D68-8B359A9D3D3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627" y="2367"/>
                <a:ext cx="6" cy="102"/>
              </a:xfrm>
              <a:prstGeom prst="line">
                <a:avLst/>
              </a:prstGeom>
              <a:noFill/>
              <a:ln w="7938">
                <a:solidFill>
                  <a:schemeClr val="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63" name="Line 164">
                <a:extLst>
                  <a:ext uri="{FF2B5EF4-FFF2-40B4-BE49-F238E27FC236}">
                    <a16:creationId xmlns:a16="http://schemas.microsoft.com/office/drawing/2014/main" id="{B8B5BA8B-6017-3DE1-98AA-012B910DA1D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633" y="2367"/>
                <a:ext cx="10" cy="174"/>
              </a:xfrm>
              <a:prstGeom prst="line">
                <a:avLst/>
              </a:prstGeom>
              <a:noFill/>
              <a:ln w="7938">
                <a:solidFill>
                  <a:schemeClr val="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64" name="Line 165">
                <a:extLst>
                  <a:ext uri="{FF2B5EF4-FFF2-40B4-BE49-F238E27FC236}">
                    <a16:creationId xmlns:a16="http://schemas.microsoft.com/office/drawing/2014/main" id="{470CF884-30AA-B8D0-BD7D-8BBA1C5CA25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643" y="2541"/>
                <a:ext cx="11" cy="169"/>
              </a:xfrm>
              <a:prstGeom prst="line">
                <a:avLst/>
              </a:prstGeom>
              <a:noFill/>
              <a:ln w="7938">
                <a:solidFill>
                  <a:schemeClr val="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65" name="Line 166">
                <a:extLst>
                  <a:ext uri="{FF2B5EF4-FFF2-40B4-BE49-F238E27FC236}">
                    <a16:creationId xmlns:a16="http://schemas.microsoft.com/office/drawing/2014/main" id="{F9C20A62-22CD-D754-5CCC-498B342F4FC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654" y="2469"/>
                <a:ext cx="5" cy="241"/>
              </a:xfrm>
              <a:prstGeom prst="line">
                <a:avLst/>
              </a:prstGeom>
              <a:noFill/>
              <a:ln w="7938">
                <a:solidFill>
                  <a:schemeClr val="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66" name="Line 167">
                <a:extLst>
                  <a:ext uri="{FF2B5EF4-FFF2-40B4-BE49-F238E27FC236}">
                    <a16:creationId xmlns:a16="http://schemas.microsoft.com/office/drawing/2014/main" id="{7FF2CDC9-32FB-B66C-D8BB-DD86DCB2EEE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659" y="2469"/>
                <a:ext cx="11" cy="34"/>
              </a:xfrm>
              <a:prstGeom prst="line">
                <a:avLst/>
              </a:prstGeom>
              <a:noFill/>
              <a:ln w="7938">
                <a:solidFill>
                  <a:schemeClr val="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67" name="Line 168">
                <a:extLst>
                  <a:ext uri="{FF2B5EF4-FFF2-40B4-BE49-F238E27FC236}">
                    <a16:creationId xmlns:a16="http://schemas.microsoft.com/office/drawing/2014/main" id="{EE7E744A-4641-A1A3-BB96-FEA42D5FE77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670" y="2435"/>
                <a:ext cx="5" cy="68"/>
              </a:xfrm>
              <a:prstGeom prst="line">
                <a:avLst/>
              </a:prstGeom>
              <a:noFill/>
              <a:ln w="7938">
                <a:solidFill>
                  <a:schemeClr val="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68" name="Line 169">
                <a:extLst>
                  <a:ext uri="{FF2B5EF4-FFF2-40B4-BE49-F238E27FC236}">
                    <a16:creationId xmlns:a16="http://schemas.microsoft.com/office/drawing/2014/main" id="{E3005F6A-54C7-2E16-8527-E7107E5359B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675" y="2338"/>
                <a:ext cx="11" cy="97"/>
              </a:xfrm>
              <a:prstGeom prst="line">
                <a:avLst/>
              </a:prstGeom>
              <a:noFill/>
              <a:ln w="7938">
                <a:solidFill>
                  <a:schemeClr val="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69" name="Line 170">
                <a:extLst>
                  <a:ext uri="{FF2B5EF4-FFF2-40B4-BE49-F238E27FC236}">
                    <a16:creationId xmlns:a16="http://schemas.microsoft.com/office/drawing/2014/main" id="{DD4D5C17-0FF3-FAA0-C806-1A70A1F4817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686" y="2338"/>
                <a:ext cx="5" cy="17"/>
              </a:xfrm>
              <a:prstGeom prst="line">
                <a:avLst/>
              </a:prstGeom>
              <a:noFill/>
              <a:ln w="7938">
                <a:solidFill>
                  <a:schemeClr val="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70" name="Line 171">
                <a:extLst>
                  <a:ext uri="{FF2B5EF4-FFF2-40B4-BE49-F238E27FC236}">
                    <a16:creationId xmlns:a16="http://schemas.microsoft.com/office/drawing/2014/main" id="{26239E07-22C8-8467-5D3B-880935AEA93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691" y="2355"/>
                <a:ext cx="11" cy="287"/>
              </a:xfrm>
              <a:prstGeom prst="line">
                <a:avLst/>
              </a:prstGeom>
              <a:noFill/>
              <a:ln w="7938">
                <a:solidFill>
                  <a:schemeClr val="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71" name="Line 172">
                <a:extLst>
                  <a:ext uri="{FF2B5EF4-FFF2-40B4-BE49-F238E27FC236}">
                    <a16:creationId xmlns:a16="http://schemas.microsoft.com/office/drawing/2014/main" id="{7DB8CF9D-514E-257F-E9AF-5B7C09B099F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702" y="2427"/>
                <a:ext cx="5" cy="215"/>
              </a:xfrm>
              <a:prstGeom prst="line">
                <a:avLst/>
              </a:prstGeom>
              <a:noFill/>
              <a:ln w="7938">
                <a:solidFill>
                  <a:schemeClr val="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72" name="Line 173">
                <a:extLst>
                  <a:ext uri="{FF2B5EF4-FFF2-40B4-BE49-F238E27FC236}">
                    <a16:creationId xmlns:a16="http://schemas.microsoft.com/office/drawing/2014/main" id="{C956A6B2-8798-C75C-CBA7-5039BB11C12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707" y="2359"/>
                <a:ext cx="11" cy="68"/>
              </a:xfrm>
              <a:prstGeom prst="line">
                <a:avLst/>
              </a:prstGeom>
              <a:noFill/>
              <a:ln w="7938">
                <a:solidFill>
                  <a:schemeClr val="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73" name="Line 174">
                <a:extLst>
                  <a:ext uri="{FF2B5EF4-FFF2-40B4-BE49-F238E27FC236}">
                    <a16:creationId xmlns:a16="http://schemas.microsoft.com/office/drawing/2014/main" id="{F3FBF60B-8B25-25F4-AC0C-039FE471324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718" y="2359"/>
                <a:ext cx="10" cy="13"/>
              </a:xfrm>
              <a:prstGeom prst="line">
                <a:avLst/>
              </a:prstGeom>
              <a:noFill/>
              <a:ln w="7938">
                <a:solidFill>
                  <a:schemeClr val="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74" name="Line 175">
                <a:extLst>
                  <a:ext uri="{FF2B5EF4-FFF2-40B4-BE49-F238E27FC236}">
                    <a16:creationId xmlns:a16="http://schemas.microsoft.com/office/drawing/2014/main" id="{C505E2CD-8A7E-FA38-F153-09EFD41ABA5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728" y="2329"/>
                <a:ext cx="6" cy="43"/>
              </a:xfrm>
              <a:prstGeom prst="line">
                <a:avLst/>
              </a:prstGeom>
              <a:noFill/>
              <a:ln w="7938">
                <a:solidFill>
                  <a:schemeClr val="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75" name="Line 176">
                <a:extLst>
                  <a:ext uri="{FF2B5EF4-FFF2-40B4-BE49-F238E27FC236}">
                    <a16:creationId xmlns:a16="http://schemas.microsoft.com/office/drawing/2014/main" id="{BD0028CF-9436-DB0C-35DE-786BAADD8C3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734" y="2291"/>
                <a:ext cx="10" cy="38"/>
              </a:xfrm>
              <a:prstGeom prst="line">
                <a:avLst/>
              </a:prstGeom>
              <a:noFill/>
              <a:ln w="7938">
                <a:solidFill>
                  <a:schemeClr val="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76" name="Line 177">
                <a:extLst>
                  <a:ext uri="{FF2B5EF4-FFF2-40B4-BE49-F238E27FC236}">
                    <a16:creationId xmlns:a16="http://schemas.microsoft.com/office/drawing/2014/main" id="{3DED4938-E79A-8B50-6430-9EF3846A0D9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744" y="2249"/>
                <a:ext cx="6" cy="42"/>
              </a:xfrm>
              <a:prstGeom prst="line">
                <a:avLst/>
              </a:prstGeom>
              <a:noFill/>
              <a:ln w="7938">
                <a:solidFill>
                  <a:schemeClr val="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77" name="Line 178">
                <a:extLst>
                  <a:ext uri="{FF2B5EF4-FFF2-40B4-BE49-F238E27FC236}">
                    <a16:creationId xmlns:a16="http://schemas.microsoft.com/office/drawing/2014/main" id="{F8BF0FA8-61A2-845A-0312-F4228414628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750" y="2177"/>
                <a:ext cx="10" cy="72"/>
              </a:xfrm>
              <a:prstGeom prst="line">
                <a:avLst/>
              </a:prstGeom>
              <a:noFill/>
              <a:ln w="7938">
                <a:solidFill>
                  <a:schemeClr val="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78" name="Line 179">
                <a:extLst>
                  <a:ext uri="{FF2B5EF4-FFF2-40B4-BE49-F238E27FC236}">
                    <a16:creationId xmlns:a16="http://schemas.microsoft.com/office/drawing/2014/main" id="{E36A5217-2DAE-EC92-B99F-336DE2E4872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760" y="2177"/>
                <a:ext cx="6" cy="9"/>
              </a:xfrm>
              <a:prstGeom prst="line">
                <a:avLst/>
              </a:prstGeom>
              <a:noFill/>
              <a:ln w="7938">
                <a:solidFill>
                  <a:schemeClr val="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79" name="Line 180">
                <a:extLst>
                  <a:ext uri="{FF2B5EF4-FFF2-40B4-BE49-F238E27FC236}">
                    <a16:creationId xmlns:a16="http://schemas.microsoft.com/office/drawing/2014/main" id="{A0EFFB04-2F77-9E08-A909-8ED70E602E6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766" y="2186"/>
                <a:ext cx="10" cy="169"/>
              </a:xfrm>
              <a:prstGeom prst="line">
                <a:avLst/>
              </a:prstGeom>
              <a:noFill/>
              <a:ln w="7938">
                <a:solidFill>
                  <a:schemeClr val="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80" name="Freeform 181">
                <a:extLst>
                  <a:ext uri="{FF2B5EF4-FFF2-40B4-BE49-F238E27FC236}">
                    <a16:creationId xmlns:a16="http://schemas.microsoft.com/office/drawing/2014/main" id="{4E3FFF9B-2007-8443-03E4-7A9BDBF5287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07" y="3677"/>
                <a:ext cx="32" cy="26"/>
              </a:xfrm>
              <a:custGeom>
                <a:avLst/>
                <a:gdLst>
                  <a:gd name="T0" fmla="*/ 16 w 32"/>
                  <a:gd name="T1" fmla="*/ 0 h 26"/>
                  <a:gd name="T2" fmla="*/ 32 w 32"/>
                  <a:gd name="T3" fmla="*/ 13 h 26"/>
                  <a:gd name="T4" fmla="*/ 16 w 32"/>
                  <a:gd name="T5" fmla="*/ 26 h 26"/>
                  <a:gd name="T6" fmla="*/ 0 w 32"/>
                  <a:gd name="T7" fmla="*/ 13 h 26"/>
                  <a:gd name="T8" fmla="*/ 16 w 32"/>
                  <a:gd name="T9" fmla="*/ 0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2" h="26">
                    <a:moveTo>
                      <a:pt x="16" y="0"/>
                    </a:moveTo>
                    <a:lnTo>
                      <a:pt x="32" y="13"/>
                    </a:lnTo>
                    <a:lnTo>
                      <a:pt x="16" y="26"/>
                    </a:lnTo>
                    <a:lnTo>
                      <a:pt x="0" y="13"/>
                    </a:lnTo>
                    <a:lnTo>
                      <a:pt x="16" y="0"/>
                    </a:lnTo>
                    <a:close/>
                  </a:path>
                </a:pathLst>
              </a:custGeom>
              <a:noFill/>
              <a:ln w="7938">
                <a:solidFill>
                  <a:schemeClr val="hlink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008000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81" name="Freeform 182">
                <a:extLst>
                  <a:ext uri="{FF2B5EF4-FFF2-40B4-BE49-F238E27FC236}">
                    <a16:creationId xmlns:a16="http://schemas.microsoft.com/office/drawing/2014/main" id="{661DCF5C-BEB3-E500-623C-C2B354A27EA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17" y="3411"/>
                <a:ext cx="32" cy="26"/>
              </a:xfrm>
              <a:custGeom>
                <a:avLst/>
                <a:gdLst>
                  <a:gd name="T0" fmla="*/ 16 w 32"/>
                  <a:gd name="T1" fmla="*/ 0 h 26"/>
                  <a:gd name="T2" fmla="*/ 32 w 32"/>
                  <a:gd name="T3" fmla="*/ 13 h 26"/>
                  <a:gd name="T4" fmla="*/ 16 w 32"/>
                  <a:gd name="T5" fmla="*/ 26 h 26"/>
                  <a:gd name="T6" fmla="*/ 0 w 32"/>
                  <a:gd name="T7" fmla="*/ 13 h 26"/>
                  <a:gd name="T8" fmla="*/ 16 w 32"/>
                  <a:gd name="T9" fmla="*/ 0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2" h="26">
                    <a:moveTo>
                      <a:pt x="16" y="0"/>
                    </a:moveTo>
                    <a:lnTo>
                      <a:pt x="32" y="13"/>
                    </a:lnTo>
                    <a:lnTo>
                      <a:pt x="16" y="26"/>
                    </a:lnTo>
                    <a:lnTo>
                      <a:pt x="0" y="13"/>
                    </a:lnTo>
                    <a:lnTo>
                      <a:pt x="16" y="0"/>
                    </a:lnTo>
                    <a:close/>
                  </a:path>
                </a:pathLst>
              </a:custGeom>
              <a:noFill/>
              <a:ln w="7938">
                <a:solidFill>
                  <a:schemeClr val="hlink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008000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82" name="Freeform 183">
                <a:extLst>
                  <a:ext uri="{FF2B5EF4-FFF2-40B4-BE49-F238E27FC236}">
                    <a16:creationId xmlns:a16="http://schemas.microsoft.com/office/drawing/2014/main" id="{2118552D-7FDE-2C6B-F7F3-219CA36FF9C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23" y="3352"/>
                <a:ext cx="31" cy="25"/>
              </a:xfrm>
              <a:custGeom>
                <a:avLst/>
                <a:gdLst>
                  <a:gd name="T0" fmla="*/ 16 w 31"/>
                  <a:gd name="T1" fmla="*/ 0 h 25"/>
                  <a:gd name="T2" fmla="*/ 31 w 31"/>
                  <a:gd name="T3" fmla="*/ 13 h 25"/>
                  <a:gd name="T4" fmla="*/ 16 w 31"/>
                  <a:gd name="T5" fmla="*/ 25 h 25"/>
                  <a:gd name="T6" fmla="*/ 0 w 31"/>
                  <a:gd name="T7" fmla="*/ 13 h 25"/>
                  <a:gd name="T8" fmla="*/ 16 w 31"/>
                  <a:gd name="T9" fmla="*/ 0 h 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1" h="25">
                    <a:moveTo>
                      <a:pt x="16" y="0"/>
                    </a:moveTo>
                    <a:lnTo>
                      <a:pt x="31" y="13"/>
                    </a:lnTo>
                    <a:lnTo>
                      <a:pt x="16" y="25"/>
                    </a:lnTo>
                    <a:lnTo>
                      <a:pt x="0" y="13"/>
                    </a:lnTo>
                    <a:lnTo>
                      <a:pt x="16" y="0"/>
                    </a:lnTo>
                    <a:close/>
                  </a:path>
                </a:pathLst>
              </a:custGeom>
              <a:noFill/>
              <a:ln w="7938">
                <a:solidFill>
                  <a:schemeClr val="hlink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008000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83" name="Freeform 184">
                <a:extLst>
                  <a:ext uri="{FF2B5EF4-FFF2-40B4-BE49-F238E27FC236}">
                    <a16:creationId xmlns:a16="http://schemas.microsoft.com/office/drawing/2014/main" id="{5EBC20A9-7C5B-3E20-69AE-DE063630200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33" y="3331"/>
                <a:ext cx="32" cy="25"/>
              </a:xfrm>
              <a:custGeom>
                <a:avLst/>
                <a:gdLst>
                  <a:gd name="T0" fmla="*/ 16 w 32"/>
                  <a:gd name="T1" fmla="*/ 0 h 25"/>
                  <a:gd name="T2" fmla="*/ 32 w 32"/>
                  <a:gd name="T3" fmla="*/ 13 h 25"/>
                  <a:gd name="T4" fmla="*/ 16 w 32"/>
                  <a:gd name="T5" fmla="*/ 25 h 25"/>
                  <a:gd name="T6" fmla="*/ 0 w 32"/>
                  <a:gd name="T7" fmla="*/ 13 h 25"/>
                  <a:gd name="T8" fmla="*/ 16 w 32"/>
                  <a:gd name="T9" fmla="*/ 0 h 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2" h="25">
                    <a:moveTo>
                      <a:pt x="16" y="0"/>
                    </a:moveTo>
                    <a:lnTo>
                      <a:pt x="32" y="13"/>
                    </a:lnTo>
                    <a:lnTo>
                      <a:pt x="16" y="25"/>
                    </a:lnTo>
                    <a:lnTo>
                      <a:pt x="0" y="13"/>
                    </a:lnTo>
                    <a:lnTo>
                      <a:pt x="16" y="0"/>
                    </a:lnTo>
                    <a:close/>
                  </a:path>
                </a:pathLst>
              </a:custGeom>
              <a:noFill/>
              <a:ln w="7938">
                <a:solidFill>
                  <a:schemeClr val="hlink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008000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84" name="Freeform 185">
                <a:extLst>
                  <a:ext uri="{FF2B5EF4-FFF2-40B4-BE49-F238E27FC236}">
                    <a16:creationId xmlns:a16="http://schemas.microsoft.com/office/drawing/2014/main" id="{52D3593A-1636-12C5-BBF9-DFE27AD0297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39" y="3373"/>
                <a:ext cx="31" cy="25"/>
              </a:xfrm>
              <a:custGeom>
                <a:avLst/>
                <a:gdLst>
                  <a:gd name="T0" fmla="*/ 15 w 31"/>
                  <a:gd name="T1" fmla="*/ 0 h 25"/>
                  <a:gd name="T2" fmla="*/ 31 w 31"/>
                  <a:gd name="T3" fmla="*/ 13 h 25"/>
                  <a:gd name="T4" fmla="*/ 15 w 31"/>
                  <a:gd name="T5" fmla="*/ 25 h 25"/>
                  <a:gd name="T6" fmla="*/ 0 w 31"/>
                  <a:gd name="T7" fmla="*/ 13 h 25"/>
                  <a:gd name="T8" fmla="*/ 15 w 31"/>
                  <a:gd name="T9" fmla="*/ 0 h 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1" h="25">
                    <a:moveTo>
                      <a:pt x="15" y="0"/>
                    </a:moveTo>
                    <a:lnTo>
                      <a:pt x="31" y="13"/>
                    </a:lnTo>
                    <a:lnTo>
                      <a:pt x="15" y="25"/>
                    </a:lnTo>
                    <a:lnTo>
                      <a:pt x="0" y="13"/>
                    </a:lnTo>
                    <a:lnTo>
                      <a:pt x="15" y="0"/>
                    </a:lnTo>
                    <a:close/>
                  </a:path>
                </a:pathLst>
              </a:custGeom>
              <a:noFill/>
              <a:ln w="7938">
                <a:solidFill>
                  <a:schemeClr val="hlink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008000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85" name="Freeform 186">
                <a:extLst>
                  <a:ext uri="{FF2B5EF4-FFF2-40B4-BE49-F238E27FC236}">
                    <a16:creationId xmlns:a16="http://schemas.microsoft.com/office/drawing/2014/main" id="{5D8F0771-57EF-70D1-4376-C7DB1392352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49" y="3289"/>
                <a:ext cx="32" cy="25"/>
              </a:xfrm>
              <a:custGeom>
                <a:avLst/>
                <a:gdLst>
                  <a:gd name="T0" fmla="*/ 16 w 32"/>
                  <a:gd name="T1" fmla="*/ 0 h 25"/>
                  <a:gd name="T2" fmla="*/ 32 w 32"/>
                  <a:gd name="T3" fmla="*/ 12 h 25"/>
                  <a:gd name="T4" fmla="*/ 16 w 32"/>
                  <a:gd name="T5" fmla="*/ 25 h 25"/>
                  <a:gd name="T6" fmla="*/ 0 w 32"/>
                  <a:gd name="T7" fmla="*/ 12 h 25"/>
                  <a:gd name="T8" fmla="*/ 16 w 32"/>
                  <a:gd name="T9" fmla="*/ 0 h 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2" h="25">
                    <a:moveTo>
                      <a:pt x="16" y="0"/>
                    </a:moveTo>
                    <a:lnTo>
                      <a:pt x="32" y="12"/>
                    </a:lnTo>
                    <a:lnTo>
                      <a:pt x="16" y="25"/>
                    </a:lnTo>
                    <a:lnTo>
                      <a:pt x="0" y="12"/>
                    </a:lnTo>
                    <a:lnTo>
                      <a:pt x="16" y="0"/>
                    </a:lnTo>
                    <a:close/>
                  </a:path>
                </a:pathLst>
              </a:custGeom>
              <a:noFill/>
              <a:ln w="7938">
                <a:solidFill>
                  <a:schemeClr val="hlink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008000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86" name="Freeform 187">
                <a:extLst>
                  <a:ext uri="{FF2B5EF4-FFF2-40B4-BE49-F238E27FC236}">
                    <a16:creationId xmlns:a16="http://schemas.microsoft.com/office/drawing/2014/main" id="{2FBA8995-A1FB-44CC-C0F9-170E682714C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54" y="3183"/>
                <a:ext cx="32" cy="25"/>
              </a:xfrm>
              <a:custGeom>
                <a:avLst/>
                <a:gdLst>
                  <a:gd name="T0" fmla="*/ 16 w 32"/>
                  <a:gd name="T1" fmla="*/ 0 h 25"/>
                  <a:gd name="T2" fmla="*/ 32 w 32"/>
                  <a:gd name="T3" fmla="*/ 13 h 25"/>
                  <a:gd name="T4" fmla="*/ 16 w 32"/>
                  <a:gd name="T5" fmla="*/ 25 h 25"/>
                  <a:gd name="T6" fmla="*/ 0 w 32"/>
                  <a:gd name="T7" fmla="*/ 13 h 25"/>
                  <a:gd name="T8" fmla="*/ 16 w 32"/>
                  <a:gd name="T9" fmla="*/ 0 h 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2" h="25">
                    <a:moveTo>
                      <a:pt x="16" y="0"/>
                    </a:moveTo>
                    <a:lnTo>
                      <a:pt x="32" y="13"/>
                    </a:lnTo>
                    <a:lnTo>
                      <a:pt x="16" y="25"/>
                    </a:lnTo>
                    <a:lnTo>
                      <a:pt x="0" y="13"/>
                    </a:lnTo>
                    <a:lnTo>
                      <a:pt x="16" y="0"/>
                    </a:lnTo>
                    <a:close/>
                  </a:path>
                </a:pathLst>
              </a:custGeom>
              <a:noFill/>
              <a:ln w="7938">
                <a:solidFill>
                  <a:schemeClr val="hlink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008000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87" name="Freeform 188">
                <a:extLst>
                  <a:ext uri="{FF2B5EF4-FFF2-40B4-BE49-F238E27FC236}">
                    <a16:creationId xmlns:a16="http://schemas.microsoft.com/office/drawing/2014/main" id="{B24498E8-221D-BF49-2290-808CA355C13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65" y="3111"/>
                <a:ext cx="32" cy="25"/>
              </a:xfrm>
              <a:custGeom>
                <a:avLst/>
                <a:gdLst>
                  <a:gd name="T0" fmla="*/ 16 w 32"/>
                  <a:gd name="T1" fmla="*/ 0 h 25"/>
                  <a:gd name="T2" fmla="*/ 32 w 32"/>
                  <a:gd name="T3" fmla="*/ 13 h 25"/>
                  <a:gd name="T4" fmla="*/ 16 w 32"/>
                  <a:gd name="T5" fmla="*/ 25 h 25"/>
                  <a:gd name="T6" fmla="*/ 0 w 32"/>
                  <a:gd name="T7" fmla="*/ 13 h 25"/>
                  <a:gd name="T8" fmla="*/ 16 w 32"/>
                  <a:gd name="T9" fmla="*/ 0 h 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2" h="25">
                    <a:moveTo>
                      <a:pt x="16" y="0"/>
                    </a:moveTo>
                    <a:lnTo>
                      <a:pt x="32" y="13"/>
                    </a:lnTo>
                    <a:lnTo>
                      <a:pt x="16" y="25"/>
                    </a:lnTo>
                    <a:lnTo>
                      <a:pt x="0" y="13"/>
                    </a:lnTo>
                    <a:lnTo>
                      <a:pt x="16" y="0"/>
                    </a:lnTo>
                    <a:close/>
                  </a:path>
                </a:pathLst>
              </a:custGeom>
              <a:noFill/>
              <a:ln w="7938">
                <a:solidFill>
                  <a:schemeClr val="hlink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008000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88" name="Freeform 189">
                <a:extLst>
                  <a:ext uri="{FF2B5EF4-FFF2-40B4-BE49-F238E27FC236}">
                    <a16:creationId xmlns:a16="http://schemas.microsoft.com/office/drawing/2014/main" id="{92118541-AB89-0E53-5C55-1825EC222E6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70" y="2997"/>
                <a:ext cx="32" cy="25"/>
              </a:xfrm>
              <a:custGeom>
                <a:avLst/>
                <a:gdLst>
                  <a:gd name="T0" fmla="*/ 16 w 32"/>
                  <a:gd name="T1" fmla="*/ 0 h 25"/>
                  <a:gd name="T2" fmla="*/ 32 w 32"/>
                  <a:gd name="T3" fmla="*/ 13 h 25"/>
                  <a:gd name="T4" fmla="*/ 16 w 32"/>
                  <a:gd name="T5" fmla="*/ 25 h 25"/>
                  <a:gd name="T6" fmla="*/ 0 w 32"/>
                  <a:gd name="T7" fmla="*/ 13 h 25"/>
                  <a:gd name="T8" fmla="*/ 16 w 32"/>
                  <a:gd name="T9" fmla="*/ 0 h 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2" h="25">
                    <a:moveTo>
                      <a:pt x="16" y="0"/>
                    </a:moveTo>
                    <a:lnTo>
                      <a:pt x="32" y="13"/>
                    </a:lnTo>
                    <a:lnTo>
                      <a:pt x="16" y="25"/>
                    </a:lnTo>
                    <a:lnTo>
                      <a:pt x="0" y="13"/>
                    </a:lnTo>
                    <a:lnTo>
                      <a:pt x="16" y="0"/>
                    </a:lnTo>
                    <a:close/>
                  </a:path>
                </a:pathLst>
              </a:custGeom>
              <a:noFill/>
              <a:ln w="7938">
                <a:solidFill>
                  <a:schemeClr val="hlink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008000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89" name="Freeform 190">
                <a:extLst>
                  <a:ext uri="{FF2B5EF4-FFF2-40B4-BE49-F238E27FC236}">
                    <a16:creationId xmlns:a16="http://schemas.microsoft.com/office/drawing/2014/main" id="{10168566-5C67-CBC5-4715-3DF1B533F71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81" y="2980"/>
                <a:ext cx="32" cy="25"/>
              </a:xfrm>
              <a:custGeom>
                <a:avLst/>
                <a:gdLst>
                  <a:gd name="T0" fmla="*/ 16 w 32"/>
                  <a:gd name="T1" fmla="*/ 0 h 25"/>
                  <a:gd name="T2" fmla="*/ 32 w 32"/>
                  <a:gd name="T3" fmla="*/ 13 h 25"/>
                  <a:gd name="T4" fmla="*/ 16 w 32"/>
                  <a:gd name="T5" fmla="*/ 25 h 25"/>
                  <a:gd name="T6" fmla="*/ 0 w 32"/>
                  <a:gd name="T7" fmla="*/ 13 h 25"/>
                  <a:gd name="T8" fmla="*/ 16 w 32"/>
                  <a:gd name="T9" fmla="*/ 0 h 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2" h="25">
                    <a:moveTo>
                      <a:pt x="16" y="0"/>
                    </a:moveTo>
                    <a:lnTo>
                      <a:pt x="32" y="13"/>
                    </a:lnTo>
                    <a:lnTo>
                      <a:pt x="16" y="25"/>
                    </a:lnTo>
                    <a:lnTo>
                      <a:pt x="0" y="13"/>
                    </a:lnTo>
                    <a:lnTo>
                      <a:pt x="16" y="0"/>
                    </a:lnTo>
                    <a:close/>
                  </a:path>
                </a:pathLst>
              </a:custGeom>
              <a:noFill/>
              <a:ln w="7938">
                <a:solidFill>
                  <a:schemeClr val="hlink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008000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90" name="Freeform 191">
                <a:extLst>
                  <a:ext uri="{FF2B5EF4-FFF2-40B4-BE49-F238E27FC236}">
                    <a16:creationId xmlns:a16="http://schemas.microsoft.com/office/drawing/2014/main" id="{3BA3A590-4D0B-84A0-DCB2-9DC5DBC8E05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92" y="2883"/>
                <a:ext cx="32" cy="25"/>
              </a:xfrm>
              <a:custGeom>
                <a:avLst/>
                <a:gdLst>
                  <a:gd name="T0" fmla="*/ 16 w 32"/>
                  <a:gd name="T1" fmla="*/ 0 h 25"/>
                  <a:gd name="T2" fmla="*/ 32 w 32"/>
                  <a:gd name="T3" fmla="*/ 13 h 25"/>
                  <a:gd name="T4" fmla="*/ 16 w 32"/>
                  <a:gd name="T5" fmla="*/ 25 h 25"/>
                  <a:gd name="T6" fmla="*/ 0 w 32"/>
                  <a:gd name="T7" fmla="*/ 13 h 25"/>
                  <a:gd name="T8" fmla="*/ 16 w 32"/>
                  <a:gd name="T9" fmla="*/ 0 h 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2" h="25">
                    <a:moveTo>
                      <a:pt x="16" y="0"/>
                    </a:moveTo>
                    <a:lnTo>
                      <a:pt x="32" y="13"/>
                    </a:lnTo>
                    <a:lnTo>
                      <a:pt x="16" y="25"/>
                    </a:lnTo>
                    <a:lnTo>
                      <a:pt x="0" y="13"/>
                    </a:lnTo>
                    <a:lnTo>
                      <a:pt x="16" y="0"/>
                    </a:lnTo>
                    <a:close/>
                  </a:path>
                </a:pathLst>
              </a:custGeom>
              <a:noFill/>
              <a:ln w="7938">
                <a:solidFill>
                  <a:schemeClr val="hlink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008000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91" name="Freeform 192">
                <a:extLst>
                  <a:ext uri="{FF2B5EF4-FFF2-40B4-BE49-F238E27FC236}">
                    <a16:creationId xmlns:a16="http://schemas.microsoft.com/office/drawing/2014/main" id="{B67BB75F-A0B1-94EF-C04A-AAEE684F910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97" y="2769"/>
                <a:ext cx="32" cy="25"/>
              </a:xfrm>
              <a:custGeom>
                <a:avLst/>
                <a:gdLst>
                  <a:gd name="T0" fmla="*/ 16 w 32"/>
                  <a:gd name="T1" fmla="*/ 0 h 25"/>
                  <a:gd name="T2" fmla="*/ 32 w 32"/>
                  <a:gd name="T3" fmla="*/ 13 h 25"/>
                  <a:gd name="T4" fmla="*/ 16 w 32"/>
                  <a:gd name="T5" fmla="*/ 25 h 25"/>
                  <a:gd name="T6" fmla="*/ 0 w 32"/>
                  <a:gd name="T7" fmla="*/ 13 h 25"/>
                  <a:gd name="T8" fmla="*/ 16 w 32"/>
                  <a:gd name="T9" fmla="*/ 0 h 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2" h="25">
                    <a:moveTo>
                      <a:pt x="16" y="0"/>
                    </a:moveTo>
                    <a:lnTo>
                      <a:pt x="32" y="13"/>
                    </a:lnTo>
                    <a:lnTo>
                      <a:pt x="16" y="25"/>
                    </a:lnTo>
                    <a:lnTo>
                      <a:pt x="0" y="13"/>
                    </a:lnTo>
                    <a:lnTo>
                      <a:pt x="16" y="0"/>
                    </a:lnTo>
                    <a:close/>
                  </a:path>
                </a:pathLst>
              </a:custGeom>
              <a:noFill/>
              <a:ln w="7938">
                <a:solidFill>
                  <a:schemeClr val="hlink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008000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92" name="Freeform 193">
                <a:extLst>
                  <a:ext uri="{FF2B5EF4-FFF2-40B4-BE49-F238E27FC236}">
                    <a16:creationId xmlns:a16="http://schemas.microsoft.com/office/drawing/2014/main" id="{6886E6C8-D5BE-F151-0B80-35B87B98B1C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08" y="2701"/>
                <a:ext cx="32" cy="26"/>
              </a:xfrm>
              <a:custGeom>
                <a:avLst/>
                <a:gdLst>
                  <a:gd name="T0" fmla="*/ 16 w 32"/>
                  <a:gd name="T1" fmla="*/ 0 h 26"/>
                  <a:gd name="T2" fmla="*/ 32 w 32"/>
                  <a:gd name="T3" fmla="*/ 13 h 26"/>
                  <a:gd name="T4" fmla="*/ 16 w 32"/>
                  <a:gd name="T5" fmla="*/ 26 h 26"/>
                  <a:gd name="T6" fmla="*/ 0 w 32"/>
                  <a:gd name="T7" fmla="*/ 13 h 26"/>
                  <a:gd name="T8" fmla="*/ 16 w 32"/>
                  <a:gd name="T9" fmla="*/ 0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2" h="26">
                    <a:moveTo>
                      <a:pt x="16" y="0"/>
                    </a:moveTo>
                    <a:lnTo>
                      <a:pt x="32" y="13"/>
                    </a:lnTo>
                    <a:lnTo>
                      <a:pt x="16" y="26"/>
                    </a:lnTo>
                    <a:lnTo>
                      <a:pt x="0" y="13"/>
                    </a:lnTo>
                    <a:lnTo>
                      <a:pt x="16" y="0"/>
                    </a:lnTo>
                    <a:close/>
                  </a:path>
                </a:pathLst>
              </a:custGeom>
              <a:noFill/>
              <a:ln w="7938">
                <a:solidFill>
                  <a:schemeClr val="hlink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008000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93" name="Freeform 194">
                <a:extLst>
                  <a:ext uri="{FF2B5EF4-FFF2-40B4-BE49-F238E27FC236}">
                    <a16:creationId xmlns:a16="http://schemas.microsoft.com/office/drawing/2014/main" id="{151551F7-FDA6-573C-CB8C-B732799B5B4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13" y="2701"/>
                <a:ext cx="32" cy="26"/>
              </a:xfrm>
              <a:custGeom>
                <a:avLst/>
                <a:gdLst>
                  <a:gd name="T0" fmla="*/ 16 w 32"/>
                  <a:gd name="T1" fmla="*/ 0 h 26"/>
                  <a:gd name="T2" fmla="*/ 32 w 32"/>
                  <a:gd name="T3" fmla="*/ 13 h 26"/>
                  <a:gd name="T4" fmla="*/ 16 w 32"/>
                  <a:gd name="T5" fmla="*/ 26 h 26"/>
                  <a:gd name="T6" fmla="*/ 0 w 32"/>
                  <a:gd name="T7" fmla="*/ 13 h 26"/>
                  <a:gd name="T8" fmla="*/ 16 w 32"/>
                  <a:gd name="T9" fmla="*/ 0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2" h="26">
                    <a:moveTo>
                      <a:pt x="16" y="0"/>
                    </a:moveTo>
                    <a:lnTo>
                      <a:pt x="32" y="13"/>
                    </a:lnTo>
                    <a:lnTo>
                      <a:pt x="16" y="26"/>
                    </a:lnTo>
                    <a:lnTo>
                      <a:pt x="0" y="13"/>
                    </a:lnTo>
                    <a:lnTo>
                      <a:pt x="16" y="0"/>
                    </a:lnTo>
                    <a:close/>
                  </a:path>
                </a:pathLst>
              </a:custGeom>
              <a:noFill/>
              <a:ln w="7938">
                <a:solidFill>
                  <a:schemeClr val="hlink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008000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94" name="Freeform 195">
                <a:extLst>
                  <a:ext uri="{FF2B5EF4-FFF2-40B4-BE49-F238E27FC236}">
                    <a16:creationId xmlns:a16="http://schemas.microsoft.com/office/drawing/2014/main" id="{C01C0369-E986-7D38-B8F1-C3146C473C9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24" y="2579"/>
                <a:ext cx="32" cy="25"/>
              </a:xfrm>
              <a:custGeom>
                <a:avLst/>
                <a:gdLst>
                  <a:gd name="T0" fmla="*/ 16 w 32"/>
                  <a:gd name="T1" fmla="*/ 0 h 25"/>
                  <a:gd name="T2" fmla="*/ 32 w 32"/>
                  <a:gd name="T3" fmla="*/ 12 h 25"/>
                  <a:gd name="T4" fmla="*/ 16 w 32"/>
                  <a:gd name="T5" fmla="*/ 25 h 25"/>
                  <a:gd name="T6" fmla="*/ 0 w 32"/>
                  <a:gd name="T7" fmla="*/ 12 h 25"/>
                  <a:gd name="T8" fmla="*/ 16 w 32"/>
                  <a:gd name="T9" fmla="*/ 0 h 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2" h="25">
                    <a:moveTo>
                      <a:pt x="16" y="0"/>
                    </a:moveTo>
                    <a:lnTo>
                      <a:pt x="32" y="12"/>
                    </a:lnTo>
                    <a:lnTo>
                      <a:pt x="16" y="25"/>
                    </a:lnTo>
                    <a:lnTo>
                      <a:pt x="0" y="12"/>
                    </a:lnTo>
                    <a:lnTo>
                      <a:pt x="16" y="0"/>
                    </a:lnTo>
                    <a:close/>
                  </a:path>
                </a:pathLst>
              </a:custGeom>
              <a:noFill/>
              <a:ln w="7938">
                <a:solidFill>
                  <a:schemeClr val="hlink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008000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95" name="Freeform 196">
                <a:extLst>
                  <a:ext uri="{FF2B5EF4-FFF2-40B4-BE49-F238E27FC236}">
                    <a16:creationId xmlns:a16="http://schemas.microsoft.com/office/drawing/2014/main" id="{0380CDFA-C2D6-F12D-847F-A21E35E815B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29" y="2646"/>
                <a:ext cx="32" cy="26"/>
              </a:xfrm>
              <a:custGeom>
                <a:avLst/>
                <a:gdLst>
                  <a:gd name="T0" fmla="*/ 16 w 32"/>
                  <a:gd name="T1" fmla="*/ 0 h 26"/>
                  <a:gd name="T2" fmla="*/ 32 w 32"/>
                  <a:gd name="T3" fmla="*/ 13 h 26"/>
                  <a:gd name="T4" fmla="*/ 16 w 32"/>
                  <a:gd name="T5" fmla="*/ 26 h 26"/>
                  <a:gd name="T6" fmla="*/ 0 w 32"/>
                  <a:gd name="T7" fmla="*/ 13 h 26"/>
                  <a:gd name="T8" fmla="*/ 16 w 32"/>
                  <a:gd name="T9" fmla="*/ 0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2" h="26">
                    <a:moveTo>
                      <a:pt x="16" y="0"/>
                    </a:moveTo>
                    <a:lnTo>
                      <a:pt x="32" y="13"/>
                    </a:lnTo>
                    <a:lnTo>
                      <a:pt x="16" y="26"/>
                    </a:lnTo>
                    <a:lnTo>
                      <a:pt x="0" y="13"/>
                    </a:lnTo>
                    <a:lnTo>
                      <a:pt x="16" y="0"/>
                    </a:lnTo>
                    <a:close/>
                  </a:path>
                </a:pathLst>
              </a:custGeom>
              <a:noFill/>
              <a:ln w="7938">
                <a:solidFill>
                  <a:schemeClr val="hlink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008000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96" name="Freeform 197">
                <a:extLst>
                  <a:ext uri="{FF2B5EF4-FFF2-40B4-BE49-F238E27FC236}">
                    <a16:creationId xmlns:a16="http://schemas.microsoft.com/office/drawing/2014/main" id="{5BDA32CD-AAC7-B12B-30C0-724AACCE001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40" y="2705"/>
                <a:ext cx="31" cy="26"/>
              </a:xfrm>
              <a:custGeom>
                <a:avLst/>
                <a:gdLst>
                  <a:gd name="T0" fmla="*/ 16 w 31"/>
                  <a:gd name="T1" fmla="*/ 0 h 26"/>
                  <a:gd name="T2" fmla="*/ 31 w 31"/>
                  <a:gd name="T3" fmla="*/ 13 h 26"/>
                  <a:gd name="T4" fmla="*/ 16 w 31"/>
                  <a:gd name="T5" fmla="*/ 26 h 26"/>
                  <a:gd name="T6" fmla="*/ 0 w 31"/>
                  <a:gd name="T7" fmla="*/ 13 h 26"/>
                  <a:gd name="T8" fmla="*/ 16 w 31"/>
                  <a:gd name="T9" fmla="*/ 0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1" h="26">
                    <a:moveTo>
                      <a:pt x="16" y="0"/>
                    </a:moveTo>
                    <a:lnTo>
                      <a:pt x="31" y="13"/>
                    </a:lnTo>
                    <a:lnTo>
                      <a:pt x="16" y="26"/>
                    </a:lnTo>
                    <a:lnTo>
                      <a:pt x="0" y="13"/>
                    </a:lnTo>
                    <a:lnTo>
                      <a:pt x="16" y="0"/>
                    </a:lnTo>
                    <a:close/>
                  </a:path>
                </a:pathLst>
              </a:custGeom>
              <a:noFill/>
              <a:ln w="7938">
                <a:solidFill>
                  <a:schemeClr val="hlink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008000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97" name="Freeform 198">
                <a:extLst>
                  <a:ext uri="{FF2B5EF4-FFF2-40B4-BE49-F238E27FC236}">
                    <a16:creationId xmlns:a16="http://schemas.microsoft.com/office/drawing/2014/main" id="{04249AE8-9574-976C-7692-5079C405143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45" y="2710"/>
                <a:ext cx="32" cy="25"/>
              </a:xfrm>
              <a:custGeom>
                <a:avLst/>
                <a:gdLst>
                  <a:gd name="T0" fmla="*/ 16 w 32"/>
                  <a:gd name="T1" fmla="*/ 0 h 25"/>
                  <a:gd name="T2" fmla="*/ 32 w 32"/>
                  <a:gd name="T3" fmla="*/ 12 h 25"/>
                  <a:gd name="T4" fmla="*/ 16 w 32"/>
                  <a:gd name="T5" fmla="*/ 25 h 25"/>
                  <a:gd name="T6" fmla="*/ 0 w 32"/>
                  <a:gd name="T7" fmla="*/ 12 h 25"/>
                  <a:gd name="T8" fmla="*/ 16 w 32"/>
                  <a:gd name="T9" fmla="*/ 0 h 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2" h="25">
                    <a:moveTo>
                      <a:pt x="16" y="0"/>
                    </a:moveTo>
                    <a:lnTo>
                      <a:pt x="32" y="12"/>
                    </a:lnTo>
                    <a:lnTo>
                      <a:pt x="16" y="25"/>
                    </a:lnTo>
                    <a:lnTo>
                      <a:pt x="0" y="12"/>
                    </a:lnTo>
                    <a:lnTo>
                      <a:pt x="16" y="0"/>
                    </a:lnTo>
                    <a:close/>
                  </a:path>
                </a:pathLst>
              </a:custGeom>
              <a:noFill/>
              <a:ln w="7938">
                <a:solidFill>
                  <a:schemeClr val="hlink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008000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98" name="Freeform 199">
                <a:extLst>
                  <a:ext uri="{FF2B5EF4-FFF2-40B4-BE49-F238E27FC236}">
                    <a16:creationId xmlns:a16="http://schemas.microsoft.com/office/drawing/2014/main" id="{8D094D60-E3AD-E691-8933-DFC1906A80A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56" y="2752"/>
                <a:ext cx="31" cy="25"/>
              </a:xfrm>
              <a:custGeom>
                <a:avLst/>
                <a:gdLst>
                  <a:gd name="T0" fmla="*/ 15 w 31"/>
                  <a:gd name="T1" fmla="*/ 0 h 25"/>
                  <a:gd name="T2" fmla="*/ 31 w 31"/>
                  <a:gd name="T3" fmla="*/ 13 h 25"/>
                  <a:gd name="T4" fmla="*/ 15 w 31"/>
                  <a:gd name="T5" fmla="*/ 25 h 25"/>
                  <a:gd name="T6" fmla="*/ 0 w 31"/>
                  <a:gd name="T7" fmla="*/ 13 h 25"/>
                  <a:gd name="T8" fmla="*/ 15 w 31"/>
                  <a:gd name="T9" fmla="*/ 0 h 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1" h="25">
                    <a:moveTo>
                      <a:pt x="15" y="0"/>
                    </a:moveTo>
                    <a:lnTo>
                      <a:pt x="31" y="13"/>
                    </a:lnTo>
                    <a:lnTo>
                      <a:pt x="15" y="25"/>
                    </a:lnTo>
                    <a:lnTo>
                      <a:pt x="0" y="13"/>
                    </a:lnTo>
                    <a:lnTo>
                      <a:pt x="15" y="0"/>
                    </a:lnTo>
                    <a:close/>
                  </a:path>
                </a:pathLst>
              </a:custGeom>
              <a:noFill/>
              <a:ln w="7938">
                <a:solidFill>
                  <a:schemeClr val="hlink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008000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99" name="Freeform 200">
                <a:extLst>
                  <a:ext uri="{FF2B5EF4-FFF2-40B4-BE49-F238E27FC236}">
                    <a16:creationId xmlns:a16="http://schemas.microsoft.com/office/drawing/2014/main" id="{6C4D0813-2958-F224-295D-619A869C446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66" y="2617"/>
                <a:ext cx="32" cy="25"/>
              </a:xfrm>
              <a:custGeom>
                <a:avLst/>
                <a:gdLst>
                  <a:gd name="T0" fmla="*/ 16 w 32"/>
                  <a:gd name="T1" fmla="*/ 0 h 25"/>
                  <a:gd name="T2" fmla="*/ 32 w 32"/>
                  <a:gd name="T3" fmla="*/ 12 h 25"/>
                  <a:gd name="T4" fmla="*/ 16 w 32"/>
                  <a:gd name="T5" fmla="*/ 25 h 25"/>
                  <a:gd name="T6" fmla="*/ 0 w 32"/>
                  <a:gd name="T7" fmla="*/ 12 h 25"/>
                  <a:gd name="T8" fmla="*/ 16 w 32"/>
                  <a:gd name="T9" fmla="*/ 0 h 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2" h="25">
                    <a:moveTo>
                      <a:pt x="16" y="0"/>
                    </a:moveTo>
                    <a:lnTo>
                      <a:pt x="32" y="12"/>
                    </a:lnTo>
                    <a:lnTo>
                      <a:pt x="16" y="25"/>
                    </a:lnTo>
                    <a:lnTo>
                      <a:pt x="0" y="12"/>
                    </a:lnTo>
                    <a:lnTo>
                      <a:pt x="16" y="0"/>
                    </a:lnTo>
                    <a:close/>
                  </a:path>
                </a:pathLst>
              </a:custGeom>
              <a:noFill/>
              <a:ln w="7938">
                <a:solidFill>
                  <a:schemeClr val="hlink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008000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00" name="Freeform 201">
                <a:extLst>
                  <a:ext uri="{FF2B5EF4-FFF2-40B4-BE49-F238E27FC236}">
                    <a16:creationId xmlns:a16="http://schemas.microsoft.com/office/drawing/2014/main" id="{E2074147-494F-5929-43EE-73E6CB3C1FB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71" y="2414"/>
                <a:ext cx="32" cy="25"/>
              </a:xfrm>
              <a:custGeom>
                <a:avLst/>
                <a:gdLst>
                  <a:gd name="T0" fmla="*/ 16 w 32"/>
                  <a:gd name="T1" fmla="*/ 0 h 25"/>
                  <a:gd name="T2" fmla="*/ 32 w 32"/>
                  <a:gd name="T3" fmla="*/ 13 h 25"/>
                  <a:gd name="T4" fmla="*/ 16 w 32"/>
                  <a:gd name="T5" fmla="*/ 25 h 25"/>
                  <a:gd name="T6" fmla="*/ 0 w 32"/>
                  <a:gd name="T7" fmla="*/ 13 h 25"/>
                  <a:gd name="T8" fmla="*/ 16 w 32"/>
                  <a:gd name="T9" fmla="*/ 0 h 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2" h="25">
                    <a:moveTo>
                      <a:pt x="16" y="0"/>
                    </a:moveTo>
                    <a:lnTo>
                      <a:pt x="32" y="13"/>
                    </a:lnTo>
                    <a:lnTo>
                      <a:pt x="16" y="25"/>
                    </a:lnTo>
                    <a:lnTo>
                      <a:pt x="0" y="13"/>
                    </a:lnTo>
                    <a:lnTo>
                      <a:pt x="16" y="0"/>
                    </a:lnTo>
                    <a:close/>
                  </a:path>
                </a:pathLst>
              </a:custGeom>
              <a:noFill/>
              <a:ln w="7938">
                <a:solidFill>
                  <a:schemeClr val="hlink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008000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01" name="Freeform 202">
                <a:extLst>
                  <a:ext uri="{FF2B5EF4-FFF2-40B4-BE49-F238E27FC236}">
                    <a16:creationId xmlns:a16="http://schemas.microsoft.com/office/drawing/2014/main" id="{A14F8C33-5C57-CD4D-1A59-9C9D3E41BA7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82" y="2410"/>
                <a:ext cx="32" cy="25"/>
              </a:xfrm>
              <a:custGeom>
                <a:avLst/>
                <a:gdLst>
                  <a:gd name="T0" fmla="*/ 16 w 32"/>
                  <a:gd name="T1" fmla="*/ 0 h 25"/>
                  <a:gd name="T2" fmla="*/ 32 w 32"/>
                  <a:gd name="T3" fmla="*/ 12 h 25"/>
                  <a:gd name="T4" fmla="*/ 16 w 32"/>
                  <a:gd name="T5" fmla="*/ 25 h 25"/>
                  <a:gd name="T6" fmla="*/ 0 w 32"/>
                  <a:gd name="T7" fmla="*/ 12 h 25"/>
                  <a:gd name="T8" fmla="*/ 16 w 32"/>
                  <a:gd name="T9" fmla="*/ 0 h 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2" h="25">
                    <a:moveTo>
                      <a:pt x="16" y="0"/>
                    </a:moveTo>
                    <a:lnTo>
                      <a:pt x="32" y="12"/>
                    </a:lnTo>
                    <a:lnTo>
                      <a:pt x="16" y="25"/>
                    </a:lnTo>
                    <a:lnTo>
                      <a:pt x="0" y="12"/>
                    </a:lnTo>
                    <a:lnTo>
                      <a:pt x="16" y="0"/>
                    </a:lnTo>
                    <a:close/>
                  </a:path>
                </a:pathLst>
              </a:custGeom>
              <a:noFill/>
              <a:ln w="7938">
                <a:solidFill>
                  <a:schemeClr val="hlink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008000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02" name="Freeform 203">
                <a:extLst>
                  <a:ext uri="{FF2B5EF4-FFF2-40B4-BE49-F238E27FC236}">
                    <a16:creationId xmlns:a16="http://schemas.microsoft.com/office/drawing/2014/main" id="{080184D4-EFAD-124B-5577-5DA3DE29409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87" y="2384"/>
                <a:ext cx="32" cy="26"/>
              </a:xfrm>
              <a:custGeom>
                <a:avLst/>
                <a:gdLst>
                  <a:gd name="T0" fmla="*/ 16 w 32"/>
                  <a:gd name="T1" fmla="*/ 0 h 26"/>
                  <a:gd name="T2" fmla="*/ 32 w 32"/>
                  <a:gd name="T3" fmla="*/ 13 h 26"/>
                  <a:gd name="T4" fmla="*/ 16 w 32"/>
                  <a:gd name="T5" fmla="*/ 26 h 26"/>
                  <a:gd name="T6" fmla="*/ 0 w 32"/>
                  <a:gd name="T7" fmla="*/ 13 h 26"/>
                  <a:gd name="T8" fmla="*/ 16 w 32"/>
                  <a:gd name="T9" fmla="*/ 0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2" h="26">
                    <a:moveTo>
                      <a:pt x="16" y="0"/>
                    </a:moveTo>
                    <a:lnTo>
                      <a:pt x="32" y="13"/>
                    </a:lnTo>
                    <a:lnTo>
                      <a:pt x="16" y="26"/>
                    </a:lnTo>
                    <a:lnTo>
                      <a:pt x="0" y="13"/>
                    </a:lnTo>
                    <a:lnTo>
                      <a:pt x="16" y="0"/>
                    </a:lnTo>
                    <a:close/>
                  </a:path>
                </a:pathLst>
              </a:custGeom>
              <a:noFill/>
              <a:ln w="7938">
                <a:solidFill>
                  <a:schemeClr val="hlink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008000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03" name="Freeform 204">
                <a:extLst>
                  <a:ext uri="{FF2B5EF4-FFF2-40B4-BE49-F238E27FC236}">
                    <a16:creationId xmlns:a16="http://schemas.microsoft.com/office/drawing/2014/main" id="{A86C7EB4-4298-948E-10EF-450D5C469F8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98" y="1991"/>
                <a:ext cx="32" cy="26"/>
              </a:xfrm>
              <a:custGeom>
                <a:avLst/>
                <a:gdLst>
                  <a:gd name="T0" fmla="*/ 16 w 32"/>
                  <a:gd name="T1" fmla="*/ 0 h 26"/>
                  <a:gd name="T2" fmla="*/ 32 w 32"/>
                  <a:gd name="T3" fmla="*/ 13 h 26"/>
                  <a:gd name="T4" fmla="*/ 16 w 32"/>
                  <a:gd name="T5" fmla="*/ 26 h 26"/>
                  <a:gd name="T6" fmla="*/ 0 w 32"/>
                  <a:gd name="T7" fmla="*/ 13 h 26"/>
                  <a:gd name="T8" fmla="*/ 16 w 32"/>
                  <a:gd name="T9" fmla="*/ 0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2" h="26">
                    <a:moveTo>
                      <a:pt x="16" y="0"/>
                    </a:moveTo>
                    <a:lnTo>
                      <a:pt x="32" y="13"/>
                    </a:lnTo>
                    <a:lnTo>
                      <a:pt x="16" y="26"/>
                    </a:lnTo>
                    <a:lnTo>
                      <a:pt x="0" y="13"/>
                    </a:lnTo>
                    <a:lnTo>
                      <a:pt x="16" y="0"/>
                    </a:lnTo>
                    <a:close/>
                  </a:path>
                </a:pathLst>
              </a:custGeom>
              <a:noFill/>
              <a:ln w="7938">
                <a:solidFill>
                  <a:schemeClr val="hlink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008000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04" name="Freeform 205">
                <a:extLst>
                  <a:ext uri="{FF2B5EF4-FFF2-40B4-BE49-F238E27FC236}">
                    <a16:creationId xmlns:a16="http://schemas.microsoft.com/office/drawing/2014/main" id="{7AA06F19-5E65-20FD-5B32-BDDB6EBC56F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03" y="1936"/>
                <a:ext cx="32" cy="26"/>
              </a:xfrm>
              <a:custGeom>
                <a:avLst/>
                <a:gdLst>
                  <a:gd name="T0" fmla="*/ 16 w 32"/>
                  <a:gd name="T1" fmla="*/ 0 h 26"/>
                  <a:gd name="T2" fmla="*/ 32 w 32"/>
                  <a:gd name="T3" fmla="*/ 13 h 26"/>
                  <a:gd name="T4" fmla="*/ 16 w 32"/>
                  <a:gd name="T5" fmla="*/ 26 h 26"/>
                  <a:gd name="T6" fmla="*/ 0 w 32"/>
                  <a:gd name="T7" fmla="*/ 13 h 26"/>
                  <a:gd name="T8" fmla="*/ 16 w 32"/>
                  <a:gd name="T9" fmla="*/ 0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2" h="26">
                    <a:moveTo>
                      <a:pt x="16" y="0"/>
                    </a:moveTo>
                    <a:lnTo>
                      <a:pt x="32" y="13"/>
                    </a:lnTo>
                    <a:lnTo>
                      <a:pt x="16" y="26"/>
                    </a:lnTo>
                    <a:lnTo>
                      <a:pt x="0" y="13"/>
                    </a:lnTo>
                    <a:lnTo>
                      <a:pt x="16" y="0"/>
                    </a:lnTo>
                    <a:close/>
                  </a:path>
                </a:pathLst>
              </a:custGeom>
              <a:noFill/>
              <a:ln w="7938">
                <a:solidFill>
                  <a:schemeClr val="hlink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008000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05" name="Freeform 206">
                <a:extLst>
                  <a:ext uri="{FF2B5EF4-FFF2-40B4-BE49-F238E27FC236}">
                    <a16:creationId xmlns:a16="http://schemas.microsoft.com/office/drawing/2014/main" id="{99833192-8FF5-1085-3E3D-88DFF071EB0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14" y="1915"/>
                <a:ext cx="32" cy="26"/>
              </a:xfrm>
              <a:custGeom>
                <a:avLst/>
                <a:gdLst>
                  <a:gd name="T0" fmla="*/ 16 w 32"/>
                  <a:gd name="T1" fmla="*/ 0 h 26"/>
                  <a:gd name="T2" fmla="*/ 32 w 32"/>
                  <a:gd name="T3" fmla="*/ 13 h 26"/>
                  <a:gd name="T4" fmla="*/ 16 w 32"/>
                  <a:gd name="T5" fmla="*/ 26 h 26"/>
                  <a:gd name="T6" fmla="*/ 0 w 32"/>
                  <a:gd name="T7" fmla="*/ 13 h 26"/>
                  <a:gd name="T8" fmla="*/ 16 w 32"/>
                  <a:gd name="T9" fmla="*/ 0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2" h="26">
                    <a:moveTo>
                      <a:pt x="16" y="0"/>
                    </a:moveTo>
                    <a:lnTo>
                      <a:pt x="32" y="13"/>
                    </a:lnTo>
                    <a:lnTo>
                      <a:pt x="16" y="26"/>
                    </a:lnTo>
                    <a:lnTo>
                      <a:pt x="0" y="13"/>
                    </a:lnTo>
                    <a:lnTo>
                      <a:pt x="16" y="0"/>
                    </a:lnTo>
                    <a:close/>
                  </a:path>
                </a:pathLst>
              </a:custGeom>
              <a:noFill/>
              <a:ln w="7938">
                <a:solidFill>
                  <a:schemeClr val="hlink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008000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06" name="Freeform 207">
                <a:extLst>
                  <a:ext uri="{FF2B5EF4-FFF2-40B4-BE49-F238E27FC236}">
                    <a16:creationId xmlns:a16="http://schemas.microsoft.com/office/drawing/2014/main" id="{7E336E38-E5EB-0ECC-2FFC-73E8AAA2BEB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19" y="1958"/>
                <a:ext cx="32" cy="25"/>
              </a:xfrm>
              <a:custGeom>
                <a:avLst/>
                <a:gdLst>
                  <a:gd name="T0" fmla="*/ 16 w 32"/>
                  <a:gd name="T1" fmla="*/ 0 h 25"/>
                  <a:gd name="T2" fmla="*/ 32 w 32"/>
                  <a:gd name="T3" fmla="*/ 12 h 25"/>
                  <a:gd name="T4" fmla="*/ 16 w 32"/>
                  <a:gd name="T5" fmla="*/ 25 h 25"/>
                  <a:gd name="T6" fmla="*/ 0 w 32"/>
                  <a:gd name="T7" fmla="*/ 12 h 25"/>
                  <a:gd name="T8" fmla="*/ 16 w 32"/>
                  <a:gd name="T9" fmla="*/ 0 h 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2" h="25">
                    <a:moveTo>
                      <a:pt x="16" y="0"/>
                    </a:moveTo>
                    <a:lnTo>
                      <a:pt x="32" y="12"/>
                    </a:lnTo>
                    <a:lnTo>
                      <a:pt x="16" y="25"/>
                    </a:lnTo>
                    <a:lnTo>
                      <a:pt x="0" y="12"/>
                    </a:lnTo>
                    <a:lnTo>
                      <a:pt x="16" y="0"/>
                    </a:lnTo>
                    <a:close/>
                  </a:path>
                </a:pathLst>
              </a:custGeom>
              <a:noFill/>
              <a:ln w="7938">
                <a:solidFill>
                  <a:schemeClr val="hlink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008000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07" name="Freeform 208">
                <a:extLst>
                  <a:ext uri="{FF2B5EF4-FFF2-40B4-BE49-F238E27FC236}">
                    <a16:creationId xmlns:a16="http://schemas.microsoft.com/office/drawing/2014/main" id="{6A923D4F-C086-0343-D4C7-AB2079A65AA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30" y="2063"/>
                <a:ext cx="32" cy="26"/>
              </a:xfrm>
              <a:custGeom>
                <a:avLst/>
                <a:gdLst>
                  <a:gd name="T0" fmla="*/ 16 w 32"/>
                  <a:gd name="T1" fmla="*/ 0 h 26"/>
                  <a:gd name="T2" fmla="*/ 32 w 32"/>
                  <a:gd name="T3" fmla="*/ 13 h 26"/>
                  <a:gd name="T4" fmla="*/ 16 w 32"/>
                  <a:gd name="T5" fmla="*/ 26 h 26"/>
                  <a:gd name="T6" fmla="*/ 0 w 32"/>
                  <a:gd name="T7" fmla="*/ 13 h 26"/>
                  <a:gd name="T8" fmla="*/ 16 w 32"/>
                  <a:gd name="T9" fmla="*/ 0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2" h="26">
                    <a:moveTo>
                      <a:pt x="16" y="0"/>
                    </a:moveTo>
                    <a:lnTo>
                      <a:pt x="32" y="13"/>
                    </a:lnTo>
                    <a:lnTo>
                      <a:pt x="16" y="26"/>
                    </a:lnTo>
                    <a:lnTo>
                      <a:pt x="0" y="13"/>
                    </a:lnTo>
                    <a:lnTo>
                      <a:pt x="16" y="0"/>
                    </a:lnTo>
                    <a:close/>
                  </a:path>
                </a:pathLst>
              </a:custGeom>
              <a:noFill/>
              <a:ln w="7938">
                <a:solidFill>
                  <a:schemeClr val="hlink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008000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08" name="Freeform 209">
                <a:extLst>
                  <a:ext uri="{FF2B5EF4-FFF2-40B4-BE49-F238E27FC236}">
                    <a16:creationId xmlns:a16="http://schemas.microsoft.com/office/drawing/2014/main" id="{9623E74B-720E-A004-89DF-E353C9EE600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41" y="2076"/>
                <a:ext cx="31" cy="25"/>
              </a:xfrm>
              <a:custGeom>
                <a:avLst/>
                <a:gdLst>
                  <a:gd name="T0" fmla="*/ 16 w 31"/>
                  <a:gd name="T1" fmla="*/ 0 h 25"/>
                  <a:gd name="T2" fmla="*/ 31 w 31"/>
                  <a:gd name="T3" fmla="*/ 13 h 25"/>
                  <a:gd name="T4" fmla="*/ 16 w 31"/>
                  <a:gd name="T5" fmla="*/ 25 h 25"/>
                  <a:gd name="T6" fmla="*/ 0 w 31"/>
                  <a:gd name="T7" fmla="*/ 13 h 25"/>
                  <a:gd name="T8" fmla="*/ 16 w 31"/>
                  <a:gd name="T9" fmla="*/ 0 h 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1" h="25">
                    <a:moveTo>
                      <a:pt x="16" y="0"/>
                    </a:moveTo>
                    <a:lnTo>
                      <a:pt x="31" y="13"/>
                    </a:lnTo>
                    <a:lnTo>
                      <a:pt x="16" y="25"/>
                    </a:lnTo>
                    <a:lnTo>
                      <a:pt x="0" y="13"/>
                    </a:lnTo>
                    <a:lnTo>
                      <a:pt x="16" y="0"/>
                    </a:lnTo>
                    <a:close/>
                  </a:path>
                </a:pathLst>
              </a:custGeom>
              <a:noFill/>
              <a:ln w="7938">
                <a:solidFill>
                  <a:schemeClr val="hlink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008000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09" name="Freeform 210">
                <a:extLst>
                  <a:ext uri="{FF2B5EF4-FFF2-40B4-BE49-F238E27FC236}">
                    <a16:creationId xmlns:a16="http://schemas.microsoft.com/office/drawing/2014/main" id="{A394D346-6991-C35F-62FD-AEA21D2E185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46" y="2143"/>
                <a:ext cx="32" cy="26"/>
              </a:xfrm>
              <a:custGeom>
                <a:avLst/>
                <a:gdLst>
                  <a:gd name="T0" fmla="*/ 16 w 32"/>
                  <a:gd name="T1" fmla="*/ 0 h 26"/>
                  <a:gd name="T2" fmla="*/ 32 w 32"/>
                  <a:gd name="T3" fmla="*/ 13 h 26"/>
                  <a:gd name="T4" fmla="*/ 16 w 32"/>
                  <a:gd name="T5" fmla="*/ 26 h 26"/>
                  <a:gd name="T6" fmla="*/ 0 w 32"/>
                  <a:gd name="T7" fmla="*/ 13 h 26"/>
                  <a:gd name="T8" fmla="*/ 16 w 32"/>
                  <a:gd name="T9" fmla="*/ 0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2" h="26">
                    <a:moveTo>
                      <a:pt x="16" y="0"/>
                    </a:moveTo>
                    <a:lnTo>
                      <a:pt x="32" y="13"/>
                    </a:lnTo>
                    <a:lnTo>
                      <a:pt x="16" y="26"/>
                    </a:lnTo>
                    <a:lnTo>
                      <a:pt x="0" y="13"/>
                    </a:lnTo>
                    <a:lnTo>
                      <a:pt x="16" y="0"/>
                    </a:lnTo>
                    <a:close/>
                  </a:path>
                </a:pathLst>
              </a:custGeom>
              <a:noFill/>
              <a:ln w="7938">
                <a:solidFill>
                  <a:schemeClr val="hlink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008000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10" name="Freeform 211">
                <a:extLst>
                  <a:ext uri="{FF2B5EF4-FFF2-40B4-BE49-F238E27FC236}">
                    <a16:creationId xmlns:a16="http://schemas.microsoft.com/office/drawing/2014/main" id="{6C22098D-A804-3053-9ED4-E6CEF4803E5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57" y="2207"/>
                <a:ext cx="31" cy="25"/>
              </a:xfrm>
              <a:custGeom>
                <a:avLst/>
                <a:gdLst>
                  <a:gd name="T0" fmla="*/ 15 w 31"/>
                  <a:gd name="T1" fmla="*/ 0 h 25"/>
                  <a:gd name="T2" fmla="*/ 31 w 31"/>
                  <a:gd name="T3" fmla="*/ 13 h 25"/>
                  <a:gd name="T4" fmla="*/ 15 w 31"/>
                  <a:gd name="T5" fmla="*/ 25 h 25"/>
                  <a:gd name="T6" fmla="*/ 0 w 31"/>
                  <a:gd name="T7" fmla="*/ 13 h 25"/>
                  <a:gd name="T8" fmla="*/ 15 w 31"/>
                  <a:gd name="T9" fmla="*/ 0 h 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1" h="25">
                    <a:moveTo>
                      <a:pt x="15" y="0"/>
                    </a:moveTo>
                    <a:lnTo>
                      <a:pt x="31" y="13"/>
                    </a:lnTo>
                    <a:lnTo>
                      <a:pt x="15" y="25"/>
                    </a:lnTo>
                    <a:lnTo>
                      <a:pt x="0" y="13"/>
                    </a:lnTo>
                    <a:lnTo>
                      <a:pt x="15" y="0"/>
                    </a:lnTo>
                    <a:close/>
                  </a:path>
                </a:pathLst>
              </a:custGeom>
              <a:noFill/>
              <a:ln w="7938">
                <a:solidFill>
                  <a:schemeClr val="hlink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008000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11" name="Freeform 212">
                <a:extLst>
                  <a:ext uri="{FF2B5EF4-FFF2-40B4-BE49-F238E27FC236}">
                    <a16:creationId xmlns:a16="http://schemas.microsoft.com/office/drawing/2014/main" id="{C1E9EEE4-661D-2BC3-50EC-FAD58FFFA4D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62" y="2203"/>
                <a:ext cx="32" cy="25"/>
              </a:xfrm>
              <a:custGeom>
                <a:avLst/>
                <a:gdLst>
                  <a:gd name="T0" fmla="*/ 16 w 32"/>
                  <a:gd name="T1" fmla="*/ 0 h 25"/>
                  <a:gd name="T2" fmla="*/ 32 w 32"/>
                  <a:gd name="T3" fmla="*/ 12 h 25"/>
                  <a:gd name="T4" fmla="*/ 16 w 32"/>
                  <a:gd name="T5" fmla="*/ 25 h 25"/>
                  <a:gd name="T6" fmla="*/ 0 w 32"/>
                  <a:gd name="T7" fmla="*/ 12 h 25"/>
                  <a:gd name="T8" fmla="*/ 16 w 32"/>
                  <a:gd name="T9" fmla="*/ 0 h 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2" h="25">
                    <a:moveTo>
                      <a:pt x="16" y="0"/>
                    </a:moveTo>
                    <a:lnTo>
                      <a:pt x="32" y="12"/>
                    </a:lnTo>
                    <a:lnTo>
                      <a:pt x="16" y="25"/>
                    </a:lnTo>
                    <a:lnTo>
                      <a:pt x="0" y="12"/>
                    </a:lnTo>
                    <a:lnTo>
                      <a:pt x="16" y="0"/>
                    </a:lnTo>
                    <a:close/>
                  </a:path>
                </a:pathLst>
              </a:custGeom>
              <a:noFill/>
              <a:ln w="7938">
                <a:solidFill>
                  <a:schemeClr val="hlink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008000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12" name="Freeform 213">
                <a:extLst>
                  <a:ext uri="{FF2B5EF4-FFF2-40B4-BE49-F238E27FC236}">
                    <a16:creationId xmlns:a16="http://schemas.microsoft.com/office/drawing/2014/main" id="{3690BB3E-F951-39AB-F52D-0B32BC03421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72" y="2245"/>
                <a:ext cx="32" cy="25"/>
              </a:xfrm>
              <a:custGeom>
                <a:avLst/>
                <a:gdLst>
                  <a:gd name="T0" fmla="*/ 16 w 32"/>
                  <a:gd name="T1" fmla="*/ 0 h 25"/>
                  <a:gd name="T2" fmla="*/ 32 w 32"/>
                  <a:gd name="T3" fmla="*/ 13 h 25"/>
                  <a:gd name="T4" fmla="*/ 16 w 32"/>
                  <a:gd name="T5" fmla="*/ 25 h 25"/>
                  <a:gd name="T6" fmla="*/ 0 w 32"/>
                  <a:gd name="T7" fmla="*/ 13 h 25"/>
                  <a:gd name="T8" fmla="*/ 16 w 32"/>
                  <a:gd name="T9" fmla="*/ 0 h 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2" h="25">
                    <a:moveTo>
                      <a:pt x="16" y="0"/>
                    </a:moveTo>
                    <a:lnTo>
                      <a:pt x="32" y="13"/>
                    </a:lnTo>
                    <a:lnTo>
                      <a:pt x="16" y="25"/>
                    </a:lnTo>
                    <a:lnTo>
                      <a:pt x="0" y="13"/>
                    </a:lnTo>
                    <a:lnTo>
                      <a:pt x="16" y="0"/>
                    </a:lnTo>
                    <a:close/>
                  </a:path>
                </a:pathLst>
              </a:custGeom>
              <a:noFill/>
              <a:ln w="7938">
                <a:solidFill>
                  <a:schemeClr val="hlink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008000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13" name="Freeform 214">
                <a:extLst>
                  <a:ext uri="{FF2B5EF4-FFF2-40B4-BE49-F238E27FC236}">
                    <a16:creationId xmlns:a16="http://schemas.microsoft.com/office/drawing/2014/main" id="{BE8F4D99-7793-21DE-3331-EFE73E4C8C5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78" y="2266"/>
                <a:ext cx="32" cy="25"/>
              </a:xfrm>
              <a:custGeom>
                <a:avLst/>
                <a:gdLst>
                  <a:gd name="T0" fmla="*/ 16 w 32"/>
                  <a:gd name="T1" fmla="*/ 0 h 25"/>
                  <a:gd name="T2" fmla="*/ 32 w 32"/>
                  <a:gd name="T3" fmla="*/ 13 h 25"/>
                  <a:gd name="T4" fmla="*/ 16 w 32"/>
                  <a:gd name="T5" fmla="*/ 25 h 25"/>
                  <a:gd name="T6" fmla="*/ 0 w 32"/>
                  <a:gd name="T7" fmla="*/ 13 h 25"/>
                  <a:gd name="T8" fmla="*/ 16 w 32"/>
                  <a:gd name="T9" fmla="*/ 0 h 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2" h="25">
                    <a:moveTo>
                      <a:pt x="16" y="0"/>
                    </a:moveTo>
                    <a:lnTo>
                      <a:pt x="32" y="13"/>
                    </a:lnTo>
                    <a:lnTo>
                      <a:pt x="16" y="25"/>
                    </a:lnTo>
                    <a:lnTo>
                      <a:pt x="0" y="13"/>
                    </a:lnTo>
                    <a:lnTo>
                      <a:pt x="16" y="0"/>
                    </a:lnTo>
                    <a:close/>
                  </a:path>
                </a:pathLst>
              </a:custGeom>
              <a:noFill/>
              <a:ln w="7938">
                <a:solidFill>
                  <a:schemeClr val="hlink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008000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14" name="Freeform 215">
                <a:extLst>
                  <a:ext uri="{FF2B5EF4-FFF2-40B4-BE49-F238E27FC236}">
                    <a16:creationId xmlns:a16="http://schemas.microsoft.com/office/drawing/2014/main" id="{6F73DCE8-729E-2D95-AE4B-8AFD45909D8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88" y="2173"/>
                <a:ext cx="32" cy="25"/>
              </a:xfrm>
              <a:custGeom>
                <a:avLst/>
                <a:gdLst>
                  <a:gd name="T0" fmla="*/ 16 w 32"/>
                  <a:gd name="T1" fmla="*/ 0 h 25"/>
                  <a:gd name="T2" fmla="*/ 32 w 32"/>
                  <a:gd name="T3" fmla="*/ 13 h 25"/>
                  <a:gd name="T4" fmla="*/ 16 w 32"/>
                  <a:gd name="T5" fmla="*/ 25 h 25"/>
                  <a:gd name="T6" fmla="*/ 0 w 32"/>
                  <a:gd name="T7" fmla="*/ 13 h 25"/>
                  <a:gd name="T8" fmla="*/ 16 w 32"/>
                  <a:gd name="T9" fmla="*/ 0 h 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2" h="25">
                    <a:moveTo>
                      <a:pt x="16" y="0"/>
                    </a:moveTo>
                    <a:lnTo>
                      <a:pt x="32" y="13"/>
                    </a:lnTo>
                    <a:lnTo>
                      <a:pt x="16" y="25"/>
                    </a:lnTo>
                    <a:lnTo>
                      <a:pt x="0" y="13"/>
                    </a:lnTo>
                    <a:lnTo>
                      <a:pt x="16" y="0"/>
                    </a:lnTo>
                    <a:close/>
                  </a:path>
                </a:pathLst>
              </a:custGeom>
              <a:noFill/>
              <a:ln w="7938">
                <a:solidFill>
                  <a:schemeClr val="hlink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008000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15" name="Freeform 216">
                <a:extLst>
                  <a:ext uri="{FF2B5EF4-FFF2-40B4-BE49-F238E27FC236}">
                    <a16:creationId xmlns:a16="http://schemas.microsoft.com/office/drawing/2014/main" id="{4CB3EB9C-ACDD-1F6D-6C89-316E6665A12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99" y="2190"/>
                <a:ext cx="32" cy="25"/>
              </a:xfrm>
              <a:custGeom>
                <a:avLst/>
                <a:gdLst>
                  <a:gd name="T0" fmla="*/ 16 w 32"/>
                  <a:gd name="T1" fmla="*/ 0 h 25"/>
                  <a:gd name="T2" fmla="*/ 32 w 32"/>
                  <a:gd name="T3" fmla="*/ 13 h 25"/>
                  <a:gd name="T4" fmla="*/ 16 w 32"/>
                  <a:gd name="T5" fmla="*/ 25 h 25"/>
                  <a:gd name="T6" fmla="*/ 0 w 32"/>
                  <a:gd name="T7" fmla="*/ 13 h 25"/>
                  <a:gd name="T8" fmla="*/ 16 w 32"/>
                  <a:gd name="T9" fmla="*/ 0 h 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2" h="25">
                    <a:moveTo>
                      <a:pt x="16" y="0"/>
                    </a:moveTo>
                    <a:lnTo>
                      <a:pt x="32" y="13"/>
                    </a:lnTo>
                    <a:lnTo>
                      <a:pt x="16" y="25"/>
                    </a:lnTo>
                    <a:lnTo>
                      <a:pt x="0" y="13"/>
                    </a:lnTo>
                    <a:lnTo>
                      <a:pt x="16" y="0"/>
                    </a:lnTo>
                    <a:close/>
                  </a:path>
                </a:pathLst>
              </a:custGeom>
              <a:noFill/>
              <a:ln w="7938">
                <a:solidFill>
                  <a:schemeClr val="hlink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008000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16" name="Freeform 217">
                <a:extLst>
                  <a:ext uri="{FF2B5EF4-FFF2-40B4-BE49-F238E27FC236}">
                    <a16:creationId xmlns:a16="http://schemas.microsoft.com/office/drawing/2014/main" id="{B3601BD9-F2BA-34E4-3D02-3FB4AA940EA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04" y="2131"/>
                <a:ext cx="32" cy="25"/>
              </a:xfrm>
              <a:custGeom>
                <a:avLst/>
                <a:gdLst>
                  <a:gd name="T0" fmla="*/ 16 w 32"/>
                  <a:gd name="T1" fmla="*/ 0 h 25"/>
                  <a:gd name="T2" fmla="*/ 32 w 32"/>
                  <a:gd name="T3" fmla="*/ 12 h 25"/>
                  <a:gd name="T4" fmla="*/ 16 w 32"/>
                  <a:gd name="T5" fmla="*/ 25 h 25"/>
                  <a:gd name="T6" fmla="*/ 0 w 32"/>
                  <a:gd name="T7" fmla="*/ 12 h 25"/>
                  <a:gd name="T8" fmla="*/ 16 w 32"/>
                  <a:gd name="T9" fmla="*/ 0 h 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2" h="25">
                    <a:moveTo>
                      <a:pt x="16" y="0"/>
                    </a:moveTo>
                    <a:lnTo>
                      <a:pt x="32" y="12"/>
                    </a:lnTo>
                    <a:lnTo>
                      <a:pt x="16" y="25"/>
                    </a:lnTo>
                    <a:lnTo>
                      <a:pt x="0" y="12"/>
                    </a:lnTo>
                    <a:lnTo>
                      <a:pt x="16" y="0"/>
                    </a:lnTo>
                    <a:close/>
                  </a:path>
                </a:pathLst>
              </a:custGeom>
              <a:noFill/>
              <a:ln w="7938">
                <a:solidFill>
                  <a:schemeClr val="hlink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008000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17" name="Freeform 218">
                <a:extLst>
                  <a:ext uri="{FF2B5EF4-FFF2-40B4-BE49-F238E27FC236}">
                    <a16:creationId xmlns:a16="http://schemas.microsoft.com/office/drawing/2014/main" id="{3C79A570-D4BF-213E-D322-02AB31F7706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15" y="2143"/>
                <a:ext cx="32" cy="26"/>
              </a:xfrm>
              <a:custGeom>
                <a:avLst/>
                <a:gdLst>
                  <a:gd name="T0" fmla="*/ 16 w 32"/>
                  <a:gd name="T1" fmla="*/ 0 h 26"/>
                  <a:gd name="T2" fmla="*/ 32 w 32"/>
                  <a:gd name="T3" fmla="*/ 13 h 26"/>
                  <a:gd name="T4" fmla="*/ 16 w 32"/>
                  <a:gd name="T5" fmla="*/ 26 h 26"/>
                  <a:gd name="T6" fmla="*/ 0 w 32"/>
                  <a:gd name="T7" fmla="*/ 13 h 26"/>
                  <a:gd name="T8" fmla="*/ 16 w 32"/>
                  <a:gd name="T9" fmla="*/ 0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2" h="26">
                    <a:moveTo>
                      <a:pt x="16" y="0"/>
                    </a:moveTo>
                    <a:lnTo>
                      <a:pt x="32" y="13"/>
                    </a:lnTo>
                    <a:lnTo>
                      <a:pt x="16" y="26"/>
                    </a:lnTo>
                    <a:lnTo>
                      <a:pt x="0" y="13"/>
                    </a:lnTo>
                    <a:lnTo>
                      <a:pt x="16" y="0"/>
                    </a:lnTo>
                    <a:close/>
                  </a:path>
                </a:pathLst>
              </a:custGeom>
              <a:noFill/>
              <a:ln w="7938">
                <a:solidFill>
                  <a:schemeClr val="hlink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008000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18" name="Freeform 219">
                <a:extLst>
                  <a:ext uri="{FF2B5EF4-FFF2-40B4-BE49-F238E27FC236}">
                    <a16:creationId xmlns:a16="http://schemas.microsoft.com/office/drawing/2014/main" id="{DABD8FB7-8C8E-8A83-2FD3-86B6F09671B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20" y="2012"/>
                <a:ext cx="32" cy="26"/>
              </a:xfrm>
              <a:custGeom>
                <a:avLst/>
                <a:gdLst>
                  <a:gd name="T0" fmla="*/ 16 w 32"/>
                  <a:gd name="T1" fmla="*/ 0 h 26"/>
                  <a:gd name="T2" fmla="*/ 32 w 32"/>
                  <a:gd name="T3" fmla="*/ 13 h 26"/>
                  <a:gd name="T4" fmla="*/ 16 w 32"/>
                  <a:gd name="T5" fmla="*/ 26 h 26"/>
                  <a:gd name="T6" fmla="*/ 0 w 32"/>
                  <a:gd name="T7" fmla="*/ 13 h 26"/>
                  <a:gd name="T8" fmla="*/ 16 w 32"/>
                  <a:gd name="T9" fmla="*/ 0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2" h="26">
                    <a:moveTo>
                      <a:pt x="16" y="0"/>
                    </a:moveTo>
                    <a:lnTo>
                      <a:pt x="32" y="13"/>
                    </a:lnTo>
                    <a:lnTo>
                      <a:pt x="16" y="26"/>
                    </a:lnTo>
                    <a:lnTo>
                      <a:pt x="0" y="13"/>
                    </a:lnTo>
                    <a:lnTo>
                      <a:pt x="16" y="0"/>
                    </a:lnTo>
                    <a:close/>
                  </a:path>
                </a:pathLst>
              </a:custGeom>
              <a:noFill/>
              <a:ln w="7938">
                <a:solidFill>
                  <a:schemeClr val="hlink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008000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19" name="Freeform 220">
                <a:extLst>
                  <a:ext uri="{FF2B5EF4-FFF2-40B4-BE49-F238E27FC236}">
                    <a16:creationId xmlns:a16="http://schemas.microsoft.com/office/drawing/2014/main" id="{CE24E106-C810-9AB7-122F-62ACB12221A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31" y="1974"/>
                <a:ext cx="32" cy="26"/>
              </a:xfrm>
              <a:custGeom>
                <a:avLst/>
                <a:gdLst>
                  <a:gd name="T0" fmla="*/ 16 w 32"/>
                  <a:gd name="T1" fmla="*/ 0 h 26"/>
                  <a:gd name="T2" fmla="*/ 32 w 32"/>
                  <a:gd name="T3" fmla="*/ 13 h 26"/>
                  <a:gd name="T4" fmla="*/ 16 w 32"/>
                  <a:gd name="T5" fmla="*/ 26 h 26"/>
                  <a:gd name="T6" fmla="*/ 0 w 32"/>
                  <a:gd name="T7" fmla="*/ 13 h 26"/>
                  <a:gd name="T8" fmla="*/ 16 w 32"/>
                  <a:gd name="T9" fmla="*/ 0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2" h="26">
                    <a:moveTo>
                      <a:pt x="16" y="0"/>
                    </a:moveTo>
                    <a:lnTo>
                      <a:pt x="32" y="13"/>
                    </a:lnTo>
                    <a:lnTo>
                      <a:pt x="16" y="26"/>
                    </a:lnTo>
                    <a:lnTo>
                      <a:pt x="0" y="13"/>
                    </a:lnTo>
                    <a:lnTo>
                      <a:pt x="16" y="0"/>
                    </a:lnTo>
                    <a:close/>
                  </a:path>
                </a:pathLst>
              </a:custGeom>
              <a:noFill/>
              <a:ln w="7938">
                <a:solidFill>
                  <a:schemeClr val="hlink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008000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20" name="Freeform 221">
                <a:extLst>
                  <a:ext uri="{FF2B5EF4-FFF2-40B4-BE49-F238E27FC236}">
                    <a16:creationId xmlns:a16="http://schemas.microsoft.com/office/drawing/2014/main" id="{B47DBFA0-9AF1-12D8-E227-A821464233B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36" y="2042"/>
                <a:ext cx="32" cy="25"/>
              </a:xfrm>
              <a:custGeom>
                <a:avLst/>
                <a:gdLst>
                  <a:gd name="T0" fmla="*/ 16 w 32"/>
                  <a:gd name="T1" fmla="*/ 0 h 25"/>
                  <a:gd name="T2" fmla="*/ 32 w 32"/>
                  <a:gd name="T3" fmla="*/ 13 h 25"/>
                  <a:gd name="T4" fmla="*/ 16 w 32"/>
                  <a:gd name="T5" fmla="*/ 25 h 25"/>
                  <a:gd name="T6" fmla="*/ 0 w 32"/>
                  <a:gd name="T7" fmla="*/ 13 h 25"/>
                  <a:gd name="T8" fmla="*/ 16 w 32"/>
                  <a:gd name="T9" fmla="*/ 0 h 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2" h="25">
                    <a:moveTo>
                      <a:pt x="16" y="0"/>
                    </a:moveTo>
                    <a:lnTo>
                      <a:pt x="32" y="13"/>
                    </a:lnTo>
                    <a:lnTo>
                      <a:pt x="16" y="25"/>
                    </a:lnTo>
                    <a:lnTo>
                      <a:pt x="0" y="13"/>
                    </a:lnTo>
                    <a:lnTo>
                      <a:pt x="16" y="0"/>
                    </a:lnTo>
                    <a:close/>
                  </a:path>
                </a:pathLst>
              </a:custGeom>
              <a:noFill/>
              <a:ln w="7938">
                <a:solidFill>
                  <a:schemeClr val="hlink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008000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21" name="Freeform 222">
                <a:extLst>
                  <a:ext uri="{FF2B5EF4-FFF2-40B4-BE49-F238E27FC236}">
                    <a16:creationId xmlns:a16="http://schemas.microsoft.com/office/drawing/2014/main" id="{018BC30D-8717-7D51-4302-F32EECB9AF3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47" y="2038"/>
                <a:ext cx="32" cy="25"/>
              </a:xfrm>
              <a:custGeom>
                <a:avLst/>
                <a:gdLst>
                  <a:gd name="T0" fmla="*/ 16 w 32"/>
                  <a:gd name="T1" fmla="*/ 0 h 25"/>
                  <a:gd name="T2" fmla="*/ 32 w 32"/>
                  <a:gd name="T3" fmla="*/ 13 h 25"/>
                  <a:gd name="T4" fmla="*/ 16 w 32"/>
                  <a:gd name="T5" fmla="*/ 25 h 25"/>
                  <a:gd name="T6" fmla="*/ 0 w 32"/>
                  <a:gd name="T7" fmla="*/ 13 h 25"/>
                  <a:gd name="T8" fmla="*/ 16 w 32"/>
                  <a:gd name="T9" fmla="*/ 0 h 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2" h="25">
                    <a:moveTo>
                      <a:pt x="16" y="0"/>
                    </a:moveTo>
                    <a:lnTo>
                      <a:pt x="32" y="13"/>
                    </a:lnTo>
                    <a:lnTo>
                      <a:pt x="16" y="25"/>
                    </a:lnTo>
                    <a:lnTo>
                      <a:pt x="0" y="13"/>
                    </a:lnTo>
                    <a:lnTo>
                      <a:pt x="16" y="0"/>
                    </a:lnTo>
                    <a:close/>
                  </a:path>
                </a:pathLst>
              </a:custGeom>
              <a:noFill/>
              <a:ln w="7938">
                <a:solidFill>
                  <a:schemeClr val="hlink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008000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22" name="Freeform 223">
                <a:extLst>
                  <a:ext uri="{FF2B5EF4-FFF2-40B4-BE49-F238E27FC236}">
                    <a16:creationId xmlns:a16="http://schemas.microsoft.com/office/drawing/2014/main" id="{4DED3921-6F6E-41E7-E088-506D6DD2E77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52" y="2055"/>
                <a:ext cx="32" cy="25"/>
              </a:xfrm>
              <a:custGeom>
                <a:avLst/>
                <a:gdLst>
                  <a:gd name="T0" fmla="*/ 16 w 32"/>
                  <a:gd name="T1" fmla="*/ 0 h 25"/>
                  <a:gd name="T2" fmla="*/ 32 w 32"/>
                  <a:gd name="T3" fmla="*/ 12 h 25"/>
                  <a:gd name="T4" fmla="*/ 16 w 32"/>
                  <a:gd name="T5" fmla="*/ 25 h 25"/>
                  <a:gd name="T6" fmla="*/ 0 w 32"/>
                  <a:gd name="T7" fmla="*/ 12 h 25"/>
                  <a:gd name="T8" fmla="*/ 16 w 32"/>
                  <a:gd name="T9" fmla="*/ 0 h 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2" h="25">
                    <a:moveTo>
                      <a:pt x="16" y="0"/>
                    </a:moveTo>
                    <a:lnTo>
                      <a:pt x="32" y="12"/>
                    </a:lnTo>
                    <a:lnTo>
                      <a:pt x="16" y="25"/>
                    </a:lnTo>
                    <a:lnTo>
                      <a:pt x="0" y="12"/>
                    </a:lnTo>
                    <a:lnTo>
                      <a:pt x="16" y="0"/>
                    </a:lnTo>
                    <a:close/>
                  </a:path>
                </a:pathLst>
              </a:custGeom>
              <a:noFill/>
              <a:ln w="7938">
                <a:solidFill>
                  <a:schemeClr val="hlink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008000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23" name="Freeform 224">
                <a:extLst>
                  <a:ext uri="{FF2B5EF4-FFF2-40B4-BE49-F238E27FC236}">
                    <a16:creationId xmlns:a16="http://schemas.microsoft.com/office/drawing/2014/main" id="{5801C769-5229-510D-E601-A435DFF803E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63" y="2072"/>
                <a:ext cx="32" cy="25"/>
              </a:xfrm>
              <a:custGeom>
                <a:avLst/>
                <a:gdLst>
                  <a:gd name="T0" fmla="*/ 16 w 32"/>
                  <a:gd name="T1" fmla="*/ 0 h 25"/>
                  <a:gd name="T2" fmla="*/ 32 w 32"/>
                  <a:gd name="T3" fmla="*/ 12 h 25"/>
                  <a:gd name="T4" fmla="*/ 16 w 32"/>
                  <a:gd name="T5" fmla="*/ 25 h 25"/>
                  <a:gd name="T6" fmla="*/ 0 w 32"/>
                  <a:gd name="T7" fmla="*/ 12 h 25"/>
                  <a:gd name="T8" fmla="*/ 16 w 32"/>
                  <a:gd name="T9" fmla="*/ 0 h 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2" h="25">
                    <a:moveTo>
                      <a:pt x="16" y="0"/>
                    </a:moveTo>
                    <a:lnTo>
                      <a:pt x="32" y="12"/>
                    </a:lnTo>
                    <a:lnTo>
                      <a:pt x="16" y="25"/>
                    </a:lnTo>
                    <a:lnTo>
                      <a:pt x="0" y="12"/>
                    </a:lnTo>
                    <a:lnTo>
                      <a:pt x="16" y="0"/>
                    </a:lnTo>
                    <a:close/>
                  </a:path>
                </a:pathLst>
              </a:custGeom>
              <a:noFill/>
              <a:ln w="7938">
                <a:solidFill>
                  <a:schemeClr val="hlink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008000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24" name="Freeform 225">
                <a:extLst>
                  <a:ext uri="{FF2B5EF4-FFF2-40B4-BE49-F238E27FC236}">
                    <a16:creationId xmlns:a16="http://schemas.microsoft.com/office/drawing/2014/main" id="{02A1BF02-96E2-E96D-83E7-90E1E6EA56B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74" y="2148"/>
                <a:ext cx="31" cy="25"/>
              </a:xfrm>
              <a:custGeom>
                <a:avLst/>
                <a:gdLst>
                  <a:gd name="T0" fmla="*/ 15 w 31"/>
                  <a:gd name="T1" fmla="*/ 0 h 25"/>
                  <a:gd name="T2" fmla="*/ 31 w 31"/>
                  <a:gd name="T3" fmla="*/ 12 h 25"/>
                  <a:gd name="T4" fmla="*/ 15 w 31"/>
                  <a:gd name="T5" fmla="*/ 25 h 25"/>
                  <a:gd name="T6" fmla="*/ 0 w 31"/>
                  <a:gd name="T7" fmla="*/ 12 h 25"/>
                  <a:gd name="T8" fmla="*/ 15 w 31"/>
                  <a:gd name="T9" fmla="*/ 0 h 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1" h="25">
                    <a:moveTo>
                      <a:pt x="15" y="0"/>
                    </a:moveTo>
                    <a:lnTo>
                      <a:pt x="31" y="12"/>
                    </a:lnTo>
                    <a:lnTo>
                      <a:pt x="15" y="25"/>
                    </a:lnTo>
                    <a:lnTo>
                      <a:pt x="0" y="12"/>
                    </a:lnTo>
                    <a:lnTo>
                      <a:pt x="15" y="0"/>
                    </a:lnTo>
                    <a:close/>
                  </a:path>
                </a:pathLst>
              </a:custGeom>
              <a:noFill/>
              <a:ln w="7938">
                <a:solidFill>
                  <a:schemeClr val="hlink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008000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25" name="Freeform 226">
                <a:extLst>
                  <a:ext uri="{FF2B5EF4-FFF2-40B4-BE49-F238E27FC236}">
                    <a16:creationId xmlns:a16="http://schemas.microsoft.com/office/drawing/2014/main" id="{D782F3AB-6D75-3CCE-EE62-631F240B5F9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79" y="2224"/>
                <a:ext cx="32" cy="25"/>
              </a:xfrm>
              <a:custGeom>
                <a:avLst/>
                <a:gdLst>
                  <a:gd name="T0" fmla="*/ 16 w 32"/>
                  <a:gd name="T1" fmla="*/ 0 h 25"/>
                  <a:gd name="T2" fmla="*/ 32 w 32"/>
                  <a:gd name="T3" fmla="*/ 12 h 25"/>
                  <a:gd name="T4" fmla="*/ 16 w 32"/>
                  <a:gd name="T5" fmla="*/ 25 h 25"/>
                  <a:gd name="T6" fmla="*/ 0 w 32"/>
                  <a:gd name="T7" fmla="*/ 12 h 25"/>
                  <a:gd name="T8" fmla="*/ 16 w 32"/>
                  <a:gd name="T9" fmla="*/ 0 h 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2" h="25">
                    <a:moveTo>
                      <a:pt x="16" y="0"/>
                    </a:moveTo>
                    <a:lnTo>
                      <a:pt x="32" y="12"/>
                    </a:lnTo>
                    <a:lnTo>
                      <a:pt x="16" y="25"/>
                    </a:lnTo>
                    <a:lnTo>
                      <a:pt x="0" y="12"/>
                    </a:lnTo>
                    <a:lnTo>
                      <a:pt x="16" y="0"/>
                    </a:lnTo>
                    <a:close/>
                  </a:path>
                </a:pathLst>
              </a:custGeom>
              <a:noFill/>
              <a:ln w="7938">
                <a:solidFill>
                  <a:schemeClr val="hlink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008000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26" name="Freeform 227">
                <a:extLst>
                  <a:ext uri="{FF2B5EF4-FFF2-40B4-BE49-F238E27FC236}">
                    <a16:creationId xmlns:a16="http://schemas.microsoft.com/office/drawing/2014/main" id="{A7D3DD6F-7C81-62B2-5FD3-29206A7ACB2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89" y="2321"/>
                <a:ext cx="32" cy="25"/>
              </a:xfrm>
              <a:custGeom>
                <a:avLst/>
                <a:gdLst>
                  <a:gd name="T0" fmla="*/ 16 w 32"/>
                  <a:gd name="T1" fmla="*/ 0 h 25"/>
                  <a:gd name="T2" fmla="*/ 32 w 32"/>
                  <a:gd name="T3" fmla="*/ 13 h 25"/>
                  <a:gd name="T4" fmla="*/ 16 w 32"/>
                  <a:gd name="T5" fmla="*/ 25 h 25"/>
                  <a:gd name="T6" fmla="*/ 0 w 32"/>
                  <a:gd name="T7" fmla="*/ 13 h 25"/>
                  <a:gd name="T8" fmla="*/ 16 w 32"/>
                  <a:gd name="T9" fmla="*/ 0 h 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2" h="25">
                    <a:moveTo>
                      <a:pt x="16" y="0"/>
                    </a:moveTo>
                    <a:lnTo>
                      <a:pt x="32" y="13"/>
                    </a:lnTo>
                    <a:lnTo>
                      <a:pt x="16" y="25"/>
                    </a:lnTo>
                    <a:lnTo>
                      <a:pt x="0" y="13"/>
                    </a:lnTo>
                    <a:lnTo>
                      <a:pt x="16" y="0"/>
                    </a:lnTo>
                    <a:close/>
                  </a:path>
                </a:pathLst>
              </a:custGeom>
              <a:noFill/>
              <a:ln w="7938">
                <a:solidFill>
                  <a:schemeClr val="hlink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008000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27" name="Freeform 228">
                <a:extLst>
                  <a:ext uri="{FF2B5EF4-FFF2-40B4-BE49-F238E27FC236}">
                    <a16:creationId xmlns:a16="http://schemas.microsoft.com/office/drawing/2014/main" id="{F3D9C55A-AFF0-A31E-18FE-53F3F9200F1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95" y="2393"/>
                <a:ext cx="32" cy="25"/>
              </a:xfrm>
              <a:custGeom>
                <a:avLst/>
                <a:gdLst>
                  <a:gd name="T0" fmla="*/ 16 w 32"/>
                  <a:gd name="T1" fmla="*/ 0 h 25"/>
                  <a:gd name="T2" fmla="*/ 32 w 32"/>
                  <a:gd name="T3" fmla="*/ 12 h 25"/>
                  <a:gd name="T4" fmla="*/ 16 w 32"/>
                  <a:gd name="T5" fmla="*/ 25 h 25"/>
                  <a:gd name="T6" fmla="*/ 0 w 32"/>
                  <a:gd name="T7" fmla="*/ 12 h 25"/>
                  <a:gd name="T8" fmla="*/ 16 w 32"/>
                  <a:gd name="T9" fmla="*/ 0 h 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2" h="25">
                    <a:moveTo>
                      <a:pt x="16" y="0"/>
                    </a:moveTo>
                    <a:lnTo>
                      <a:pt x="32" y="12"/>
                    </a:lnTo>
                    <a:lnTo>
                      <a:pt x="16" y="25"/>
                    </a:lnTo>
                    <a:lnTo>
                      <a:pt x="0" y="12"/>
                    </a:lnTo>
                    <a:lnTo>
                      <a:pt x="16" y="0"/>
                    </a:lnTo>
                    <a:close/>
                  </a:path>
                </a:pathLst>
              </a:custGeom>
              <a:noFill/>
              <a:ln w="7938">
                <a:solidFill>
                  <a:schemeClr val="hlink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008000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28" name="Freeform 229">
                <a:extLst>
                  <a:ext uri="{FF2B5EF4-FFF2-40B4-BE49-F238E27FC236}">
                    <a16:creationId xmlns:a16="http://schemas.microsoft.com/office/drawing/2014/main" id="{8E9B8FBC-8B24-8883-5943-088385D2155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05" y="2511"/>
                <a:ext cx="32" cy="25"/>
              </a:xfrm>
              <a:custGeom>
                <a:avLst/>
                <a:gdLst>
                  <a:gd name="T0" fmla="*/ 16 w 32"/>
                  <a:gd name="T1" fmla="*/ 0 h 25"/>
                  <a:gd name="T2" fmla="*/ 32 w 32"/>
                  <a:gd name="T3" fmla="*/ 13 h 25"/>
                  <a:gd name="T4" fmla="*/ 16 w 32"/>
                  <a:gd name="T5" fmla="*/ 25 h 25"/>
                  <a:gd name="T6" fmla="*/ 0 w 32"/>
                  <a:gd name="T7" fmla="*/ 13 h 25"/>
                  <a:gd name="T8" fmla="*/ 16 w 32"/>
                  <a:gd name="T9" fmla="*/ 0 h 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2" h="25">
                    <a:moveTo>
                      <a:pt x="16" y="0"/>
                    </a:moveTo>
                    <a:lnTo>
                      <a:pt x="32" y="13"/>
                    </a:lnTo>
                    <a:lnTo>
                      <a:pt x="16" y="25"/>
                    </a:lnTo>
                    <a:lnTo>
                      <a:pt x="0" y="13"/>
                    </a:lnTo>
                    <a:lnTo>
                      <a:pt x="16" y="0"/>
                    </a:lnTo>
                    <a:close/>
                  </a:path>
                </a:pathLst>
              </a:custGeom>
              <a:noFill/>
              <a:ln w="7938">
                <a:solidFill>
                  <a:schemeClr val="hlink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008000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29" name="Freeform 230">
                <a:extLst>
                  <a:ext uri="{FF2B5EF4-FFF2-40B4-BE49-F238E27FC236}">
                    <a16:creationId xmlns:a16="http://schemas.microsoft.com/office/drawing/2014/main" id="{30B1829C-4EBE-EB0F-339E-5299123EAA9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11" y="2469"/>
                <a:ext cx="32" cy="25"/>
              </a:xfrm>
              <a:custGeom>
                <a:avLst/>
                <a:gdLst>
                  <a:gd name="T0" fmla="*/ 16 w 32"/>
                  <a:gd name="T1" fmla="*/ 0 h 25"/>
                  <a:gd name="T2" fmla="*/ 32 w 32"/>
                  <a:gd name="T3" fmla="*/ 13 h 25"/>
                  <a:gd name="T4" fmla="*/ 16 w 32"/>
                  <a:gd name="T5" fmla="*/ 25 h 25"/>
                  <a:gd name="T6" fmla="*/ 0 w 32"/>
                  <a:gd name="T7" fmla="*/ 13 h 25"/>
                  <a:gd name="T8" fmla="*/ 16 w 32"/>
                  <a:gd name="T9" fmla="*/ 0 h 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2" h="25">
                    <a:moveTo>
                      <a:pt x="16" y="0"/>
                    </a:moveTo>
                    <a:lnTo>
                      <a:pt x="32" y="13"/>
                    </a:lnTo>
                    <a:lnTo>
                      <a:pt x="16" y="25"/>
                    </a:lnTo>
                    <a:lnTo>
                      <a:pt x="0" y="13"/>
                    </a:lnTo>
                    <a:lnTo>
                      <a:pt x="16" y="0"/>
                    </a:lnTo>
                    <a:close/>
                  </a:path>
                </a:pathLst>
              </a:custGeom>
              <a:noFill/>
              <a:ln w="7938">
                <a:solidFill>
                  <a:schemeClr val="hlink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008000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30" name="Freeform 231">
                <a:extLst>
                  <a:ext uri="{FF2B5EF4-FFF2-40B4-BE49-F238E27FC236}">
                    <a16:creationId xmlns:a16="http://schemas.microsoft.com/office/drawing/2014/main" id="{FD6361C7-B214-74B6-00F7-CD4B611E0EA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21" y="2422"/>
                <a:ext cx="32" cy="26"/>
              </a:xfrm>
              <a:custGeom>
                <a:avLst/>
                <a:gdLst>
                  <a:gd name="T0" fmla="*/ 16 w 32"/>
                  <a:gd name="T1" fmla="*/ 0 h 26"/>
                  <a:gd name="T2" fmla="*/ 32 w 32"/>
                  <a:gd name="T3" fmla="*/ 13 h 26"/>
                  <a:gd name="T4" fmla="*/ 16 w 32"/>
                  <a:gd name="T5" fmla="*/ 26 h 26"/>
                  <a:gd name="T6" fmla="*/ 0 w 32"/>
                  <a:gd name="T7" fmla="*/ 13 h 26"/>
                  <a:gd name="T8" fmla="*/ 16 w 32"/>
                  <a:gd name="T9" fmla="*/ 0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2" h="26">
                    <a:moveTo>
                      <a:pt x="16" y="0"/>
                    </a:moveTo>
                    <a:lnTo>
                      <a:pt x="32" y="13"/>
                    </a:lnTo>
                    <a:lnTo>
                      <a:pt x="16" y="26"/>
                    </a:lnTo>
                    <a:lnTo>
                      <a:pt x="0" y="13"/>
                    </a:lnTo>
                    <a:lnTo>
                      <a:pt x="16" y="0"/>
                    </a:lnTo>
                    <a:close/>
                  </a:path>
                </a:pathLst>
              </a:custGeom>
              <a:noFill/>
              <a:ln w="7938">
                <a:solidFill>
                  <a:schemeClr val="hlink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008000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31" name="Freeform 232">
                <a:extLst>
                  <a:ext uri="{FF2B5EF4-FFF2-40B4-BE49-F238E27FC236}">
                    <a16:creationId xmlns:a16="http://schemas.microsoft.com/office/drawing/2014/main" id="{8EE6BA90-A676-2A72-0619-B150D9DA0A9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27" y="2549"/>
                <a:ext cx="32" cy="25"/>
              </a:xfrm>
              <a:custGeom>
                <a:avLst/>
                <a:gdLst>
                  <a:gd name="T0" fmla="*/ 16 w 32"/>
                  <a:gd name="T1" fmla="*/ 0 h 25"/>
                  <a:gd name="T2" fmla="*/ 32 w 32"/>
                  <a:gd name="T3" fmla="*/ 13 h 25"/>
                  <a:gd name="T4" fmla="*/ 16 w 32"/>
                  <a:gd name="T5" fmla="*/ 25 h 25"/>
                  <a:gd name="T6" fmla="*/ 0 w 32"/>
                  <a:gd name="T7" fmla="*/ 13 h 25"/>
                  <a:gd name="T8" fmla="*/ 16 w 32"/>
                  <a:gd name="T9" fmla="*/ 0 h 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2" h="25">
                    <a:moveTo>
                      <a:pt x="16" y="0"/>
                    </a:moveTo>
                    <a:lnTo>
                      <a:pt x="32" y="13"/>
                    </a:lnTo>
                    <a:lnTo>
                      <a:pt x="16" y="25"/>
                    </a:lnTo>
                    <a:lnTo>
                      <a:pt x="0" y="13"/>
                    </a:lnTo>
                    <a:lnTo>
                      <a:pt x="16" y="0"/>
                    </a:lnTo>
                    <a:close/>
                  </a:path>
                </a:pathLst>
              </a:custGeom>
              <a:noFill/>
              <a:ln w="7938">
                <a:solidFill>
                  <a:schemeClr val="hlink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008000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32" name="Freeform 233">
                <a:extLst>
                  <a:ext uri="{FF2B5EF4-FFF2-40B4-BE49-F238E27FC236}">
                    <a16:creationId xmlns:a16="http://schemas.microsoft.com/office/drawing/2014/main" id="{99E1391B-2565-75D0-CE46-88CE91BD1B9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37" y="2486"/>
                <a:ext cx="32" cy="25"/>
              </a:xfrm>
              <a:custGeom>
                <a:avLst/>
                <a:gdLst>
                  <a:gd name="T0" fmla="*/ 16 w 32"/>
                  <a:gd name="T1" fmla="*/ 0 h 25"/>
                  <a:gd name="T2" fmla="*/ 32 w 32"/>
                  <a:gd name="T3" fmla="*/ 12 h 25"/>
                  <a:gd name="T4" fmla="*/ 16 w 32"/>
                  <a:gd name="T5" fmla="*/ 25 h 25"/>
                  <a:gd name="T6" fmla="*/ 0 w 32"/>
                  <a:gd name="T7" fmla="*/ 12 h 25"/>
                  <a:gd name="T8" fmla="*/ 16 w 32"/>
                  <a:gd name="T9" fmla="*/ 0 h 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2" h="25">
                    <a:moveTo>
                      <a:pt x="16" y="0"/>
                    </a:moveTo>
                    <a:lnTo>
                      <a:pt x="32" y="12"/>
                    </a:lnTo>
                    <a:lnTo>
                      <a:pt x="16" y="25"/>
                    </a:lnTo>
                    <a:lnTo>
                      <a:pt x="0" y="12"/>
                    </a:lnTo>
                    <a:lnTo>
                      <a:pt x="16" y="0"/>
                    </a:lnTo>
                    <a:close/>
                  </a:path>
                </a:pathLst>
              </a:custGeom>
              <a:noFill/>
              <a:ln w="7938">
                <a:solidFill>
                  <a:schemeClr val="hlink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008000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33" name="Freeform 234">
                <a:extLst>
                  <a:ext uri="{FF2B5EF4-FFF2-40B4-BE49-F238E27FC236}">
                    <a16:creationId xmlns:a16="http://schemas.microsoft.com/office/drawing/2014/main" id="{56CA241B-C204-BF14-2F94-12E756A06DF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48" y="2659"/>
                <a:ext cx="32" cy="25"/>
              </a:xfrm>
              <a:custGeom>
                <a:avLst/>
                <a:gdLst>
                  <a:gd name="T0" fmla="*/ 16 w 32"/>
                  <a:gd name="T1" fmla="*/ 0 h 25"/>
                  <a:gd name="T2" fmla="*/ 32 w 32"/>
                  <a:gd name="T3" fmla="*/ 13 h 25"/>
                  <a:gd name="T4" fmla="*/ 16 w 32"/>
                  <a:gd name="T5" fmla="*/ 25 h 25"/>
                  <a:gd name="T6" fmla="*/ 0 w 32"/>
                  <a:gd name="T7" fmla="*/ 13 h 25"/>
                  <a:gd name="T8" fmla="*/ 16 w 32"/>
                  <a:gd name="T9" fmla="*/ 0 h 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2" h="25">
                    <a:moveTo>
                      <a:pt x="16" y="0"/>
                    </a:moveTo>
                    <a:lnTo>
                      <a:pt x="32" y="13"/>
                    </a:lnTo>
                    <a:lnTo>
                      <a:pt x="16" y="25"/>
                    </a:lnTo>
                    <a:lnTo>
                      <a:pt x="0" y="13"/>
                    </a:lnTo>
                    <a:lnTo>
                      <a:pt x="16" y="0"/>
                    </a:lnTo>
                    <a:close/>
                  </a:path>
                </a:pathLst>
              </a:custGeom>
              <a:noFill/>
              <a:ln w="7938">
                <a:solidFill>
                  <a:schemeClr val="hlink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008000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34" name="Freeform 235">
                <a:extLst>
                  <a:ext uri="{FF2B5EF4-FFF2-40B4-BE49-F238E27FC236}">
                    <a16:creationId xmlns:a16="http://schemas.microsoft.com/office/drawing/2014/main" id="{4BB8036F-EC0E-036D-819B-431772CA9CD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53" y="2372"/>
                <a:ext cx="32" cy="25"/>
              </a:xfrm>
              <a:custGeom>
                <a:avLst/>
                <a:gdLst>
                  <a:gd name="T0" fmla="*/ 16 w 32"/>
                  <a:gd name="T1" fmla="*/ 0 h 25"/>
                  <a:gd name="T2" fmla="*/ 32 w 32"/>
                  <a:gd name="T3" fmla="*/ 12 h 25"/>
                  <a:gd name="T4" fmla="*/ 16 w 32"/>
                  <a:gd name="T5" fmla="*/ 25 h 25"/>
                  <a:gd name="T6" fmla="*/ 0 w 32"/>
                  <a:gd name="T7" fmla="*/ 12 h 25"/>
                  <a:gd name="T8" fmla="*/ 16 w 32"/>
                  <a:gd name="T9" fmla="*/ 0 h 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2" h="25">
                    <a:moveTo>
                      <a:pt x="16" y="0"/>
                    </a:moveTo>
                    <a:lnTo>
                      <a:pt x="32" y="12"/>
                    </a:lnTo>
                    <a:lnTo>
                      <a:pt x="16" y="25"/>
                    </a:lnTo>
                    <a:lnTo>
                      <a:pt x="0" y="12"/>
                    </a:lnTo>
                    <a:lnTo>
                      <a:pt x="16" y="0"/>
                    </a:lnTo>
                    <a:close/>
                  </a:path>
                </a:pathLst>
              </a:custGeom>
              <a:noFill/>
              <a:ln w="7938">
                <a:solidFill>
                  <a:schemeClr val="hlink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008000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35" name="Freeform 236">
                <a:extLst>
                  <a:ext uri="{FF2B5EF4-FFF2-40B4-BE49-F238E27FC236}">
                    <a16:creationId xmlns:a16="http://schemas.microsoft.com/office/drawing/2014/main" id="{6D196069-CB92-423A-022B-22A0138BFF2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64" y="2266"/>
                <a:ext cx="32" cy="25"/>
              </a:xfrm>
              <a:custGeom>
                <a:avLst/>
                <a:gdLst>
                  <a:gd name="T0" fmla="*/ 16 w 32"/>
                  <a:gd name="T1" fmla="*/ 0 h 25"/>
                  <a:gd name="T2" fmla="*/ 32 w 32"/>
                  <a:gd name="T3" fmla="*/ 13 h 25"/>
                  <a:gd name="T4" fmla="*/ 16 w 32"/>
                  <a:gd name="T5" fmla="*/ 25 h 25"/>
                  <a:gd name="T6" fmla="*/ 0 w 32"/>
                  <a:gd name="T7" fmla="*/ 13 h 25"/>
                  <a:gd name="T8" fmla="*/ 16 w 32"/>
                  <a:gd name="T9" fmla="*/ 0 h 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2" h="25">
                    <a:moveTo>
                      <a:pt x="16" y="0"/>
                    </a:moveTo>
                    <a:lnTo>
                      <a:pt x="32" y="13"/>
                    </a:lnTo>
                    <a:lnTo>
                      <a:pt x="16" y="25"/>
                    </a:lnTo>
                    <a:lnTo>
                      <a:pt x="0" y="13"/>
                    </a:lnTo>
                    <a:lnTo>
                      <a:pt x="16" y="0"/>
                    </a:lnTo>
                    <a:close/>
                  </a:path>
                </a:pathLst>
              </a:custGeom>
              <a:noFill/>
              <a:ln w="7938">
                <a:solidFill>
                  <a:schemeClr val="hlink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008000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36" name="Freeform 237">
                <a:extLst>
                  <a:ext uri="{FF2B5EF4-FFF2-40B4-BE49-F238E27FC236}">
                    <a16:creationId xmlns:a16="http://schemas.microsoft.com/office/drawing/2014/main" id="{C999B185-9A7F-0299-54D7-E7C36273F69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69" y="2203"/>
                <a:ext cx="32" cy="25"/>
              </a:xfrm>
              <a:custGeom>
                <a:avLst/>
                <a:gdLst>
                  <a:gd name="T0" fmla="*/ 16 w 32"/>
                  <a:gd name="T1" fmla="*/ 0 h 25"/>
                  <a:gd name="T2" fmla="*/ 32 w 32"/>
                  <a:gd name="T3" fmla="*/ 12 h 25"/>
                  <a:gd name="T4" fmla="*/ 16 w 32"/>
                  <a:gd name="T5" fmla="*/ 25 h 25"/>
                  <a:gd name="T6" fmla="*/ 0 w 32"/>
                  <a:gd name="T7" fmla="*/ 12 h 25"/>
                  <a:gd name="T8" fmla="*/ 16 w 32"/>
                  <a:gd name="T9" fmla="*/ 0 h 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2" h="25">
                    <a:moveTo>
                      <a:pt x="16" y="0"/>
                    </a:moveTo>
                    <a:lnTo>
                      <a:pt x="32" y="12"/>
                    </a:lnTo>
                    <a:lnTo>
                      <a:pt x="16" y="25"/>
                    </a:lnTo>
                    <a:lnTo>
                      <a:pt x="0" y="12"/>
                    </a:lnTo>
                    <a:lnTo>
                      <a:pt x="16" y="0"/>
                    </a:lnTo>
                    <a:close/>
                  </a:path>
                </a:pathLst>
              </a:custGeom>
              <a:noFill/>
              <a:ln w="7938">
                <a:solidFill>
                  <a:schemeClr val="hlink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008000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37" name="Freeform 238">
                <a:extLst>
                  <a:ext uri="{FF2B5EF4-FFF2-40B4-BE49-F238E27FC236}">
                    <a16:creationId xmlns:a16="http://schemas.microsoft.com/office/drawing/2014/main" id="{CF7F1C85-73F8-BE43-5BE8-ED0BB25058F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80" y="2300"/>
                <a:ext cx="32" cy="25"/>
              </a:xfrm>
              <a:custGeom>
                <a:avLst/>
                <a:gdLst>
                  <a:gd name="T0" fmla="*/ 16 w 32"/>
                  <a:gd name="T1" fmla="*/ 0 h 25"/>
                  <a:gd name="T2" fmla="*/ 32 w 32"/>
                  <a:gd name="T3" fmla="*/ 12 h 25"/>
                  <a:gd name="T4" fmla="*/ 16 w 32"/>
                  <a:gd name="T5" fmla="*/ 25 h 25"/>
                  <a:gd name="T6" fmla="*/ 0 w 32"/>
                  <a:gd name="T7" fmla="*/ 12 h 25"/>
                  <a:gd name="T8" fmla="*/ 16 w 32"/>
                  <a:gd name="T9" fmla="*/ 0 h 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2" h="25">
                    <a:moveTo>
                      <a:pt x="16" y="0"/>
                    </a:moveTo>
                    <a:lnTo>
                      <a:pt x="32" y="12"/>
                    </a:lnTo>
                    <a:lnTo>
                      <a:pt x="16" y="25"/>
                    </a:lnTo>
                    <a:lnTo>
                      <a:pt x="0" y="12"/>
                    </a:lnTo>
                    <a:lnTo>
                      <a:pt x="16" y="0"/>
                    </a:lnTo>
                    <a:close/>
                  </a:path>
                </a:pathLst>
              </a:custGeom>
              <a:noFill/>
              <a:ln w="7938">
                <a:solidFill>
                  <a:schemeClr val="hlink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008000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38" name="Freeform 239">
                <a:extLst>
                  <a:ext uri="{FF2B5EF4-FFF2-40B4-BE49-F238E27FC236}">
                    <a16:creationId xmlns:a16="http://schemas.microsoft.com/office/drawing/2014/main" id="{358BFABB-85A4-35CF-616F-2B9A61F9878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85" y="2372"/>
                <a:ext cx="32" cy="25"/>
              </a:xfrm>
              <a:custGeom>
                <a:avLst/>
                <a:gdLst>
                  <a:gd name="T0" fmla="*/ 16 w 32"/>
                  <a:gd name="T1" fmla="*/ 0 h 25"/>
                  <a:gd name="T2" fmla="*/ 32 w 32"/>
                  <a:gd name="T3" fmla="*/ 12 h 25"/>
                  <a:gd name="T4" fmla="*/ 16 w 32"/>
                  <a:gd name="T5" fmla="*/ 25 h 25"/>
                  <a:gd name="T6" fmla="*/ 0 w 32"/>
                  <a:gd name="T7" fmla="*/ 12 h 25"/>
                  <a:gd name="T8" fmla="*/ 16 w 32"/>
                  <a:gd name="T9" fmla="*/ 0 h 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2" h="25">
                    <a:moveTo>
                      <a:pt x="16" y="0"/>
                    </a:moveTo>
                    <a:lnTo>
                      <a:pt x="32" y="12"/>
                    </a:lnTo>
                    <a:lnTo>
                      <a:pt x="16" y="25"/>
                    </a:lnTo>
                    <a:lnTo>
                      <a:pt x="0" y="12"/>
                    </a:lnTo>
                    <a:lnTo>
                      <a:pt x="16" y="0"/>
                    </a:lnTo>
                    <a:close/>
                  </a:path>
                </a:pathLst>
              </a:custGeom>
              <a:noFill/>
              <a:ln w="7938">
                <a:solidFill>
                  <a:schemeClr val="hlink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008000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39" name="Freeform 240">
                <a:extLst>
                  <a:ext uri="{FF2B5EF4-FFF2-40B4-BE49-F238E27FC236}">
                    <a16:creationId xmlns:a16="http://schemas.microsoft.com/office/drawing/2014/main" id="{6E574B2D-6719-915C-FBC5-D4A18D9EB05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96" y="2418"/>
                <a:ext cx="32" cy="25"/>
              </a:xfrm>
              <a:custGeom>
                <a:avLst/>
                <a:gdLst>
                  <a:gd name="T0" fmla="*/ 16 w 32"/>
                  <a:gd name="T1" fmla="*/ 0 h 25"/>
                  <a:gd name="T2" fmla="*/ 32 w 32"/>
                  <a:gd name="T3" fmla="*/ 13 h 25"/>
                  <a:gd name="T4" fmla="*/ 16 w 32"/>
                  <a:gd name="T5" fmla="*/ 25 h 25"/>
                  <a:gd name="T6" fmla="*/ 0 w 32"/>
                  <a:gd name="T7" fmla="*/ 13 h 25"/>
                  <a:gd name="T8" fmla="*/ 16 w 32"/>
                  <a:gd name="T9" fmla="*/ 0 h 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2" h="25">
                    <a:moveTo>
                      <a:pt x="16" y="0"/>
                    </a:moveTo>
                    <a:lnTo>
                      <a:pt x="32" y="13"/>
                    </a:lnTo>
                    <a:lnTo>
                      <a:pt x="16" y="25"/>
                    </a:lnTo>
                    <a:lnTo>
                      <a:pt x="0" y="13"/>
                    </a:lnTo>
                    <a:lnTo>
                      <a:pt x="16" y="0"/>
                    </a:lnTo>
                    <a:close/>
                  </a:path>
                </a:pathLst>
              </a:custGeom>
              <a:noFill/>
              <a:ln w="7938">
                <a:solidFill>
                  <a:schemeClr val="hlink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008000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40" name="Freeform 241">
                <a:extLst>
                  <a:ext uri="{FF2B5EF4-FFF2-40B4-BE49-F238E27FC236}">
                    <a16:creationId xmlns:a16="http://schemas.microsoft.com/office/drawing/2014/main" id="{8F6CB432-14F8-91DA-FAE5-80082EFBD2F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101" y="2405"/>
                <a:ext cx="32" cy="26"/>
              </a:xfrm>
              <a:custGeom>
                <a:avLst/>
                <a:gdLst>
                  <a:gd name="T0" fmla="*/ 16 w 32"/>
                  <a:gd name="T1" fmla="*/ 0 h 26"/>
                  <a:gd name="T2" fmla="*/ 32 w 32"/>
                  <a:gd name="T3" fmla="*/ 13 h 26"/>
                  <a:gd name="T4" fmla="*/ 16 w 32"/>
                  <a:gd name="T5" fmla="*/ 26 h 26"/>
                  <a:gd name="T6" fmla="*/ 0 w 32"/>
                  <a:gd name="T7" fmla="*/ 13 h 26"/>
                  <a:gd name="T8" fmla="*/ 16 w 32"/>
                  <a:gd name="T9" fmla="*/ 0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2" h="26">
                    <a:moveTo>
                      <a:pt x="16" y="0"/>
                    </a:moveTo>
                    <a:lnTo>
                      <a:pt x="32" y="13"/>
                    </a:lnTo>
                    <a:lnTo>
                      <a:pt x="16" y="26"/>
                    </a:lnTo>
                    <a:lnTo>
                      <a:pt x="0" y="13"/>
                    </a:lnTo>
                    <a:lnTo>
                      <a:pt x="16" y="0"/>
                    </a:lnTo>
                    <a:close/>
                  </a:path>
                </a:pathLst>
              </a:custGeom>
              <a:noFill/>
              <a:ln w="7938">
                <a:solidFill>
                  <a:schemeClr val="hlink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008000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41" name="Freeform 242">
                <a:extLst>
                  <a:ext uri="{FF2B5EF4-FFF2-40B4-BE49-F238E27FC236}">
                    <a16:creationId xmlns:a16="http://schemas.microsoft.com/office/drawing/2014/main" id="{34162573-4376-F536-309E-B24EDB52AC7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112" y="2393"/>
                <a:ext cx="32" cy="25"/>
              </a:xfrm>
              <a:custGeom>
                <a:avLst/>
                <a:gdLst>
                  <a:gd name="T0" fmla="*/ 16 w 32"/>
                  <a:gd name="T1" fmla="*/ 0 h 25"/>
                  <a:gd name="T2" fmla="*/ 32 w 32"/>
                  <a:gd name="T3" fmla="*/ 12 h 25"/>
                  <a:gd name="T4" fmla="*/ 16 w 32"/>
                  <a:gd name="T5" fmla="*/ 25 h 25"/>
                  <a:gd name="T6" fmla="*/ 0 w 32"/>
                  <a:gd name="T7" fmla="*/ 12 h 25"/>
                  <a:gd name="T8" fmla="*/ 16 w 32"/>
                  <a:gd name="T9" fmla="*/ 0 h 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2" h="25">
                    <a:moveTo>
                      <a:pt x="16" y="0"/>
                    </a:moveTo>
                    <a:lnTo>
                      <a:pt x="32" y="12"/>
                    </a:lnTo>
                    <a:lnTo>
                      <a:pt x="16" y="25"/>
                    </a:lnTo>
                    <a:lnTo>
                      <a:pt x="0" y="12"/>
                    </a:lnTo>
                    <a:lnTo>
                      <a:pt x="16" y="0"/>
                    </a:lnTo>
                    <a:close/>
                  </a:path>
                </a:pathLst>
              </a:custGeom>
              <a:noFill/>
              <a:ln w="7938">
                <a:solidFill>
                  <a:schemeClr val="hlink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008000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42" name="Freeform 243">
                <a:extLst>
                  <a:ext uri="{FF2B5EF4-FFF2-40B4-BE49-F238E27FC236}">
                    <a16:creationId xmlns:a16="http://schemas.microsoft.com/office/drawing/2014/main" id="{1D2DD4F1-69BC-478D-C121-DF6955B3A2C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122" y="2482"/>
                <a:ext cx="32" cy="25"/>
              </a:xfrm>
              <a:custGeom>
                <a:avLst/>
                <a:gdLst>
                  <a:gd name="T0" fmla="*/ 16 w 32"/>
                  <a:gd name="T1" fmla="*/ 0 h 25"/>
                  <a:gd name="T2" fmla="*/ 32 w 32"/>
                  <a:gd name="T3" fmla="*/ 12 h 25"/>
                  <a:gd name="T4" fmla="*/ 16 w 32"/>
                  <a:gd name="T5" fmla="*/ 25 h 25"/>
                  <a:gd name="T6" fmla="*/ 0 w 32"/>
                  <a:gd name="T7" fmla="*/ 12 h 25"/>
                  <a:gd name="T8" fmla="*/ 16 w 32"/>
                  <a:gd name="T9" fmla="*/ 0 h 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2" h="25">
                    <a:moveTo>
                      <a:pt x="16" y="0"/>
                    </a:moveTo>
                    <a:lnTo>
                      <a:pt x="32" y="12"/>
                    </a:lnTo>
                    <a:lnTo>
                      <a:pt x="16" y="25"/>
                    </a:lnTo>
                    <a:lnTo>
                      <a:pt x="0" y="12"/>
                    </a:lnTo>
                    <a:lnTo>
                      <a:pt x="16" y="0"/>
                    </a:lnTo>
                    <a:close/>
                  </a:path>
                </a:pathLst>
              </a:custGeom>
              <a:noFill/>
              <a:ln w="7938">
                <a:solidFill>
                  <a:schemeClr val="hlink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008000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43" name="Freeform 244">
                <a:extLst>
                  <a:ext uri="{FF2B5EF4-FFF2-40B4-BE49-F238E27FC236}">
                    <a16:creationId xmlns:a16="http://schemas.microsoft.com/office/drawing/2014/main" id="{98364779-4253-9099-4A72-60F31EDCD52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128" y="2460"/>
                <a:ext cx="32" cy="26"/>
              </a:xfrm>
              <a:custGeom>
                <a:avLst/>
                <a:gdLst>
                  <a:gd name="T0" fmla="*/ 16 w 32"/>
                  <a:gd name="T1" fmla="*/ 0 h 26"/>
                  <a:gd name="T2" fmla="*/ 32 w 32"/>
                  <a:gd name="T3" fmla="*/ 13 h 26"/>
                  <a:gd name="T4" fmla="*/ 16 w 32"/>
                  <a:gd name="T5" fmla="*/ 26 h 26"/>
                  <a:gd name="T6" fmla="*/ 0 w 32"/>
                  <a:gd name="T7" fmla="*/ 13 h 26"/>
                  <a:gd name="T8" fmla="*/ 16 w 32"/>
                  <a:gd name="T9" fmla="*/ 0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2" h="26">
                    <a:moveTo>
                      <a:pt x="16" y="0"/>
                    </a:moveTo>
                    <a:lnTo>
                      <a:pt x="32" y="13"/>
                    </a:lnTo>
                    <a:lnTo>
                      <a:pt x="16" y="26"/>
                    </a:lnTo>
                    <a:lnTo>
                      <a:pt x="0" y="13"/>
                    </a:lnTo>
                    <a:lnTo>
                      <a:pt x="16" y="0"/>
                    </a:lnTo>
                    <a:close/>
                  </a:path>
                </a:pathLst>
              </a:custGeom>
              <a:noFill/>
              <a:ln w="7938">
                <a:solidFill>
                  <a:schemeClr val="hlink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008000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44" name="Freeform 245">
                <a:extLst>
                  <a:ext uri="{FF2B5EF4-FFF2-40B4-BE49-F238E27FC236}">
                    <a16:creationId xmlns:a16="http://schemas.microsoft.com/office/drawing/2014/main" id="{1DD6B480-3107-C60B-ED91-7778EC697A3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138" y="2482"/>
                <a:ext cx="32" cy="25"/>
              </a:xfrm>
              <a:custGeom>
                <a:avLst/>
                <a:gdLst>
                  <a:gd name="T0" fmla="*/ 16 w 32"/>
                  <a:gd name="T1" fmla="*/ 0 h 25"/>
                  <a:gd name="T2" fmla="*/ 32 w 32"/>
                  <a:gd name="T3" fmla="*/ 12 h 25"/>
                  <a:gd name="T4" fmla="*/ 16 w 32"/>
                  <a:gd name="T5" fmla="*/ 25 h 25"/>
                  <a:gd name="T6" fmla="*/ 0 w 32"/>
                  <a:gd name="T7" fmla="*/ 12 h 25"/>
                  <a:gd name="T8" fmla="*/ 16 w 32"/>
                  <a:gd name="T9" fmla="*/ 0 h 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2" h="25">
                    <a:moveTo>
                      <a:pt x="16" y="0"/>
                    </a:moveTo>
                    <a:lnTo>
                      <a:pt x="32" y="12"/>
                    </a:lnTo>
                    <a:lnTo>
                      <a:pt x="16" y="25"/>
                    </a:lnTo>
                    <a:lnTo>
                      <a:pt x="0" y="12"/>
                    </a:lnTo>
                    <a:lnTo>
                      <a:pt x="16" y="0"/>
                    </a:lnTo>
                    <a:close/>
                  </a:path>
                </a:pathLst>
              </a:custGeom>
              <a:noFill/>
              <a:ln w="7938">
                <a:solidFill>
                  <a:schemeClr val="hlink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008000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45" name="Freeform 246">
                <a:extLst>
                  <a:ext uri="{FF2B5EF4-FFF2-40B4-BE49-F238E27FC236}">
                    <a16:creationId xmlns:a16="http://schemas.microsoft.com/office/drawing/2014/main" id="{6D135D3A-FA6E-A8F7-FF90-EDDF1450B93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144" y="2735"/>
                <a:ext cx="32" cy="25"/>
              </a:xfrm>
              <a:custGeom>
                <a:avLst/>
                <a:gdLst>
                  <a:gd name="T0" fmla="*/ 16 w 32"/>
                  <a:gd name="T1" fmla="*/ 0 h 25"/>
                  <a:gd name="T2" fmla="*/ 32 w 32"/>
                  <a:gd name="T3" fmla="*/ 13 h 25"/>
                  <a:gd name="T4" fmla="*/ 16 w 32"/>
                  <a:gd name="T5" fmla="*/ 25 h 25"/>
                  <a:gd name="T6" fmla="*/ 0 w 32"/>
                  <a:gd name="T7" fmla="*/ 13 h 25"/>
                  <a:gd name="T8" fmla="*/ 16 w 32"/>
                  <a:gd name="T9" fmla="*/ 0 h 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2" h="25">
                    <a:moveTo>
                      <a:pt x="16" y="0"/>
                    </a:moveTo>
                    <a:lnTo>
                      <a:pt x="32" y="13"/>
                    </a:lnTo>
                    <a:lnTo>
                      <a:pt x="16" y="25"/>
                    </a:lnTo>
                    <a:lnTo>
                      <a:pt x="0" y="13"/>
                    </a:lnTo>
                    <a:lnTo>
                      <a:pt x="16" y="0"/>
                    </a:lnTo>
                    <a:close/>
                  </a:path>
                </a:pathLst>
              </a:custGeom>
              <a:noFill/>
              <a:ln w="7938">
                <a:solidFill>
                  <a:schemeClr val="hlink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008000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46" name="Freeform 247">
                <a:extLst>
                  <a:ext uri="{FF2B5EF4-FFF2-40B4-BE49-F238E27FC236}">
                    <a16:creationId xmlns:a16="http://schemas.microsoft.com/office/drawing/2014/main" id="{3F977E8E-80B6-3214-A093-8A59F00A948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154" y="2963"/>
                <a:ext cx="32" cy="26"/>
              </a:xfrm>
              <a:custGeom>
                <a:avLst/>
                <a:gdLst>
                  <a:gd name="T0" fmla="*/ 16 w 32"/>
                  <a:gd name="T1" fmla="*/ 0 h 26"/>
                  <a:gd name="T2" fmla="*/ 32 w 32"/>
                  <a:gd name="T3" fmla="*/ 13 h 26"/>
                  <a:gd name="T4" fmla="*/ 16 w 32"/>
                  <a:gd name="T5" fmla="*/ 26 h 26"/>
                  <a:gd name="T6" fmla="*/ 0 w 32"/>
                  <a:gd name="T7" fmla="*/ 13 h 26"/>
                  <a:gd name="T8" fmla="*/ 16 w 32"/>
                  <a:gd name="T9" fmla="*/ 0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2" h="26">
                    <a:moveTo>
                      <a:pt x="16" y="0"/>
                    </a:moveTo>
                    <a:lnTo>
                      <a:pt x="32" y="13"/>
                    </a:lnTo>
                    <a:lnTo>
                      <a:pt x="16" y="26"/>
                    </a:lnTo>
                    <a:lnTo>
                      <a:pt x="0" y="13"/>
                    </a:lnTo>
                    <a:lnTo>
                      <a:pt x="16" y="0"/>
                    </a:lnTo>
                    <a:close/>
                  </a:path>
                </a:pathLst>
              </a:custGeom>
              <a:noFill/>
              <a:ln w="7938">
                <a:solidFill>
                  <a:schemeClr val="hlink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008000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47" name="Freeform 248">
                <a:extLst>
                  <a:ext uri="{FF2B5EF4-FFF2-40B4-BE49-F238E27FC236}">
                    <a16:creationId xmlns:a16="http://schemas.microsoft.com/office/drawing/2014/main" id="{B4ED55AE-290A-D1FB-1698-0E79980421F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160" y="2967"/>
                <a:ext cx="32" cy="26"/>
              </a:xfrm>
              <a:custGeom>
                <a:avLst/>
                <a:gdLst>
                  <a:gd name="T0" fmla="*/ 16 w 32"/>
                  <a:gd name="T1" fmla="*/ 0 h 26"/>
                  <a:gd name="T2" fmla="*/ 32 w 32"/>
                  <a:gd name="T3" fmla="*/ 13 h 26"/>
                  <a:gd name="T4" fmla="*/ 16 w 32"/>
                  <a:gd name="T5" fmla="*/ 26 h 26"/>
                  <a:gd name="T6" fmla="*/ 0 w 32"/>
                  <a:gd name="T7" fmla="*/ 13 h 26"/>
                  <a:gd name="T8" fmla="*/ 16 w 32"/>
                  <a:gd name="T9" fmla="*/ 0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2" h="26">
                    <a:moveTo>
                      <a:pt x="16" y="0"/>
                    </a:moveTo>
                    <a:lnTo>
                      <a:pt x="32" y="13"/>
                    </a:lnTo>
                    <a:lnTo>
                      <a:pt x="16" y="26"/>
                    </a:lnTo>
                    <a:lnTo>
                      <a:pt x="0" y="13"/>
                    </a:lnTo>
                    <a:lnTo>
                      <a:pt x="16" y="0"/>
                    </a:lnTo>
                    <a:close/>
                  </a:path>
                </a:pathLst>
              </a:custGeom>
              <a:noFill/>
              <a:ln w="7938">
                <a:solidFill>
                  <a:schemeClr val="hlink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008000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48" name="Freeform 249">
                <a:extLst>
                  <a:ext uri="{FF2B5EF4-FFF2-40B4-BE49-F238E27FC236}">
                    <a16:creationId xmlns:a16="http://schemas.microsoft.com/office/drawing/2014/main" id="{0417A352-5C3E-9038-1C4D-44DC30F0005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170" y="2980"/>
                <a:ext cx="32" cy="25"/>
              </a:xfrm>
              <a:custGeom>
                <a:avLst/>
                <a:gdLst>
                  <a:gd name="T0" fmla="*/ 16 w 32"/>
                  <a:gd name="T1" fmla="*/ 0 h 25"/>
                  <a:gd name="T2" fmla="*/ 32 w 32"/>
                  <a:gd name="T3" fmla="*/ 13 h 25"/>
                  <a:gd name="T4" fmla="*/ 16 w 32"/>
                  <a:gd name="T5" fmla="*/ 25 h 25"/>
                  <a:gd name="T6" fmla="*/ 0 w 32"/>
                  <a:gd name="T7" fmla="*/ 13 h 25"/>
                  <a:gd name="T8" fmla="*/ 16 w 32"/>
                  <a:gd name="T9" fmla="*/ 0 h 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2" h="25">
                    <a:moveTo>
                      <a:pt x="16" y="0"/>
                    </a:moveTo>
                    <a:lnTo>
                      <a:pt x="32" y="13"/>
                    </a:lnTo>
                    <a:lnTo>
                      <a:pt x="16" y="25"/>
                    </a:lnTo>
                    <a:lnTo>
                      <a:pt x="0" y="13"/>
                    </a:lnTo>
                    <a:lnTo>
                      <a:pt x="16" y="0"/>
                    </a:lnTo>
                    <a:close/>
                  </a:path>
                </a:pathLst>
              </a:custGeom>
              <a:noFill/>
              <a:ln w="7938">
                <a:solidFill>
                  <a:schemeClr val="hlink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008000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49" name="Freeform 250">
                <a:extLst>
                  <a:ext uri="{FF2B5EF4-FFF2-40B4-BE49-F238E27FC236}">
                    <a16:creationId xmlns:a16="http://schemas.microsoft.com/office/drawing/2014/main" id="{67F52A15-4C37-C29C-C3D9-8547CF069FA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176" y="3044"/>
                <a:ext cx="32" cy="25"/>
              </a:xfrm>
              <a:custGeom>
                <a:avLst/>
                <a:gdLst>
                  <a:gd name="T0" fmla="*/ 16 w 32"/>
                  <a:gd name="T1" fmla="*/ 0 h 25"/>
                  <a:gd name="T2" fmla="*/ 32 w 32"/>
                  <a:gd name="T3" fmla="*/ 12 h 25"/>
                  <a:gd name="T4" fmla="*/ 16 w 32"/>
                  <a:gd name="T5" fmla="*/ 25 h 25"/>
                  <a:gd name="T6" fmla="*/ 0 w 32"/>
                  <a:gd name="T7" fmla="*/ 12 h 25"/>
                  <a:gd name="T8" fmla="*/ 16 w 32"/>
                  <a:gd name="T9" fmla="*/ 0 h 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2" h="25">
                    <a:moveTo>
                      <a:pt x="16" y="0"/>
                    </a:moveTo>
                    <a:lnTo>
                      <a:pt x="32" y="12"/>
                    </a:lnTo>
                    <a:lnTo>
                      <a:pt x="16" y="25"/>
                    </a:lnTo>
                    <a:lnTo>
                      <a:pt x="0" y="12"/>
                    </a:lnTo>
                    <a:lnTo>
                      <a:pt x="16" y="0"/>
                    </a:lnTo>
                    <a:close/>
                  </a:path>
                </a:pathLst>
              </a:custGeom>
              <a:noFill/>
              <a:ln w="7938">
                <a:solidFill>
                  <a:schemeClr val="hlink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008000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50" name="Freeform 251">
                <a:extLst>
                  <a:ext uri="{FF2B5EF4-FFF2-40B4-BE49-F238E27FC236}">
                    <a16:creationId xmlns:a16="http://schemas.microsoft.com/office/drawing/2014/main" id="{6FEC3A2C-DBBD-CA59-581F-0F60596C803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186" y="3048"/>
                <a:ext cx="32" cy="25"/>
              </a:xfrm>
              <a:custGeom>
                <a:avLst/>
                <a:gdLst>
                  <a:gd name="T0" fmla="*/ 16 w 32"/>
                  <a:gd name="T1" fmla="*/ 0 h 25"/>
                  <a:gd name="T2" fmla="*/ 32 w 32"/>
                  <a:gd name="T3" fmla="*/ 12 h 25"/>
                  <a:gd name="T4" fmla="*/ 16 w 32"/>
                  <a:gd name="T5" fmla="*/ 25 h 25"/>
                  <a:gd name="T6" fmla="*/ 0 w 32"/>
                  <a:gd name="T7" fmla="*/ 12 h 25"/>
                  <a:gd name="T8" fmla="*/ 16 w 32"/>
                  <a:gd name="T9" fmla="*/ 0 h 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2" h="25">
                    <a:moveTo>
                      <a:pt x="16" y="0"/>
                    </a:moveTo>
                    <a:lnTo>
                      <a:pt x="32" y="12"/>
                    </a:lnTo>
                    <a:lnTo>
                      <a:pt x="16" y="25"/>
                    </a:lnTo>
                    <a:lnTo>
                      <a:pt x="0" y="12"/>
                    </a:lnTo>
                    <a:lnTo>
                      <a:pt x="16" y="0"/>
                    </a:lnTo>
                    <a:close/>
                  </a:path>
                </a:pathLst>
              </a:custGeom>
              <a:noFill/>
              <a:ln w="7938">
                <a:solidFill>
                  <a:schemeClr val="hlink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008000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51" name="Freeform 252">
                <a:extLst>
                  <a:ext uri="{FF2B5EF4-FFF2-40B4-BE49-F238E27FC236}">
                    <a16:creationId xmlns:a16="http://schemas.microsoft.com/office/drawing/2014/main" id="{DC24E599-4074-7288-04BB-2BBF4F072AC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197" y="3010"/>
                <a:ext cx="32" cy="25"/>
              </a:xfrm>
              <a:custGeom>
                <a:avLst/>
                <a:gdLst>
                  <a:gd name="T0" fmla="*/ 16 w 32"/>
                  <a:gd name="T1" fmla="*/ 0 h 25"/>
                  <a:gd name="T2" fmla="*/ 32 w 32"/>
                  <a:gd name="T3" fmla="*/ 12 h 25"/>
                  <a:gd name="T4" fmla="*/ 16 w 32"/>
                  <a:gd name="T5" fmla="*/ 25 h 25"/>
                  <a:gd name="T6" fmla="*/ 0 w 32"/>
                  <a:gd name="T7" fmla="*/ 12 h 25"/>
                  <a:gd name="T8" fmla="*/ 16 w 32"/>
                  <a:gd name="T9" fmla="*/ 0 h 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2" h="25">
                    <a:moveTo>
                      <a:pt x="16" y="0"/>
                    </a:moveTo>
                    <a:lnTo>
                      <a:pt x="32" y="12"/>
                    </a:lnTo>
                    <a:lnTo>
                      <a:pt x="16" y="25"/>
                    </a:lnTo>
                    <a:lnTo>
                      <a:pt x="0" y="12"/>
                    </a:lnTo>
                    <a:lnTo>
                      <a:pt x="16" y="0"/>
                    </a:lnTo>
                    <a:close/>
                  </a:path>
                </a:pathLst>
              </a:custGeom>
              <a:noFill/>
              <a:ln w="7938">
                <a:solidFill>
                  <a:schemeClr val="hlink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008000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52" name="Freeform 253">
                <a:extLst>
                  <a:ext uri="{FF2B5EF4-FFF2-40B4-BE49-F238E27FC236}">
                    <a16:creationId xmlns:a16="http://schemas.microsoft.com/office/drawing/2014/main" id="{762F450D-306B-8C93-9DF8-531DE1DCA85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202" y="3052"/>
                <a:ext cx="32" cy="25"/>
              </a:xfrm>
              <a:custGeom>
                <a:avLst/>
                <a:gdLst>
                  <a:gd name="T0" fmla="*/ 16 w 32"/>
                  <a:gd name="T1" fmla="*/ 0 h 25"/>
                  <a:gd name="T2" fmla="*/ 32 w 32"/>
                  <a:gd name="T3" fmla="*/ 13 h 25"/>
                  <a:gd name="T4" fmla="*/ 16 w 32"/>
                  <a:gd name="T5" fmla="*/ 25 h 25"/>
                  <a:gd name="T6" fmla="*/ 0 w 32"/>
                  <a:gd name="T7" fmla="*/ 13 h 25"/>
                  <a:gd name="T8" fmla="*/ 16 w 32"/>
                  <a:gd name="T9" fmla="*/ 0 h 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2" h="25">
                    <a:moveTo>
                      <a:pt x="16" y="0"/>
                    </a:moveTo>
                    <a:lnTo>
                      <a:pt x="32" y="13"/>
                    </a:lnTo>
                    <a:lnTo>
                      <a:pt x="16" y="25"/>
                    </a:lnTo>
                    <a:lnTo>
                      <a:pt x="0" y="13"/>
                    </a:lnTo>
                    <a:lnTo>
                      <a:pt x="16" y="0"/>
                    </a:lnTo>
                    <a:close/>
                  </a:path>
                </a:pathLst>
              </a:custGeom>
              <a:noFill/>
              <a:ln w="7938">
                <a:solidFill>
                  <a:schemeClr val="hlink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008000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53" name="Freeform 254">
                <a:extLst>
                  <a:ext uri="{FF2B5EF4-FFF2-40B4-BE49-F238E27FC236}">
                    <a16:creationId xmlns:a16="http://schemas.microsoft.com/office/drawing/2014/main" id="{CB763856-0FE7-AD2C-2A87-0540C19D486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213" y="3107"/>
                <a:ext cx="32" cy="25"/>
              </a:xfrm>
              <a:custGeom>
                <a:avLst/>
                <a:gdLst>
                  <a:gd name="T0" fmla="*/ 16 w 32"/>
                  <a:gd name="T1" fmla="*/ 0 h 25"/>
                  <a:gd name="T2" fmla="*/ 32 w 32"/>
                  <a:gd name="T3" fmla="*/ 13 h 25"/>
                  <a:gd name="T4" fmla="*/ 16 w 32"/>
                  <a:gd name="T5" fmla="*/ 25 h 25"/>
                  <a:gd name="T6" fmla="*/ 0 w 32"/>
                  <a:gd name="T7" fmla="*/ 13 h 25"/>
                  <a:gd name="T8" fmla="*/ 16 w 32"/>
                  <a:gd name="T9" fmla="*/ 0 h 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2" h="25">
                    <a:moveTo>
                      <a:pt x="16" y="0"/>
                    </a:moveTo>
                    <a:lnTo>
                      <a:pt x="32" y="13"/>
                    </a:lnTo>
                    <a:lnTo>
                      <a:pt x="16" y="25"/>
                    </a:lnTo>
                    <a:lnTo>
                      <a:pt x="0" y="13"/>
                    </a:lnTo>
                    <a:lnTo>
                      <a:pt x="16" y="0"/>
                    </a:lnTo>
                    <a:close/>
                  </a:path>
                </a:pathLst>
              </a:custGeom>
              <a:noFill/>
              <a:ln w="7938">
                <a:solidFill>
                  <a:schemeClr val="hlink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008000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54" name="Freeform 255">
                <a:extLst>
                  <a:ext uri="{FF2B5EF4-FFF2-40B4-BE49-F238E27FC236}">
                    <a16:creationId xmlns:a16="http://schemas.microsoft.com/office/drawing/2014/main" id="{FB5F576A-BEE9-1061-C58C-5F093485E7B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218" y="3098"/>
                <a:ext cx="32" cy="26"/>
              </a:xfrm>
              <a:custGeom>
                <a:avLst/>
                <a:gdLst>
                  <a:gd name="T0" fmla="*/ 16 w 32"/>
                  <a:gd name="T1" fmla="*/ 0 h 26"/>
                  <a:gd name="T2" fmla="*/ 32 w 32"/>
                  <a:gd name="T3" fmla="*/ 13 h 26"/>
                  <a:gd name="T4" fmla="*/ 16 w 32"/>
                  <a:gd name="T5" fmla="*/ 26 h 26"/>
                  <a:gd name="T6" fmla="*/ 0 w 32"/>
                  <a:gd name="T7" fmla="*/ 13 h 26"/>
                  <a:gd name="T8" fmla="*/ 16 w 32"/>
                  <a:gd name="T9" fmla="*/ 0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2" h="26">
                    <a:moveTo>
                      <a:pt x="16" y="0"/>
                    </a:moveTo>
                    <a:lnTo>
                      <a:pt x="32" y="13"/>
                    </a:lnTo>
                    <a:lnTo>
                      <a:pt x="16" y="26"/>
                    </a:lnTo>
                    <a:lnTo>
                      <a:pt x="0" y="13"/>
                    </a:lnTo>
                    <a:lnTo>
                      <a:pt x="16" y="0"/>
                    </a:lnTo>
                    <a:close/>
                  </a:path>
                </a:pathLst>
              </a:custGeom>
              <a:noFill/>
              <a:ln w="7938">
                <a:solidFill>
                  <a:schemeClr val="hlink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008000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55" name="Freeform 256">
                <a:extLst>
                  <a:ext uri="{FF2B5EF4-FFF2-40B4-BE49-F238E27FC236}">
                    <a16:creationId xmlns:a16="http://schemas.microsoft.com/office/drawing/2014/main" id="{F6088187-FCD0-9C7A-1E41-01C72306901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229" y="3141"/>
                <a:ext cx="32" cy="25"/>
              </a:xfrm>
              <a:custGeom>
                <a:avLst/>
                <a:gdLst>
                  <a:gd name="T0" fmla="*/ 16 w 32"/>
                  <a:gd name="T1" fmla="*/ 0 h 25"/>
                  <a:gd name="T2" fmla="*/ 32 w 32"/>
                  <a:gd name="T3" fmla="*/ 12 h 25"/>
                  <a:gd name="T4" fmla="*/ 16 w 32"/>
                  <a:gd name="T5" fmla="*/ 25 h 25"/>
                  <a:gd name="T6" fmla="*/ 0 w 32"/>
                  <a:gd name="T7" fmla="*/ 12 h 25"/>
                  <a:gd name="T8" fmla="*/ 16 w 32"/>
                  <a:gd name="T9" fmla="*/ 0 h 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2" h="25">
                    <a:moveTo>
                      <a:pt x="16" y="0"/>
                    </a:moveTo>
                    <a:lnTo>
                      <a:pt x="32" y="12"/>
                    </a:lnTo>
                    <a:lnTo>
                      <a:pt x="16" y="25"/>
                    </a:lnTo>
                    <a:lnTo>
                      <a:pt x="0" y="12"/>
                    </a:lnTo>
                    <a:lnTo>
                      <a:pt x="16" y="0"/>
                    </a:lnTo>
                    <a:close/>
                  </a:path>
                </a:pathLst>
              </a:custGeom>
              <a:noFill/>
              <a:ln w="7938">
                <a:solidFill>
                  <a:schemeClr val="hlink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008000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56" name="Freeform 257">
                <a:extLst>
                  <a:ext uri="{FF2B5EF4-FFF2-40B4-BE49-F238E27FC236}">
                    <a16:creationId xmlns:a16="http://schemas.microsoft.com/office/drawing/2014/main" id="{012A4EC0-EE43-2ADC-5145-7A1F30DFBB9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234" y="3322"/>
                <a:ext cx="32" cy="26"/>
              </a:xfrm>
              <a:custGeom>
                <a:avLst/>
                <a:gdLst>
                  <a:gd name="T0" fmla="*/ 16 w 32"/>
                  <a:gd name="T1" fmla="*/ 0 h 26"/>
                  <a:gd name="T2" fmla="*/ 32 w 32"/>
                  <a:gd name="T3" fmla="*/ 13 h 26"/>
                  <a:gd name="T4" fmla="*/ 16 w 32"/>
                  <a:gd name="T5" fmla="*/ 26 h 26"/>
                  <a:gd name="T6" fmla="*/ 0 w 32"/>
                  <a:gd name="T7" fmla="*/ 13 h 26"/>
                  <a:gd name="T8" fmla="*/ 16 w 32"/>
                  <a:gd name="T9" fmla="*/ 0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2" h="26">
                    <a:moveTo>
                      <a:pt x="16" y="0"/>
                    </a:moveTo>
                    <a:lnTo>
                      <a:pt x="32" y="13"/>
                    </a:lnTo>
                    <a:lnTo>
                      <a:pt x="16" y="26"/>
                    </a:lnTo>
                    <a:lnTo>
                      <a:pt x="0" y="13"/>
                    </a:lnTo>
                    <a:lnTo>
                      <a:pt x="16" y="0"/>
                    </a:lnTo>
                    <a:close/>
                  </a:path>
                </a:pathLst>
              </a:custGeom>
              <a:noFill/>
              <a:ln w="7938">
                <a:solidFill>
                  <a:schemeClr val="hlink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008000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57" name="Freeform 258">
                <a:extLst>
                  <a:ext uri="{FF2B5EF4-FFF2-40B4-BE49-F238E27FC236}">
                    <a16:creationId xmlns:a16="http://schemas.microsoft.com/office/drawing/2014/main" id="{30679215-7777-3DD6-B24B-69C0F35E908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245" y="3398"/>
                <a:ext cx="32" cy="26"/>
              </a:xfrm>
              <a:custGeom>
                <a:avLst/>
                <a:gdLst>
                  <a:gd name="T0" fmla="*/ 16 w 32"/>
                  <a:gd name="T1" fmla="*/ 0 h 26"/>
                  <a:gd name="T2" fmla="*/ 32 w 32"/>
                  <a:gd name="T3" fmla="*/ 13 h 26"/>
                  <a:gd name="T4" fmla="*/ 16 w 32"/>
                  <a:gd name="T5" fmla="*/ 26 h 26"/>
                  <a:gd name="T6" fmla="*/ 0 w 32"/>
                  <a:gd name="T7" fmla="*/ 13 h 26"/>
                  <a:gd name="T8" fmla="*/ 16 w 32"/>
                  <a:gd name="T9" fmla="*/ 0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2" h="26">
                    <a:moveTo>
                      <a:pt x="16" y="0"/>
                    </a:moveTo>
                    <a:lnTo>
                      <a:pt x="32" y="13"/>
                    </a:lnTo>
                    <a:lnTo>
                      <a:pt x="16" y="26"/>
                    </a:lnTo>
                    <a:lnTo>
                      <a:pt x="0" y="13"/>
                    </a:lnTo>
                    <a:lnTo>
                      <a:pt x="16" y="0"/>
                    </a:lnTo>
                    <a:close/>
                  </a:path>
                </a:pathLst>
              </a:custGeom>
              <a:noFill/>
              <a:ln w="7938">
                <a:solidFill>
                  <a:schemeClr val="hlink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008000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58" name="Freeform 259">
                <a:extLst>
                  <a:ext uri="{FF2B5EF4-FFF2-40B4-BE49-F238E27FC236}">
                    <a16:creationId xmlns:a16="http://schemas.microsoft.com/office/drawing/2014/main" id="{BAD35886-9CF9-3DEE-8AD9-F7961F369AB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250" y="3398"/>
                <a:ext cx="32" cy="26"/>
              </a:xfrm>
              <a:custGeom>
                <a:avLst/>
                <a:gdLst>
                  <a:gd name="T0" fmla="*/ 16 w 32"/>
                  <a:gd name="T1" fmla="*/ 0 h 26"/>
                  <a:gd name="T2" fmla="*/ 32 w 32"/>
                  <a:gd name="T3" fmla="*/ 13 h 26"/>
                  <a:gd name="T4" fmla="*/ 16 w 32"/>
                  <a:gd name="T5" fmla="*/ 26 h 26"/>
                  <a:gd name="T6" fmla="*/ 0 w 32"/>
                  <a:gd name="T7" fmla="*/ 13 h 26"/>
                  <a:gd name="T8" fmla="*/ 16 w 32"/>
                  <a:gd name="T9" fmla="*/ 0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2" h="26">
                    <a:moveTo>
                      <a:pt x="16" y="0"/>
                    </a:moveTo>
                    <a:lnTo>
                      <a:pt x="32" y="13"/>
                    </a:lnTo>
                    <a:lnTo>
                      <a:pt x="16" y="26"/>
                    </a:lnTo>
                    <a:lnTo>
                      <a:pt x="0" y="13"/>
                    </a:lnTo>
                    <a:lnTo>
                      <a:pt x="16" y="0"/>
                    </a:lnTo>
                    <a:close/>
                  </a:path>
                </a:pathLst>
              </a:custGeom>
              <a:noFill/>
              <a:ln w="7938">
                <a:solidFill>
                  <a:schemeClr val="hlink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008000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59" name="Freeform 260">
                <a:extLst>
                  <a:ext uri="{FF2B5EF4-FFF2-40B4-BE49-F238E27FC236}">
                    <a16:creationId xmlns:a16="http://schemas.microsoft.com/office/drawing/2014/main" id="{4315D1D0-5FBE-B33C-3B71-762F34CCF1D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261" y="3458"/>
                <a:ext cx="32" cy="25"/>
              </a:xfrm>
              <a:custGeom>
                <a:avLst/>
                <a:gdLst>
                  <a:gd name="T0" fmla="*/ 16 w 32"/>
                  <a:gd name="T1" fmla="*/ 0 h 25"/>
                  <a:gd name="T2" fmla="*/ 32 w 32"/>
                  <a:gd name="T3" fmla="*/ 12 h 25"/>
                  <a:gd name="T4" fmla="*/ 16 w 32"/>
                  <a:gd name="T5" fmla="*/ 25 h 25"/>
                  <a:gd name="T6" fmla="*/ 0 w 32"/>
                  <a:gd name="T7" fmla="*/ 12 h 25"/>
                  <a:gd name="T8" fmla="*/ 16 w 32"/>
                  <a:gd name="T9" fmla="*/ 0 h 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2" h="25">
                    <a:moveTo>
                      <a:pt x="16" y="0"/>
                    </a:moveTo>
                    <a:lnTo>
                      <a:pt x="32" y="12"/>
                    </a:lnTo>
                    <a:lnTo>
                      <a:pt x="16" y="25"/>
                    </a:lnTo>
                    <a:lnTo>
                      <a:pt x="0" y="12"/>
                    </a:lnTo>
                    <a:lnTo>
                      <a:pt x="16" y="0"/>
                    </a:lnTo>
                    <a:close/>
                  </a:path>
                </a:pathLst>
              </a:custGeom>
              <a:noFill/>
              <a:ln w="7938">
                <a:solidFill>
                  <a:schemeClr val="hlink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008000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60" name="Freeform 261">
                <a:extLst>
                  <a:ext uri="{FF2B5EF4-FFF2-40B4-BE49-F238E27FC236}">
                    <a16:creationId xmlns:a16="http://schemas.microsoft.com/office/drawing/2014/main" id="{FC0148E3-B3CE-4FC9-BEC4-06B84AE4976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271" y="3470"/>
                <a:ext cx="32" cy="26"/>
              </a:xfrm>
              <a:custGeom>
                <a:avLst/>
                <a:gdLst>
                  <a:gd name="T0" fmla="*/ 16 w 32"/>
                  <a:gd name="T1" fmla="*/ 0 h 26"/>
                  <a:gd name="T2" fmla="*/ 32 w 32"/>
                  <a:gd name="T3" fmla="*/ 13 h 26"/>
                  <a:gd name="T4" fmla="*/ 16 w 32"/>
                  <a:gd name="T5" fmla="*/ 26 h 26"/>
                  <a:gd name="T6" fmla="*/ 0 w 32"/>
                  <a:gd name="T7" fmla="*/ 13 h 26"/>
                  <a:gd name="T8" fmla="*/ 16 w 32"/>
                  <a:gd name="T9" fmla="*/ 0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2" h="26">
                    <a:moveTo>
                      <a:pt x="16" y="0"/>
                    </a:moveTo>
                    <a:lnTo>
                      <a:pt x="32" y="13"/>
                    </a:lnTo>
                    <a:lnTo>
                      <a:pt x="16" y="26"/>
                    </a:lnTo>
                    <a:lnTo>
                      <a:pt x="0" y="13"/>
                    </a:lnTo>
                    <a:lnTo>
                      <a:pt x="16" y="0"/>
                    </a:lnTo>
                    <a:close/>
                  </a:path>
                </a:pathLst>
              </a:custGeom>
              <a:noFill/>
              <a:ln w="7938">
                <a:solidFill>
                  <a:schemeClr val="hlink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008000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61" name="Freeform 262">
                <a:extLst>
                  <a:ext uri="{FF2B5EF4-FFF2-40B4-BE49-F238E27FC236}">
                    <a16:creationId xmlns:a16="http://schemas.microsoft.com/office/drawing/2014/main" id="{371C3214-7E96-7A8E-868C-C55549334DD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277" y="3462"/>
                <a:ext cx="32" cy="25"/>
              </a:xfrm>
              <a:custGeom>
                <a:avLst/>
                <a:gdLst>
                  <a:gd name="T0" fmla="*/ 16 w 32"/>
                  <a:gd name="T1" fmla="*/ 0 h 25"/>
                  <a:gd name="T2" fmla="*/ 32 w 32"/>
                  <a:gd name="T3" fmla="*/ 13 h 25"/>
                  <a:gd name="T4" fmla="*/ 16 w 32"/>
                  <a:gd name="T5" fmla="*/ 25 h 25"/>
                  <a:gd name="T6" fmla="*/ 0 w 32"/>
                  <a:gd name="T7" fmla="*/ 13 h 25"/>
                  <a:gd name="T8" fmla="*/ 16 w 32"/>
                  <a:gd name="T9" fmla="*/ 0 h 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2" h="25">
                    <a:moveTo>
                      <a:pt x="16" y="0"/>
                    </a:moveTo>
                    <a:lnTo>
                      <a:pt x="32" y="13"/>
                    </a:lnTo>
                    <a:lnTo>
                      <a:pt x="16" y="25"/>
                    </a:lnTo>
                    <a:lnTo>
                      <a:pt x="0" y="13"/>
                    </a:lnTo>
                    <a:lnTo>
                      <a:pt x="16" y="0"/>
                    </a:lnTo>
                    <a:close/>
                  </a:path>
                </a:pathLst>
              </a:custGeom>
              <a:noFill/>
              <a:ln w="7938">
                <a:solidFill>
                  <a:schemeClr val="hlink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008000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62" name="Freeform 263">
                <a:extLst>
                  <a:ext uri="{FF2B5EF4-FFF2-40B4-BE49-F238E27FC236}">
                    <a16:creationId xmlns:a16="http://schemas.microsoft.com/office/drawing/2014/main" id="{34F5ADFC-D9EC-E9BF-7DC8-8F14640E06F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287" y="2820"/>
                <a:ext cx="32" cy="25"/>
              </a:xfrm>
              <a:custGeom>
                <a:avLst/>
                <a:gdLst>
                  <a:gd name="T0" fmla="*/ 16 w 32"/>
                  <a:gd name="T1" fmla="*/ 0 h 25"/>
                  <a:gd name="T2" fmla="*/ 32 w 32"/>
                  <a:gd name="T3" fmla="*/ 12 h 25"/>
                  <a:gd name="T4" fmla="*/ 16 w 32"/>
                  <a:gd name="T5" fmla="*/ 25 h 25"/>
                  <a:gd name="T6" fmla="*/ 0 w 32"/>
                  <a:gd name="T7" fmla="*/ 12 h 25"/>
                  <a:gd name="T8" fmla="*/ 16 w 32"/>
                  <a:gd name="T9" fmla="*/ 0 h 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2" h="25">
                    <a:moveTo>
                      <a:pt x="16" y="0"/>
                    </a:moveTo>
                    <a:lnTo>
                      <a:pt x="32" y="12"/>
                    </a:lnTo>
                    <a:lnTo>
                      <a:pt x="16" y="25"/>
                    </a:lnTo>
                    <a:lnTo>
                      <a:pt x="0" y="12"/>
                    </a:lnTo>
                    <a:lnTo>
                      <a:pt x="16" y="0"/>
                    </a:lnTo>
                    <a:close/>
                  </a:path>
                </a:pathLst>
              </a:custGeom>
              <a:noFill/>
              <a:ln w="7938">
                <a:solidFill>
                  <a:schemeClr val="hlink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008000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63" name="Freeform 264">
                <a:extLst>
                  <a:ext uri="{FF2B5EF4-FFF2-40B4-BE49-F238E27FC236}">
                    <a16:creationId xmlns:a16="http://schemas.microsoft.com/office/drawing/2014/main" id="{719AE986-470C-F442-F737-79185ADE4C0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293" y="2536"/>
                <a:ext cx="31" cy="26"/>
              </a:xfrm>
              <a:custGeom>
                <a:avLst/>
                <a:gdLst>
                  <a:gd name="T0" fmla="*/ 16 w 31"/>
                  <a:gd name="T1" fmla="*/ 0 h 26"/>
                  <a:gd name="T2" fmla="*/ 31 w 31"/>
                  <a:gd name="T3" fmla="*/ 13 h 26"/>
                  <a:gd name="T4" fmla="*/ 16 w 31"/>
                  <a:gd name="T5" fmla="*/ 26 h 26"/>
                  <a:gd name="T6" fmla="*/ 0 w 31"/>
                  <a:gd name="T7" fmla="*/ 13 h 26"/>
                  <a:gd name="T8" fmla="*/ 16 w 31"/>
                  <a:gd name="T9" fmla="*/ 0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1" h="26">
                    <a:moveTo>
                      <a:pt x="16" y="0"/>
                    </a:moveTo>
                    <a:lnTo>
                      <a:pt x="31" y="13"/>
                    </a:lnTo>
                    <a:lnTo>
                      <a:pt x="16" y="26"/>
                    </a:lnTo>
                    <a:lnTo>
                      <a:pt x="0" y="13"/>
                    </a:lnTo>
                    <a:lnTo>
                      <a:pt x="16" y="0"/>
                    </a:lnTo>
                    <a:close/>
                  </a:path>
                </a:pathLst>
              </a:custGeom>
              <a:noFill/>
              <a:ln w="7938">
                <a:solidFill>
                  <a:schemeClr val="hlink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008000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64" name="Freeform 265">
                <a:extLst>
                  <a:ext uri="{FF2B5EF4-FFF2-40B4-BE49-F238E27FC236}">
                    <a16:creationId xmlns:a16="http://schemas.microsoft.com/office/drawing/2014/main" id="{F73ED294-1672-0607-2E6C-C7A78CB72FF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03" y="2625"/>
                <a:ext cx="32" cy="26"/>
              </a:xfrm>
              <a:custGeom>
                <a:avLst/>
                <a:gdLst>
                  <a:gd name="T0" fmla="*/ 16 w 32"/>
                  <a:gd name="T1" fmla="*/ 0 h 26"/>
                  <a:gd name="T2" fmla="*/ 32 w 32"/>
                  <a:gd name="T3" fmla="*/ 13 h 26"/>
                  <a:gd name="T4" fmla="*/ 16 w 32"/>
                  <a:gd name="T5" fmla="*/ 26 h 26"/>
                  <a:gd name="T6" fmla="*/ 0 w 32"/>
                  <a:gd name="T7" fmla="*/ 13 h 26"/>
                  <a:gd name="T8" fmla="*/ 16 w 32"/>
                  <a:gd name="T9" fmla="*/ 0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2" h="26">
                    <a:moveTo>
                      <a:pt x="16" y="0"/>
                    </a:moveTo>
                    <a:lnTo>
                      <a:pt x="32" y="13"/>
                    </a:lnTo>
                    <a:lnTo>
                      <a:pt x="16" y="26"/>
                    </a:lnTo>
                    <a:lnTo>
                      <a:pt x="0" y="13"/>
                    </a:lnTo>
                    <a:lnTo>
                      <a:pt x="16" y="0"/>
                    </a:lnTo>
                    <a:close/>
                  </a:path>
                </a:pathLst>
              </a:custGeom>
              <a:noFill/>
              <a:ln w="7938">
                <a:solidFill>
                  <a:schemeClr val="hlink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008000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65" name="Freeform 266">
                <a:extLst>
                  <a:ext uri="{FF2B5EF4-FFF2-40B4-BE49-F238E27FC236}">
                    <a16:creationId xmlns:a16="http://schemas.microsoft.com/office/drawing/2014/main" id="{EAEDDD06-EA5A-FF62-77FD-F5803A139D2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09" y="3217"/>
                <a:ext cx="31" cy="25"/>
              </a:xfrm>
              <a:custGeom>
                <a:avLst/>
                <a:gdLst>
                  <a:gd name="T0" fmla="*/ 15 w 31"/>
                  <a:gd name="T1" fmla="*/ 0 h 25"/>
                  <a:gd name="T2" fmla="*/ 31 w 31"/>
                  <a:gd name="T3" fmla="*/ 12 h 25"/>
                  <a:gd name="T4" fmla="*/ 15 w 31"/>
                  <a:gd name="T5" fmla="*/ 25 h 25"/>
                  <a:gd name="T6" fmla="*/ 0 w 31"/>
                  <a:gd name="T7" fmla="*/ 12 h 25"/>
                  <a:gd name="T8" fmla="*/ 15 w 31"/>
                  <a:gd name="T9" fmla="*/ 0 h 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1" h="25">
                    <a:moveTo>
                      <a:pt x="15" y="0"/>
                    </a:moveTo>
                    <a:lnTo>
                      <a:pt x="31" y="12"/>
                    </a:lnTo>
                    <a:lnTo>
                      <a:pt x="15" y="25"/>
                    </a:lnTo>
                    <a:lnTo>
                      <a:pt x="0" y="12"/>
                    </a:lnTo>
                    <a:lnTo>
                      <a:pt x="15" y="0"/>
                    </a:lnTo>
                    <a:close/>
                  </a:path>
                </a:pathLst>
              </a:custGeom>
              <a:noFill/>
              <a:ln w="7938">
                <a:solidFill>
                  <a:schemeClr val="hlink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008000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66" name="Freeform 267">
                <a:extLst>
                  <a:ext uri="{FF2B5EF4-FFF2-40B4-BE49-F238E27FC236}">
                    <a16:creationId xmlns:a16="http://schemas.microsoft.com/office/drawing/2014/main" id="{E68DE8A6-7709-9FA7-DBA0-D6E07242DDE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19" y="3001"/>
                <a:ext cx="32" cy="26"/>
              </a:xfrm>
              <a:custGeom>
                <a:avLst/>
                <a:gdLst>
                  <a:gd name="T0" fmla="*/ 16 w 32"/>
                  <a:gd name="T1" fmla="*/ 0 h 26"/>
                  <a:gd name="T2" fmla="*/ 32 w 32"/>
                  <a:gd name="T3" fmla="*/ 13 h 26"/>
                  <a:gd name="T4" fmla="*/ 16 w 32"/>
                  <a:gd name="T5" fmla="*/ 26 h 26"/>
                  <a:gd name="T6" fmla="*/ 0 w 32"/>
                  <a:gd name="T7" fmla="*/ 13 h 26"/>
                  <a:gd name="T8" fmla="*/ 16 w 32"/>
                  <a:gd name="T9" fmla="*/ 0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2" h="26">
                    <a:moveTo>
                      <a:pt x="16" y="0"/>
                    </a:moveTo>
                    <a:lnTo>
                      <a:pt x="32" y="13"/>
                    </a:lnTo>
                    <a:lnTo>
                      <a:pt x="16" y="26"/>
                    </a:lnTo>
                    <a:lnTo>
                      <a:pt x="0" y="13"/>
                    </a:lnTo>
                    <a:lnTo>
                      <a:pt x="16" y="0"/>
                    </a:lnTo>
                    <a:close/>
                  </a:path>
                </a:pathLst>
              </a:custGeom>
              <a:noFill/>
              <a:ln w="7938">
                <a:solidFill>
                  <a:schemeClr val="hlink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008000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67" name="Freeform 268">
                <a:extLst>
                  <a:ext uri="{FF2B5EF4-FFF2-40B4-BE49-F238E27FC236}">
                    <a16:creationId xmlns:a16="http://schemas.microsoft.com/office/drawing/2014/main" id="{90E63A0A-E3C5-7774-24E2-94A3FB4F31F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24" y="2372"/>
                <a:ext cx="32" cy="25"/>
              </a:xfrm>
              <a:custGeom>
                <a:avLst/>
                <a:gdLst>
                  <a:gd name="T0" fmla="*/ 16 w 32"/>
                  <a:gd name="T1" fmla="*/ 0 h 25"/>
                  <a:gd name="T2" fmla="*/ 32 w 32"/>
                  <a:gd name="T3" fmla="*/ 12 h 25"/>
                  <a:gd name="T4" fmla="*/ 16 w 32"/>
                  <a:gd name="T5" fmla="*/ 25 h 25"/>
                  <a:gd name="T6" fmla="*/ 0 w 32"/>
                  <a:gd name="T7" fmla="*/ 12 h 25"/>
                  <a:gd name="T8" fmla="*/ 16 w 32"/>
                  <a:gd name="T9" fmla="*/ 0 h 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2" h="25">
                    <a:moveTo>
                      <a:pt x="16" y="0"/>
                    </a:moveTo>
                    <a:lnTo>
                      <a:pt x="32" y="12"/>
                    </a:lnTo>
                    <a:lnTo>
                      <a:pt x="16" y="25"/>
                    </a:lnTo>
                    <a:lnTo>
                      <a:pt x="0" y="12"/>
                    </a:lnTo>
                    <a:lnTo>
                      <a:pt x="16" y="0"/>
                    </a:lnTo>
                    <a:close/>
                  </a:path>
                </a:pathLst>
              </a:custGeom>
              <a:noFill/>
              <a:ln w="7938">
                <a:solidFill>
                  <a:schemeClr val="hlink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008000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68" name="Freeform 269">
                <a:extLst>
                  <a:ext uri="{FF2B5EF4-FFF2-40B4-BE49-F238E27FC236}">
                    <a16:creationId xmlns:a16="http://schemas.microsoft.com/office/drawing/2014/main" id="{42C37EA6-B42E-740A-EB83-1E696D3ECC5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35" y="2384"/>
                <a:ext cx="32" cy="26"/>
              </a:xfrm>
              <a:custGeom>
                <a:avLst/>
                <a:gdLst>
                  <a:gd name="T0" fmla="*/ 16 w 32"/>
                  <a:gd name="T1" fmla="*/ 0 h 26"/>
                  <a:gd name="T2" fmla="*/ 32 w 32"/>
                  <a:gd name="T3" fmla="*/ 13 h 26"/>
                  <a:gd name="T4" fmla="*/ 16 w 32"/>
                  <a:gd name="T5" fmla="*/ 26 h 26"/>
                  <a:gd name="T6" fmla="*/ 0 w 32"/>
                  <a:gd name="T7" fmla="*/ 13 h 26"/>
                  <a:gd name="T8" fmla="*/ 16 w 32"/>
                  <a:gd name="T9" fmla="*/ 0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2" h="26">
                    <a:moveTo>
                      <a:pt x="16" y="0"/>
                    </a:moveTo>
                    <a:lnTo>
                      <a:pt x="32" y="13"/>
                    </a:lnTo>
                    <a:lnTo>
                      <a:pt x="16" y="26"/>
                    </a:lnTo>
                    <a:lnTo>
                      <a:pt x="0" y="13"/>
                    </a:lnTo>
                    <a:lnTo>
                      <a:pt x="16" y="0"/>
                    </a:lnTo>
                    <a:close/>
                  </a:path>
                </a:pathLst>
              </a:custGeom>
              <a:noFill/>
              <a:ln w="7938">
                <a:solidFill>
                  <a:schemeClr val="hlink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008000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69" name="Freeform 270">
                <a:extLst>
                  <a:ext uri="{FF2B5EF4-FFF2-40B4-BE49-F238E27FC236}">
                    <a16:creationId xmlns:a16="http://schemas.microsoft.com/office/drawing/2014/main" id="{BECDD99D-4B1A-A711-B85F-37E70164457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46" y="2405"/>
                <a:ext cx="32" cy="26"/>
              </a:xfrm>
              <a:custGeom>
                <a:avLst/>
                <a:gdLst>
                  <a:gd name="T0" fmla="*/ 16 w 32"/>
                  <a:gd name="T1" fmla="*/ 0 h 26"/>
                  <a:gd name="T2" fmla="*/ 32 w 32"/>
                  <a:gd name="T3" fmla="*/ 13 h 26"/>
                  <a:gd name="T4" fmla="*/ 16 w 32"/>
                  <a:gd name="T5" fmla="*/ 26 h 26"/>
                  <a:gd name="T6" fmla="*/ 0 w 32"/>
                  <a:gd name="T7" fmla="*/ 13 h 26"/>
                  <a:gd name="T8" fmla="*/ 16 w 32"/>
                  <a:gd name="T9" fmla="*/ 0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2" h="26">
                    <a:moveTo>
                      <a:pt x="16" y="0"/>
                    </a:moveTo>
                    <a:lnTo>
                      <a:pt x="32" y="13"/>
                    </a:lnTo>
                    <a:lnTo>
                      <a:pt x="16" y="26"/>
                    </a:lnTo>
                    <a:lnTo>
                      <a:pt x="0" y="13"/>
                    </a:lnTo>
                    <a:lnTo>
                      <a:pt x="16" y="0"/>
                    </a:lnTo>
                    <a:close/>
                  </a:path>
                </a:pathLst>
              </a:custGeom>
              <a:noFill/>
              <a:ln w="7938">
                <a:solidFill>
                  <a:schemeClr val="hlink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008000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70" name="Freeform 271">
                <a:extLst>
                  <a:ext uri="{FF2B5EF4-FFF2-40B4-BE49-F238E27FC236}">
                    <a16:creationId xmlns:a16="http://schemas.microsoft.com/office/drawing/2014/main" id="{90CBEF0B-CDDA-50FC-4119-150A1415D6F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51" y="2456"/>
                <a:ext cx="32" cy="26"/>
              </a:xfrm>
              <a:custGeom>
                <a:avLst/>
                <a:gdLst>
                  <a:gd name="T0" fmla="*/ 16 w 32"/>
                  <a:gd name="T1" fmla="*/ 0 h 26"/>
                  <a:gd name="T2" fmla="*/ 32 w 32"/>
                  <a:gd name="T3" fmla="*/ 13 h 26"/>
                  <a:gd name="T4" fmla="*/ 16 w 32"/>
                  <a:gd name="T5" fmla="*/ 26 h 26"/>
                  <a:gd name="T6" fmla="*/ 0 w 32"/>
                  <a:gd name="T7" fmla="*/ 13 h 26"/>
                  <a:gd name="T8" fmla="*/ 16 w 32"/>
                  <a:gd name="T9" fmla="*/ 0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2" h="26">
                    <a:moveTo>
                      <a:pt x="16" y="0"/>
                    </a:moveTo>
                    <a:lnTo>
                      <a:pt x="32" y="13"/>
                    </a:lnTo>
                    <a:lnTo>
                      <a:pt x="16" y="26"/>
                    </a:lnTo>
                    <a:lnTo>
                      <a:pt x="0" y="13"/>
                    </a:lnTo>
                    <a:lnTo>
                      <a:pt x="16" y="0"/>
                    </a:lnTo>
                    <a:close/>
                  </a:path>
                </a:pathLst>
              </a:custGeom>
              <a:noFill/>
              <a:ln w="7938">
                <a:solidFill>
                  <a:schemeClr val="hlink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008000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71" name="Freeform 272">
                <a:extLst>
                  <a:ext uri="{FF2B5EF4-FFF2-40B4-BE49-F238E27FC236}">
                    <a16:creationId xmlns:a16="http://schemas.microsoft.com/office/drawing/2014/main" id="{4FC13FE7-F44C-E722-C23D-75E2357136A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62" y="2435"/>
                <a:ext cx="32" cy="25"/>
              </a:xfrm>
              <a:custGeom>
                <a:avLst/>
                <a:gdLst>
                  <a:gd name="T0" fmla="*/ 16 w 32"/>
                  <a:gd name="T1" fmla="*/ 0 h 25"/>
                  <a:gd name="T2" fmla="*/ 32 w 32"/>
                  <a:gd name="T3" fmla="*/ 13 h 25"/>
                  <a:gd name="T4" fmla="*/ 16 w 32"/>
                  <a:gd name="T5" fmla="*/ 25 h 25"/>
                  <a:gd name="T6" fmla="*/ 0 w 32"/>
                  <a:gd name="T7" fmla="*/ 13 h 25"/>
                  <a:gd name="T8" fmla="*/ 16 w 32"/>
                  <a:gd name="T9" fmla="*/ 0 h 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2" h="25">
                    <a:moveTo>
                      <a:pt x="16" y="0"/>
                    </a:moveTo>
                    <a:lnTo>
                      <a:pt x="32" y="13"/>
                    </a:lnTo>
                    <a:lnTo>
                      <a:pt x="16" y="25"/>
                    </a:lnTo>
                    <a:lnTo>
                      <a:pt x="0" y="13"/>
                    </a:lnTo>
                    <a:lnTo>
                      <a:pt x="16" y="0"/>
                    </a:lnTo>
                    <a:close/>
                  </a:path>
                </a:pathLst>
              </a:custGeom>
              <a:noFill/>
              <a:ln w="7938">
                <a:solidFill>
                  <a:schemeClr val="hlink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008000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72" name="Freeform 273">
                <a:extLst>
                  <a:ext uri="{FF2B5EF4-FFF2-40B4-BE49-F238E27FC236}">
                    <a16:creationId xmlns:a16="http://schemas.microsoft.com/office/drawing/2014/main" id="{42801470-E192-7113-7ACD-F9CA70AC4B6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67" y="2498"/>
                <a:ext cx="32" cy="26"/>
              </a:xfrm>
              <a:custGeom>
                <a:avLst/>
                <a:gdLst>
                  <a:gd name="T0" fmla="*/ 16 w 32"/>
                  <a:gd name="T1" fmla="*/ 0 h 26"/>
                  <a:gd name="T2" fmla="*/ 32 w 32"/>
                  <a:gd name="T3" fmla="*/ 13 h 26"/>
                  <a:gd name="T4" fmla="*/ 16 w 32"/>
                  <a:gd name="T5" fmla="*/ 26 h 26"/>
                  <a:gd name="T6" fmla="*/ 0 w 32"/>
                  <a:gd name="T7" fmla="*/ 13 h 26"/>
                  <a:gd name="T8" fmla="*/ 16 w 32"/>
                  <a:gd name="T9" fmla="*/ 0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2" h="26">
                    <a:moveTo>
                      <a:pt x="16" y="0"/>
                    </a:moveTo>
                    <a:lnTo>
                      <a:pt x="32" y="13"/>
                    </a:lnTo>
                    <a:lnTo>
                      <a:pt x="16" y="26"/>
                    </a:lnTo>
                    <a:lnTo>
                      <a:pt x="0" y="13"/>
                    </a:lnTo>
                    <a:lnTo>
                      <a:pt x="16" y="0"/>
                    </a:lnTo>
                    <a:close/>
                  </a:path>
                </a:pathLst>
              </a:custGeom>
              <a:noFill/>
              <a:ln w="7938">
                <a:solidFill>
                  <a:schemeClr val="hlink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008000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73" name="Line 274">
                <a:extLst>
                  <a:ext uri="{FF2B5EF4-FFF2-40B4-BE49-F238E27FC236}">
                    <a16:creationId xmlns:a16="http://schemas.microsoft.com/office/drawing/2014/main" id="{18FB394C-83C9-529F-3B08-3DBE10BDE5F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154" y="2494"/>
                <a:ext cx="6" cy="254"/>
              </a:xfrm>
              <a:prstGeom prst="line">
                <a:avLst/>
              </a:prstGeom>
              <a:noFill/>
              <a:ln w="7938">
                <a:solidFill>
                  <a:schemeClr val="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74" name="Freeform 275">
                <a:extLst>
                  <a:ext uri="{FF2B5EF4-FFF2-40B4-BE49-F238E27FC236}">
                    <a16:creationId xmlns:a16="http://schemas.microsoft.com/office/drawing/2014/main" id="{9B1B7A2D-0954-FD22-E5D1-4A817B2413A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78" y="2777"/>
                <a:ext cx="32" cy="26"/>
              </a:xfrm>
              <a:custGeom>
                <a:avLst/>
                <a:gdLst>
                  <a:gd name="T0" fmla="*/ 16 w 32"/>
                  <a:gd name="T1" fmla="*/ 0 h 26"/>
                  <a:gd name="T2" fmla="*/ 32 w 32"/>
                  <a:gd name="T3" fmla="*/ 13 h 26"/>
                  <a:gd name="T4" fmla="*/ 16 w 32"/>
                  <a:gd name="T5" fmla="*/ 26 h 26"/>
                  <a:gd name="T6" fmla="*/ 0 w 32"/>
                  <a:gd name="T7" fmla="*/ 13 h 26"/>
                  <a:gd name="T8" fmla="*/ 16 w 32"/>
                  <a:gd name="T9" fmla="*/ 0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2" h="26">
                    <a:moveTo>
                      <a:pt x="16" y="0"/>
                    </a:moveTo>
                    <a:lnTo>
                      <a:pt x="32" y="13"/>
                    </a:lnTo>
                    <a:lnTo>
                      <a:pt x="16" y="26"/>
                    </a:lnTo>
                    <a:lnTo>
                      <a:pt x="0" y="13"/>
                    </a:lnTo>
                    <a:lnTo>
                      <a:pt x="16" y="0"/>
                    </a:lnTo>
                    <a:close/>
                  </a:path>
                </a:pathLst>
              </a:custGeom>
              <a:noFill/>
              <a:ln w="7938">
                <a:solidFill>
                  <a:schemeClr val="hlink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008000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75" name="Freeform 276">
                <a:extLst>
                  <a:ext uri="{FF2B5EF4-FFF2-40B4-BE49-F238E27FC236}">
                    <a16:creationId xmlns:a16="http://schemas.microsoft.com/office/drawing/2014/main" id="{653202FB-3111-055F-2F1B-91F0787B6EA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83" y="2613"/>
                <a:ext cx="32" cy="25"/>
              </a:xfrm>
              <a:custGeom>
                <a:avLst/>
                <a:gdLst>
                  <a:gd name="T0" fmla="*/ 16 w 32"/>
                  <a:gd name="T1" fmla="*/ 0 h 25"/>
                  <a:gd name="T2" fmla="*/ 32 w 32"/>
                  <a:gd name="T3" fmla="*/ 12 h 25"/>
                  <a:gd name="T4" fmla="*/ 16 w 32"/>
                  <a:gd name="T5" fmla="*/ 25 h 25"/>
                  <a:gd name="T6" fmla="*/ 0 w 32"/>
                  <a:gd name="T7" fmla="*/ 12 h 25"/>
                  <a:gd name="T8" fmla="*/ 16 w 32"/>
                  <a:gd name="T9" fmla="*/ 0 h 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2" h="25">
                    <a:moveTo>
                      <a:pt x="16" y="0"/>
                    </a:moveTo>
                    <a:lnTo>
                      <a:pt x="32" y="12"/>
                    </a:lnTo>
                    <a:lnTo>
                      <a:pt x="16" y="25"/>
                    </a:lnTo>
                    <a:lnTo>
                      <a:pt x="0" y="12"/>
                    </a:lnTo>
                    <a:lnTo>
                      <a:pt x="16" y="0"/>
                    </a:lnTo>
                    <a:close/>
                  </a:path>
                </a:pathLst>
              </a:custGeom>
              <a:noFill/>
              <a:ln w="7938">
                <a:solidFill>
                  <a:schemeClr val="hlink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008000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76" name="Freeform 277">
                <a:extLst>
                  <a:ext uri="{FF2B5EF4-FFF2-40B4-BE49-F238E27FC236}">
                    <a16:creationId xmlns:a16="http://schemas.microsoft.com/office/drawing/2014/main" id="{B2DBD28D-E3B6-9221-A7FB-3C40C9B564F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94" y="2604"/>
                <a:ext cx="32" cy="25"/>
              </a:xfrm>
              <a:custGeom>
                <a:avLst/>
                <a:gdLst>
                  <a:gd name="T0" fmla="*/ 16 w 32"/>
                  <a:gd name="T1" fmla="*/ 0 h 25"/>
                  <a:gd name="T2" fmla="*/ 32 w 32"/>
                  <a:gd name="T3" fmla="*/ 13 h 25"/>
                  <a:gd name="T4" fmla="*/ 16 w 32"/>
                  <a:gd name="T5" fmla="*/ 25 h 25"/>
                  <a:gd name="T6" fmla="*/ 0 w 32"/>
                  <a:gd name="T7" fmla="*/ 13 h 25"/>
                  <a:gd name="T8" fmla="*/ 16 w 32"/>
                  <a:gd name="T9" fmla="*/ 0 h 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2" h="25">
                    <a:moveTo>
                      <a:pt x="16" y="0"/>
                    </a:moveTo>
                    <a:lnTo>
                      <a:pt x="32" y="13"/>
                    </a:lnTo>
                    <a:lnTo>
                      <a:pt x="16" y="25"/>
                    </a:lnTo>
                    <a:lnTo>
                      <a:pt x="0" y="13"/>
                    </a:lnTo>
                    <a:lnTo>
                      <a:pt x="16" y="0"/>
                    </a:lnTo>
                    <a:close/>
                  </a:path>
                </a:pathLst>
              </a:custGeom>
              <a:noFill/>
              <a:ln w="7938">
                <a:solidFill>
                  <a:schemeClr val="hlink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008000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77" name="Freeform 278">
                <a:extLst>
                  <a:ext uri="{FF2B5EF4-FFF2-40B4-BE49-F238E27FC236}">
                    <a16:creationId xmlns:a16="http://schemas.microsoft.com/office/drawing/2014/main" id="{A19A489A-50AA-7DD1-FF2F-5AC98AA46E8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99" y="2558"/>
                <a:ext cx="32" cy="25"/>
              </a:xfrm>
              <a:custGeom>
                <a:avLst/>
                <a:gdLst>
                  <a:gd name="T0" fmla="*/ 16 w 32"/>
                  <a:gd name="T1" fmla="*/ 0 h 25"/>
                  <a:gd name="T2" fmla="*/ 32 w 32"/>
                  <a:gd name="T3" fmla="*/ 12 h 25"/>
                  <a:gd name="T4" fmla="*/ 16 w 32"/>
                  <a:gd name="T5" fmla="*/ 25 h 25"/>
                  <a:gd name="T6" fmla="*/ 0 w 32"/>
                  <a:gd name="T7" fmla="*/ 12 h 25"/>
                  <a:gd name="T8" fmla="*/ 16 w 32"/>
                  <a:gd name="T9" fmla="*/ 0 h 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2" h="25">
                    <a:moveTo>
                      <a:pt x="16" y="0"/>
                    </a:moveTo>
                    <a:lnTo>
                      <a:pt x="32" y="12"/>
                    </a:lnTo>
                    <a:lnTo>
                      <a:pt x="16" y="25"/>
                    </a:lnTo>
                    <a:lnTo>
                      <a:pt x="0" y="12"/>
                    </a:lnTo>
                    <a:lnTo>
                      <a:pt x="16" y="0"/>
                    </a:lnTo>
                    <a:close/>
                  </a:path>
                </a:pathLst>
              </a:custGeom>
              <a:noFill/>
              <a:ln w="7938">
                <a:solidFill>
                  <a:schemeClr val="hlink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008000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78" name="Freeform 279">
                <a:extLst>
                  <a:ext uri="{FF2B5EF4-FFF2-40B4-BE49-F238E27FC236}">
                    <a16:creationId xmlns:a16="http://schemas.microsoft.com/office/drawing/2014/main" id="{A6887331-376F-8E1C-301E-97DF6E0E1FB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10" y="2613"/>
                <a:ext cx="31" cy="25"/>
              </a:xfrm>
              <a:custGeom>
                <a:avLst/>
                <a:gdLst>
                  <a:gd name="T0" fmla="*/ 16 w 31"/>
                  <a:gd name="T1" fmla="*/ 0 h 25"/>
                  <a:gd name="T2" fmla="*/ 31 w 31"/>
                  <a:gd name="T3" fmla="*/ 12 h 25"/>
                  <a:gd name="T4" fmla="*/ 16 w 31"/>
                  <a:gd name="T5" fmla="*/ 25 h 25"/>
                  <a:gd name="T6" fmla="*/ 0 w 31"/>
                  <a:gd name="T7" fmla="*/ 12 h 25"/>
                  <a:gd name="T8" fmla="*/ 16 w 31"/>
                  <a:gd name="T9" fmla="*/ 0 h 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1" h="25">
                    <a:moveTo>
                      <a:pt x="16" y="0"/>
                    </a:moveTo>
                    <a:lnTo>
                      <a:pt x="31" y="12"/>
                    </a:lnTo>
                    <a:lnTo>
                      <a:pt x="16" y="25"/>
                    </a:lnTo>
                    <a:lnTo>
                      <a:pt x="0" y="12"/>
                    </a:lnTo>
                    <a:lnTo>
                      <a:pt x="16" y="0"/>
                    </a:lnTo>
                    <a:close/>
                  </a:path>
                </a:pathLst>
              </a:custGeom>
              <a:noFill/>
              <a:ln w="7938">
                <a:solidFill>
                  <a:schemeClr val="hlink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008000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79" name="Freeform 280">
                <a:extLst>
                  <a:ext uri="{FF2B5EF4-FFF2-40B4-BE49-F238E27FC236}">
                    <a16:creationId xmlns:a16="http://schemas.microsoft.com/office/drawing/2014/main" id="{D9B1DDF0-E0CD-1B26-71F1-E36B3F51100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20" y="2853"/>
                <a:ext cx="32" cy="26"/>
              </a:xfrm>
              <a:custGeom>
                <a:avLst/>
                <a:gdLst>
                  <a:gd name="T0" fmla="*/ 16 w 32"/>
                  <a:gd name="T1" fmla="*/ 0 h 26"/>
                  <a:gd name="T2" fmla="*/ 32 w 32"/>
                  <a:gd name="T3" fmla="*/ 13 h 26"/>
                  <a:gd name="T4" fmla="*/ 16 w 32"/>
                  <a:gd name="T5" fmla="*/ 26 h 26"/>
                  <a:gd name="T6" fmla="*/ 0 w 32"/>
                  <a:gd name="T7" fmla="*/ 13 h 26"/>
                  <a:gd name="T8" fmla="*/ 16 w 32"/>
                  <a:gd name="T9" fmla="*/ 0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2" h="26">
                    <a:moveTo>
                      <a:pt x="16" y="0"/>
                    </a:moveTo>
                    <a:lnTo>
                      <a:pt x="32" y="13"/>
                    </a:lnTo>
                    <a:lnTo>
                      <a:pt x="16" y="26"/>
                    </a:lnTo>
                    <a:lnTo>
                      <a:pt x="0" y="13"/>
                    </a:lnTo>
                    <a:lnTo>
                      <a:pt x="16" y="0"/>
                    </a:lnTo>
                    <a:close/>
                  </a:path>
                </a:pathLst>
              </a:custGeom>
              <a:noFill/>
              <a:ln w="7938">
                <a:solidFill>
                  <a:schemeClr val="hlink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008000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80" name="Freeform 281">
                <a:extLst>
                  <a:ext uri="{FF2B5EF4-FFF2-40B4-BE49-F238E27FC236}">
                    <a16:creationId xmlns:a16="http://schemas.microsoft.com/office/drawing/2014/main" id="{230519AE-A4F5-A8AF-8C9C-3122AA5898B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26" y="2651"/>
                <a:ext cx="31" cy="25"/>
              </a:xfrm>
              <a:custGeom>
                <a:avLst/>
                <a:gdLst>
                  <a:gd name="T0" fmla="*/ 15 w 31"/>
                  <a:gd name="T1" fmla="*/ 0 h 25"/>
                  <a:gd name="T2" fmla="*/ 31 w 31"/>
                  <a:gd name="T3" fmla="*/ 12 h 25"/>
                  <a:gd name="T4" fmla="*/ 15 w 31"/>
                  <a:gd name="T5" fmla="*/ 25 h 25"/>
                  <a:gd name="T6" fmla="*/ 0 w 31"/>
                  <a:gd name="T7" fmla="*/ 12 h 25"/>
                  <a:gd name="T8" fmla="*/ 15 w 31"/>
                  <a:gd name="T9" fmla="*/ 0 h 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1" h="25">
                    <a:moveTo>
                      <a:pt x="15" y="0"/>
                    </a:moveTo>
                    <a:lnTo>
                      <a:pt x="31" y="12"/>
                    </a:lnTo>
                    <a:lnTo>
                      <a:pt x="15" y="25"/>
                    </a:lnTo>
                    <a:lnTo>
                      <a:pt x="0" y="12"/>
                    </a:lnTo>
                    <a:lnTo>
                      <a:pt x="15" y="0"/>
                    </a:lnTo>
                    <a:close/>
                  </a:path>
                </a:pathLst>
              </a:custGeom>
              <a:noFill/>
              <a:ln w="7938">
                <a:solidFill>
                  <a:schemeClr val="hlink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008000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81" name="Freeform 282">
                <a:extLst>
                  <a:ext uri="{FF2B5EF4-FFF2-40B4-BE49-F238E27FC236}">
                    <a16:creationId xmlns:a16="http://schemas.microsoft.com/office/drawing/2014/main" id="{C696C3AD-836A-8DDB-96E6-E9FBD41A5C6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36" y="2917"/>
                <a:ext cx="32" cy="25"/>
              </a:xfrm>
              <a:custGeom>
                <a:avLst/>
                <a:gdLst>
                  <a:gd name="T0" fmla="*/ 16 w 32"/>
                  <a:gd name="T1" fmla="*/ 0 h 25"/>
                  <a:gd name="T2" fmla="*/ 32 w 32"/>
                  <a:gd name="T3" fmla="*/ 12 h 25"/>
                  <a:gd name="T4" fmla="*/ 16 w 32"/>
                  <a:gd name="T5" fmla="*/ 25 h 25"/>
                  <a:gd name="T6" fmla="*/ 0 w 32"/>
                  <a:gd name="T7" fmla="*/ 12 h 25"/>
                  <a:gd name="T8" fmla="*/ 16 w 32"/>
                  <a:gd name="T9" fmla="*/ 0 h 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2" h="25">
                    <a:moveTo>
                      <a:pt x="16" y="0"/>
                    </a:moveTo>
                    <a:lnTo>
                      <a:pt x="32" y="12"/>
                    </a:lnTo>
                    <a:lnTo>
                      <a:pt x="16" y="25"/>
                    </a:lnTo>
                    <a:lnTo>
                      <a:pt x="0" y="12"/>
                    </a:lnTo>
                    <a:lnTo>
                      <a:pt x="16" y="0"/>
                    </a:lnTo>
                    <a:close/>
                  </a:path>
                </a:pathLst>
              </a:custGeom>
              <a:noFill/>
              <a:ln w="7938">
                <a:solidFill>
                  <a:schemeClr val="hlink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008000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82" name="Freeform 283">
                <a:extLst>
                  <a:ext uri="{FF2B5EF4-FFF2-40B4-BE49-F238E27FC236}">
                    <a16:creationId xmlns:a16="http://schemas.microsoft.com/office/drawing/2014/main" id="{CC497AB0-1545-7771-401D-04617A47E28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41" y="2891"/>
                <a:ext cx="32" cy="26"/>
              </a:xfrm>
              <a:custGeom>
                <a:avLst/>
                <a:gdLst>
                  <a:gd name="T0" fmla="*/ 16 w 32"/>
                  <a:gd name="T1" fmla="*/ 0 h 26"/>
                  <a:gd name="T2" fmla="*/ 32 w 32"/>
                  <a:gd name="T3" fmla="*/ 13 h 26"/>
                  <a:gd name="T4" fmla="*/ 16 w 32"/>
                  <a:gd name="T5" fmla="*/ 26 h 26"/>
                  <a:gd name="T6" fmla="*/ 0 w 32"/>
                  <a:gd name="T7" fmla="*/ 13 h 26"/>
                  <a:gd name="T8" fmla="*/ 16 w 32"/>
                  <a:gd name="T9" fmla="*/ 0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2" h="26">
                    <a:moveTo>
                      <a:pt x="16" y="0"/>
                    </a:moveTo>
                    <a:lnTo>
                      <a:pt x="32" y="13"/>
                    </a:lnTo>
                    <a:lnTo>
                      <a:pt x="16" y="26"/>
                    </a:lnTo>
                    <a:lnTo>
                      <a:pt x="0" y="13"/>
                    </a:lnTo>
                    <a:lnTo>
                      <a:pt x="16" y="0"/>
                    </a:lnTo>
                    <a:close/>
                  </a:path>
                </a:pathLst>
              </a:custGeom>
              <a:noFill/>
              <a:ln w="7938">
                <a:solidFill>
                  <a:schemeClr val="hlink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008000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83" name="Freeform 284">
                <a:extLst>
                  <a:ext uri="{FF2B5EF4-FFF2-40B4-BE49-F238E27FC236}">
                    <a16:creationId xmlns:a16="http://schemas.microsoft.com/office/drawing/2014/main" id="{CC207914-3153-2D3E-DAEF-BE0F6339B5D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52" y="2587"/>
                <a:ext cx="32" cy="26"/>
              </a:xfrm>
              <a:custGeom>
                <a:avLst/>
                <a:gdLst>
                  <a:gd name="T0" fmla="*/ 16 w 32"/>
                  <a:gd name="T1" fmla="*/ 0 h 26"/>
                  <a:gd name="T2" fmla="*/ 32 w 32"/>
                  <a:gd name="T3" fmla="*/ 13 h 26"/>
                  <a:gd name="T4" fmla="*/ 16 w 32"/>
                  <a:gd name="T5" fmla="*/ 26 h 26"/>
                  <a:gd name="T6" fmla="*/ 0 w 32"/>
                  <a:gd name="T7" fmla="*/ 13 h 26"/>
                  <a:gd name="T8" fmla="*/ 16 w 32"/>
                  <a:gd name="T9" fmla="*/ 0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2" h="26">
                    <a:moveTo>
                      <a:pt x="16" y="0"/>
                    </a:moveTo>
                    <a:lnTo>
                      <a:pt x="32" y="13"/>
                    </a:lnTo>
                    <a:lnTo>
                      <a:pt x="16" y="26"/>
                    </a:lnTo>
                    <a:lnTo>
                      <a:pt x="0" y="13"/>
                    </a:lnTo>
                    <a:lnTo>
                      <a:pt x="16" y="0"/>
                    </a:lnTo>
                    <a:close/>
                  </a:path>
                </a:pathLst>
              </a:custGeom>
              <a:noFill/>
              <a:ln w="7938">
                <a:solidFill>
                  <a:schemeClr val="hlink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008000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84" name="Freeform 285">
                <a:extLst>
                  <a:ext uri="{FF2B5EF4-FFF2-40B4-BE49-F238E27FC236}">
                    <a16:creationId xmlns:a16="http://schemas.microsoft.com/office/drawing/2014/main" id="{20148D89-C95B-3EA2-49E5-9C778233DF3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57" y="2756"/>
                <a:ext cx="32" cy="26"/>
              </a:xfrm>
              <a:custGeom>
                <a:avLst/>
                <a:gdLst>
                  <a:gd name="T0" fmla="*/ 16 w 32"/>
                  <a:gd name="T1" fmla="*/ 0 h 26"/>
                  <a:gd name="T2" fmla="*/ 32 w 32"/>
                  <a:gd name="T3" fmla="*/ 13 h 26"/>
                  <a:gd name="T4" fmla="*/ 16 w 32"/>
                  <a:gd name="T5" fmla="*/ 26 h 26"/>
                  <a:gd name="T6" fmla="*/ 0 w 32"/>
                  <a:gd name="T7" fmla="*/ 13 h 26"/>
                  <a:gd name="T8" fmla="*/ 16 w 32"/>
                  <a:gd name="T9" fmla="*/ 0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2" h="26">
                    <a:moveTo>
                      <a:pt x="16" y="0"/>
                    </a:moveTo>
                    <a:lnTo>
                      <a:pt x="32" y="13"/>
                    </a:lnTo>
                    <a:lnTo>
                      <a:pt x="16" y="26"/>
                    </a:lnTo>
                    <a:lnTo>
                      <a:pt x="0" y="13"/>
                    </a:lnTo>
                    <a:lnTo>
                      <a:pt x="16" y="0"/>
                    </a:lnTo>
                    <a:close/>
                  </a:path>
                </a:pathLst>
              </a:custGeom>
              <a:noFill/>
              <a:ln w="7938">
                <a:solidFill>
                  <a:schemeClr val="hlink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008000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85" name="Freeform 286">
                <a:extLst>
                  <a:ext uri="{FF2B5EF4-FFF2-40B4-BE49-F238E27FC236}">
                    <a16:creationId xmlns:a16="http://schemas.microsoft.com/office/drawing/2014/main" id="{C9EE2A1F-C932-47BE-0598-4461CF3C732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68" y="2735"/>
                <a:ext cx="32" cy="25"/>
              </a:xfrm>
              <a:custGeom>
                <a:avLst/>
                <a:gdLst>
                  <a:gd name="T0" fmla="*/ 16 w 32"/>
                  <a:gd name="T1" fmla="*/ 0 h 25"/>
                  <a:gd name="T2" fmla="*/ 32 w 32"/>
                  <a:gd name="T3" fmla="*/ 13 h 25"/>
                  <a:gd name="T4" fmla="*/ 16 w 32"/>
                  <a:gd name="T5" fmla="*/ 25 h 25"/>
                  <a:gd name="T6" fmla="*/ 0 w 32"/>
                  <a:gd name="T7" fmla="*/ 13 h 25"/>
                  <a:gd name="T8" fmla="*/ 16 w 32"/>
                  <a:gd name="T9" fmla="*/ 0 h 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2" h="25">
                    <a:moveTo>
                      <a:pt x="16" y="0"/>
                    </a:moveTo>
                    <a:lnTo>
                      <a:pt x="32" y="13"/>
                    </a:lnTo>
                    <a:lnTo>
                      <a:pt x="16" y="25"/>
                    </a:lnTo>
                    <a:lnTo>
                      <a:pt x="0" y="13"/>
                    </a:lnTo>
                    <a:lnTo>
                      <a:pt x="16" y="0"/>
                    </a:lnTo>
                    <a:close/>
                  </a:path>
                </a:pathLst>
              </a:custGeom>
              <a:noFill/>
              <a:ln w="7938">
                <a:solidFill>
                  <a:schemeClr val="hlink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008000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86" name="Freeform 287">
                <a:extLst>
                  <a:ext uri="{FF2B5EF4-FFF2-40B4-BE49-F238E27FC236}">
                    <a16:creationId xmlns:a16="http://schemas.microsoft.com/office/drawing/2014/main" id="{0A417116-115D-E575-A729-B08E5D87565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79" y="2773"/>
                <a:ext cx="32" cy="25"/>
              </a:xfrm>
              <a:custGeom>
                <a:avLst/>
                <a:gdLst>
                  <a:gd name="T0" fmla="*/ 16 w 32"/>
                  <a:gd name="T1" fmla="*/ 0 h 25"/>
                  <a:gd name="T2" fmla="*/ 32 w 32"/>
                  <a:gd name="T3" fmla="*/ 13 h 25"/>
                  <a:gd name="T4" fmla="*/ 16 w 32"/>
                  <a:gd name="T5" fmla="*/ 25 h 25"/>
                  <a:gd name="T6" fmla="*/ 0 w 32"/>
                  <a:gd name="T7" fmla="*/ 13 h 25"/>
                  <a:gd name="T8" fmla="*/ 16 w 32"/>
                  <a:gd name="T9" fmla="*/ 0 h 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2" h="25">
                    <a:moveTo>
                      <a:pt x="16" y="0"/>
                    </a:moveTo>
                    <a:lnTo>
                      <a:pt x="32" y="13"/>
                    </a:lnTo>
                    <a:lnTo>
                      <a:pt x="16" y="25"/>
                    </a:lnTo>
                    <a:lnTo>
                      <a:pt x="0" y="13"/>
                    </a:lnTo>
                    <a:lnTo>
                      <a:pt x="16" y="0"/>
                    </a:lnTo>
                    <a:close/>
                  </a:path>
                </a:pathLst>
              </a:custGeom>
              <a:noFill/>
              <a:ln w="7938">
                <a:solidFill>
                  <a:schemeClr val="hlink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008000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87" name="Freeform 288">
                <a:extLst>
                  <a:ext uri="{FF2B5EF4-FFF2-40B4-BE49-F238E27FC236}">
                    <a16:creationId xmlns:a16="http://schemas.microsoft.com/office/drawing/2014/main" id="{54D38E38-A64B-C6D7-5216-937AA1FE135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84" y="2752"/>
                <a:ext cx="32" cy="25"/>
              </a:xfrm>
              <a:custGeom>
                <a:avLst/>
                <a:gdLst>
                  <a:gd name="T0" fmla="*/ 16 w 32"/>
                  <a:gd name="T1" fmla="*/ 0 h 25"/>
                  <a:gd name="T2" fmla="*/ 32 w 32"/>
                  <a:gd name="T3" fmla="*/ 13 h 25"/>
                  <a:gd name="T4" fmla="*/ 16 w 32"/>
                  <a:gd name="T5" fmla="*/ 25 h 25"/>
                  <a:gd name="T6" fmla="*/ 0 w 32"/>
                  <a:gd name="T7" fmla="*/ 13 h 25"/>
                  <a:gd name="T8" fmla="*/ 16 w 32"/>
                  <a:gd name="T9" fmla="*/ 0 h 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2" h="25">
                    <a:moveTo>
                      <a:pt x="16" y="0"/>
                    </a:moveTo>
                    <a:lnTo>
                      <a:pt x="32" y="13"/>
                    </a:lnTo>
                    <a:lnTo>
                      <a:pt x="16" y="25"/>
                    </a:lnTo>
                    <a:lnTo>
                      <a:pt x="0" y="13"/>
                    </a:lnTo>
                    <a:lnTo>
                      <a:pt x="16" y="0"/>
                    </a:lnTo>
                    <a:close/>
                  </a:path>
                </a:pathLst>
              </a:custGeom>
              <a:noFill/>
              <a:ln w="7938">
                <a:solidFill>
                  <a:schemeClr val="hlink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008000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88" name="Freeform 289">
                <a:extLst>
                  <a:ext uri="{FF2B5EF4-FFF2-40B4-BE49-F238E27FC236}">
                    <a16:creationId xmlns:a16="http://schemas.microsoft.com/office/drawing/2014/main" id="{5620DFE5-C66A-397A-EEA7-DB800DE66C2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95" y="2735"/>
                <a:ext cx="32" cy="25"/>
              </a:xfrm>
              <a:custGeom>
                <a:avLst/>
                <a:gdLst>
                  <a:gd name="T0" fmla="*/ 16 w 32"/>
                  <a:gd name="T1" fmla="*/ 0 h 25"/>
                  <a:gd name="T2" fmla="*/ 32 w 32"/>
                  <a:gd name="T3" fmla="*/ 13 h 25"/>
                  <a:gd name="T4" fmla="*/ 16 w 32"/>
                  <a:gd name="T5" fmla="*/ 25 h 25"/>
                  <a:gd name="T6" fmla="*/ 0 w 32"/>
                  <a:gd name="T7" fmla="*/ 13 h 25"/>
                  <a:gd name="T8" fmla="*/ 16 w 32"/>
                  <a:gd name="T9" fmla="*/ 0 h 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2" h="25">
                    <a:moveTo>
                      <a:pt x="16" y="0"/>
                    </a:moveTo>
                    <a:lnTo>
                      <a:pt x="32" y="13"/>
                    </a:lnTo>
                    <a:lnTo>
                      <a:pt x="16" y="25"/>
                    </a:lnTo>
                    <a:lnTo>
                      <a:pt x="0" y="13"/>
                    </a:lnTo>
                    <a:lnTo>
                      <a:pt x="16" y="0"/>
                    </a:lnTo>
                    <a:close/>
                  </a:path>
                </a:pathLst>
              </a:custGeom>
              <a:noFill/>
              <a:ln w="7938">
                <a:solidFill>
                  <a:schemeClr val="hlink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008000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89" name="Freeform 290">
                <a:extLst>
                  <a:ext uri="{FF2B5EF4-FFF2-40B4-BE49-F238E27FC236}">
                    <a16:creationId xmlns:a16="http://schemas.microsoft.com/office/drawing/2014/main" id="{01861F2C-708E-0EC7-5AC4-AAD2D292148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00" y="2705"/>
                <a:ext cx="32" cy="26"/>
              </a:xfrm>
              <a:custGeom>
                <a:avLst/>
                <a:gdLst>
                  <a:gd name="T0" fmla="*/ 16 w 32"/>
                  <a:gd name="T1" fmla="*/ 0 h 26"/>
                  <a:gd name="T2" fmla="*/ 32 w 32"/>
                  <a:gd name="T3" fmla="*/ 13 h 26"/>
                  <a:gd name="T4" fmla="*/ 16 w 32"/>
                  <a:gd name="T5" fmla="*/ 26 h 26"/>
                  <a:gd name="T6" fmla="*/ 0 w 32"/>
                  <a:gd name="T7" fmla="*/ 13 h 26"/>
                  <a:gd name="T8" fmla="*/ 16 w 32"/>
                  <a:gd name="T9" fmla="*/ 0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2" h="26">
                    <a:moveTo>
                      <a:pt x="16" y="0"/>
                    </a:moveTo>
                    <a:lnTo>
                      <a:pt x="32" y="13"/>
                    </a:lnTo>
                    <a:lnTo>
                      <a:pt x="16" y="26"/>
                    </a:lnTo>
                    <a:lnTo>
                      <a:pt x="0" y="13"/>
                    </a:lnTo>
                    <a:lnTo>
                      <a:pt x="16" y="0"/>
                    </a:lnTo>
                    <a:close/>
                  </a:path>
                </a:pathLst>
              </a:custGeom>
              <a:noFill/>
              <a:ln w="7938">
                <a:solidFill>
                  <a:schemeClr val="hlink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008000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90" name="Freeform 291">
                <a:extLst>
                  <a:ext uri="{FF2B5EF4-FFF2-40B4-BE49-F238E27FC236}">
                    <a16:creationId xmlns:a16="http://schemas.microsoft.com/office/drawing/2014/main" id="{EC7349A6-6BF3-B8FD-0B13-29E8D607DE3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11" y="2731"/>
                <a:ext cx="32" cy="25"/>
              </a:xfrm>
              <a:custGeom>
                <a:avLst/>
                <a:gdLst>
                  <a:gd name="T0" fmla="*/ 16 w 32"/>
                  <a:gd name="T1" fmla="*/ 0 h 25"/>
                  <a:gd name="T2" fmla="*/ 32 w 32"/>
                  <a:gd name="T3" fmla="*/ 13 h 25"/>
                  <a:gd name="T4" fmla="*/ 16 w 32"/>
                  <a:gd name="T5" fmla="*/ 25 h 25"/>
                  <a:gd name="T6" fmla="*/ 0 w 32"/>
                  <a:gd name="T7" fmla="*/ 13 h 25"/>
                  <a:gd name="T8" fmla="*/ 16 w 32"/>
                  <a:gd name="T9" fmla="*/ 0 h 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2" h="25">
                    <a:moveTo>
                      <a:pt x="16" y="0"/>
                    </a:moveTo>
                    <a:lnTo>
                      <a:pt x="32" y="13"/>
                    </a:lnTo>
                    <a:lnTo>
                      <a:pt x="16" y="25"/>
                    </a:lnTo>
                    <a:lnTo>
                      <a:pt x="0" y="13"/>
                    </a:lnTo>
                    <a:lnTo>
                      <a:pt x="16" y="0"/>
                    </a:lnTo>
                    <a:close/>
                  </a:path>
                </a:pathLst>
              </a:custGeom>
              <a:noFill/>
              <a:ln w="7938">
                <a:solidFill>
                  <a:schemeClr val="hlink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008000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91" name="Freeform 292">
                <a:extLst>
                  <a:ext uri="{FF2B5EF4-FFF2-40B4-BE49-F238E27FC236}">
                    <a16:creationId xmlns:a16="http://schemas.microsoft.com/office/drawing/2014/main" id="{EFBD3537-E338-AD64-19E8-B5EFCD9F901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16" y="2727"/>
                <a:ext cx="32" cy="25"/>
              </a:xfrm>
              <a:custGeom>
                <a:avLst/>
                <a:gdLst>
                  <a:gd name="T0" fmla="*/ 16 w 32"/>
                  <a:gd name="T1" fmla="*/ 0 h 25"/>
                  <a:gd name="T2" fmla="*/ 32 w 32"/>
                  <a:gd name="T3" fmla="*/ 12 h 25"/>
                  <a:gd name="T4" fmla="*/ 16 w 32"/>
                  <a:gd name="T5" fmla="*/ 25 h 25"/>
                  <a:gd name="T6" fmla="*/ 0 w 32"/>
                  <a:gd name="T7" fmla="*/ 12 h 25"/>
                  <a:gd name="T8" fmla="*/ 16 w 32"/>
                  <a:gd name="T9" fmla="*/ 0 h 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2" h="25">
                    <a:moveTo>
                      <a:pt x="16" y="0"/>
                    </a:moveTo>
                    <a:lnTo>
                      <a:pt x="32" y="12"/>
                    </a:lnTo>
                    <a:lnTo>
                      <a:pt x="16" y="25"/>
                    </a:lnTo>
                    <a:lnTo>
                      <a:pt x="0" y="12"/>
                    </a:lnTo>
                    <a:lnTo>
                      <a:pt x="16" y="0"/>
                    </a:lnTo>
                    <a:close/>
                  </a:path>
                </a:pathLst>
              </a:custGeom>
              <a:noFill/>
              <a:ln w="7938">
                <a:solidFill>
                  <a:schemeClr val="hlink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008000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92" name="Freeform 293">
                <a:extLst>
                  <a:ext uri="{FF2B5EF4-FFF2-40B4-BE49-F238E27FC236}">
                    <a16:creationId xmlns:a16="http://schemas.microsoft.com/office/drawing/2014/main" id="{7D4258C8-9D1C-02E2-0A57-6EFE5570C6C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27" y="3124"/>
                <a:ext cx="31" cy="25"/>
              </a:xfrm>
              <a:custGeom>
                <a:avLst/>
                <a:gdLst>
                  <a:gd name="T0" fmla="*/ 16 w 31"/>
                  <a:gd name="T1" fmla="*/ 0 h 25"/>
                  <a:gd name="T2" fmla="*/ 31 w 31"/>
                  <a:gd name="T3" fmla="*/ 12 h 25"/>
                  <a:gd name="T4" fmla="*/ 16 w 31"/>
                  <a:gd name="T5" fmla="*/ 25 h 25"/>
                  <a:gd name="T6" fmla="*/ 0 w 31"/>
                  <a:gd name="T7" fmla="*/ 12 h 25"/>
                  <a:gd name="T8" fmla="*/ 16 w 31"/>
                  <a:gd name="T9" fmla="*/ 0 h 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1" h="25">
                    <a:moveTo>
                      <a:pt x="16" y="0"/>
                    </a:moveTo>
                    <a:lnTo>
                      <a:pt x="31" y="12"/>
                    </a:lnTo>
                    <a:lnTo>
                      <a:pt x="16" y="25"/>
                    </a:lnTo>
                    <a:lnTo>
                      <a:pt x="0" y="12"/>
                    </a:lnTo>
                    <a:lnTo>
                      <a:pt x="16" y="0"/>
                    </a:lnTo>
                    <a:close/>
                  </a:path>
                </a:pathLst>
              </a:custGeom>
              <a:noFill/>
              <a:ln w="7938">
                <a:solidFill>
                  <a:schemeClr val="hlink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008000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93" name="Freeform 294">
                <a:extLst>
                  <a:ext uri="{FF2B5EF4-FFF2-40B4-BE49-F238E27FC236}">
                    <a16:creationId xmlns:a16="http://schemas.microsoft.com/office/drawing/2014/main" id="{80982875-980D-C49B-B454-F436AE29BF4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32" y="2663"/>
                <a:ext cx="32" cy="26"/>
              </a:xfrm>
              <a:custGeom>
                <a:avLst/>
                <a:gdLst>
                  <a:gd name="T0" fmla="*/ 16 w 32"/>
                  <a:gd name="T1" fmla="*/ 0 h 26"/>
                  <a:gd name="T2" fmla="*/ 32 w 32"/>
                  <a:gd name="T3" fmla="*/ 13 h 26"/>
                  <a:gd name="T4" fmla="*/ 16 w 32"/>
                  <a:gd name="T5" fmla="*/ 26 h 26"/>
                  <a:gd name="T6" fmla="*/ 0 w 32"/>
                  <a:gd name="T7" fmla="*/ 13 h 26"/>
                  <a:gd name="T8" fmla="*/ 16 w 32"/>
                  <a:gd name="T9" fmla="*/ 0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2" h="26">
                    <a:moveTo>
                      <a:pt x="16" y="0"/>
                    </a:moveTo>
                    <a:lnTo>
                      <a:pt x="32" y="13"/>
                    </a:lnTo>
                    <a:lnTo>
                      <a:pt x="16" y="26"/>
                    </a:lnTo>
                    <a:lnTo>
                      <a:pt x="0" y="13"/>
                    </a:lnTo>
                    <a:lnTo>
                      <a:pt x="16" y="0"/>
                    </a:lnTo>
                    <a:close/>
                  </a:path>
                </a:pathLst>
              </a:custGeom>
              <a:noFill/>
              <a:ln w="7938">
                <a:solidFill>
                  <a:schemeClr val="hlink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008000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94" name="Freeform 295">
                <a:extLst>
                  <a:ext uri="{FF2B5EF4-FFF2-40B4-BE49-F238E27FC236}">
                    <a16:creationId xmlns:a16="http://schemas.microsoft.com/office/drawing/2014/main" id="{18F60929-044B-5F2A-DBC6-7D639ADAE3E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43" y="2655"/>
                <a:ext cx="31" cy="25"/>
              </a:xfrm>
              <a:custGeom>
                <a:avLst/>
                <a:gdLst>
                  <a:gd name="T0" fmla="*/ 15 w 31"/>
                  <a:gd name="T1" fmla="*/ 0 h 25"/>
                  <a:gd name="T2" fmla="*/ 31 w 31"/>
                  <a:gd name="T3" fmla="*/ 12 h 25"/>
                  <a:gd name="T4" fmla="*/ 15 w 31"/>
                  <a:gd name="T5" fmla="*/ 25 h 25"/>
                  <a:gd name="T6" fmla="*/ 0 w 31"/>
                  <a:gd name="T7" fmla="*/ 12 h 25"/>
                  <a:gd name="T8" fmla="*/ 15 w 31"/>
                  <a:gd name="T9" fmla="*/ 0 h 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1" h="25">
                    <a:moveTo>
                      <a:pt x="15" y="0"/>
                    </a:moveTo>
                    <a:lnTo>
                      <a:pt x="31" y="12"/>
                    </a:lnTo>
                    <a:lnTo>
                      <a:pt x="15" y="25"/>
                    </a:lnTo>
                    <a:lnTo>
                      <a:pt x="0" y="12"/>
                    </a:lnTo>
                    <a:lnTo>
                      <a:pt x="15" y="0"/>
                    </a:lnTo>
                    <a:close/>
                  </a:path>
                </a:pathLst>
              </a:custGeom>
              <a:noFill/>
              <a:ln w="7938">
                <a:solidFill>
                  <a:schemeClr val="hlink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008000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95" name="Freeform 296">
                <a:extLst>
                  <a:ext uri="{FF2B5EF4-FFF2-40B4-BE49-F238E27FC236}">
                    <a16:creationId xmlns:a16="http://schemas.microsoft.com/office/drawing/2014/main" id="{8857F5FD-F370-FA25-384E-949A20086D8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53" y="2625"/>
                <a:ext cx="32" cy="26"/>
              </a:xfrm>
              <a:custGeom>
                <a:avLst/>
                <a:gdLst>
                  <a:gd name="T0" fmla="*/ 16 w 32"/>
                  <a:gd name="T1" fmla="*/ 0 h 26"/>
                  <a:gd name="T2" fmla="*/ 32 w 32"/>
                  <a:gd name="T3" fmla="*/ 13 h 26"/>
                  <a:gd name="T4" fmla="*/ 16 w 32"/>
                  <a:gd name="T5" fmla="*/ 26 h 26"/>
                  <a:gd name="T6" fmla="*/ 0 w 32"/>
                  <a:gd name="T7" fmla="*/ 13 h 26"/>
                  <a:gd name="T8" fmla="*/ 16 w 32"/>
                  <a:gd name="T9" fmla="*/ 0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2" h="26">
                    <a:moveTo>
                      <a:pt x="16" y="0"/>
                    </a:moveTo>
                    <a:lnTo>
                      <a:pt x="32" y="13"/>
                    </a:lnTo>
                    <a:lnTo>
                      <a:pt x="16" y="26"/>
                    </a:lnTo>
                    <a:lnTo>
                      <a:pt x="0" y="13"/>
                    </a:lnTo>
                    <a:lnTo>
                      <a:pt x="16" y="0"/>
                    </a:lnTo>
                    <a:close/>
                  </a:path>
                </a:pathLst>
              </a:custGeom>
              <a:noFill/>
              <a:ln w="7938">
                <a:solidFill>
                  <a:schemeClr val="hlink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008000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96" name="Freeform 297">
                <a:extLst>
                  <a:ext uri="{FF2B5EF4-FFF2-40B4-BE49-F238E27FC236}">
                    <a16:creationId xmlns:a16="http://schemas.microsoft.com/office/drawing/2014/main" id="{A3482E48-4F4D-9A3E-21E3-DED98BC0C51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58" y="3162"/>
                <a:ext cx="32" cy="25"/>
              </a:xfrm>
              <a:custGeom>
                <a:avLst/>
                <a:gdLst>
                  <a:gd name="T0" fmla="*/ 16 w 32"/>
                  <a:gd name="T1" fmla="*/ 0 h 25"/>
                  <a:gd name="T2" fmla="*/ 32 w 32"/>
                  <a:gd name="T3" fmla="*/ 13 h 25"/>
                  <a:gd name="T4" fmla="*/ 16 w 32"/>
                  <a:gd name="T5" fmla="*/ 25 h 25"/>
                  <a:gd name="T6" fmla="*/ 0 w 32"/>
                  <a:gd name="T7" fmla="*/ 13 h 25"/>
                  <a:gd name="T8" fmla="*/ 16 w 32"/>
                  <a:gd name="T9" fmla="*/ 0 h 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2" h="25">
                    <a:moveTo>
                      <a:pt x="16" y="0"/>
                    </a:moveTo>
                    <a:lnTo>
                      <a:pt x="32" y="13"/>
                    </a:lnTo>
                    <a:lnTo>
                      <a:pt x="16" y="25"/>
                    </a:lnTo>
                    <a:lnTo>
                      <a:pt x="0" y="13"/>
                    </a:lnTo>
                    <a:lnTo>
                      <a:pt x="16" y="0"/>
                    </a:lnTo>
                    <a:close/>
                  </a:path>
                </a:pathLst>
              </a:custGeom>
              <a:noFill/>
              <a:ln w="7938">
                <a:solidFill>
                  <a:schemeClr val="hlink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008000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97" name="Freeform 298">
                <a:extLst>
                  <a:ext uri="{FF2B5EF4-FFF2-40B4-BE49-F238E27FC236}">
                    <a16:creationId xmlns:a16="http://schemas.microsoft.com/office/drawing/2014/main" id="{C4E300B1-245F-BC2E-5497-DDBD6118A64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69" y="2697"/>
                <a:ext cx="32" cy="25"/>
              </a:xfrm>
              <a:custGeom>
                <a:avLst/>
                <a:gdLst>
                  <a:gd name="T0" fmla="*/ 16 w 32"/>
                  <a:gd name="T1" fmla="*/ 0 h 25"/>
                  <a:gd name="T2" fmla="*/ 32 w 32"/>
                  <a:gd name="T3" fmla="*/ 13 h 25"/>
                  <a:gd name="T4" fmla="*/ 16 w 32"/>
                  <a:gd name="T5" fmla="*/ 25 h 25"/>
                  <a:gd name="T6" fmla="*/ 0 w 32"/>
                  <a:gd name="T7" fmla="*/ 13 h 25"/>
                  <a:gd name="T8" fmla="*/ 16 w 32"/>
                  <a:gd name="T9" fmla="*/ 0 h 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2" h="25">
                    <a:moveTo>
                      <a:pt x="16" y="0"/>
                    </a:moveTo>
                    <a:lnTo>
                      <a:pt x="32" y="13"/>
                    </a:lnTo>
                    <a:lnTo>
                      <a:pt x="16" y="25"/>
                    </a:lnTo>
                    <a:lnTo>
                      <a:pt x="0" y="13"/>
                    </a:lnTo>
                    <a:lnTo>
                      <a:pt x="16" y="0"/>
                    </a:lnTo>
                    <a:close/>
                  </a:path>
                </a:pathLst>
              </a:custGeom>
              <a:noFill/>
              <a:ln w="7938">
                <a:solidFill>
                  <a:schemeClr val="hlink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008000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98" name="Freeform 299">
                <a:extLst>
                  <a:ext uri="{FF2B5EF4-FFF2-40B4-BE49-F238E27FC236}">
                    <a16:creationId xmlns:a16="http://schemas.microsoft.com/office/drawing/2014/main" id="{10EF6B12-0448-2278-DEE4-A2A1E453701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74" y="2811"/>
                <a:ext cx="32" cy="25"/>
              </a:xfrm>
              <a:custGeom>
                <a:avLst/>
                <a:gdLst>
                  <a:gd name="T0" fmla="*/ 16 w 32"/>
                  <a:gd name="T1" fmla="*/ 0 h 25"/>
                  <a:gd name="T2" fmla="*/ 32 w 32"/>
                  <a:gd name="T3" fmla="*/ 13 h 25"/>
                  <a:gd name="T4" fmla="*/ 16 w 32"/>
                  <a:gd name="T5" fmla="*/ 25 h 25"/>
                  <a:gd name="T6" fmla="*/ 0 w 32"/>
                  <a:gd name="T7" fmla="*/ 13 h 25"/>
                  <a:gd name="T8" fmla="*/ 16 w 32"/>
                  <a:gd name="T9" fmla="*/ 0 h 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2" h="25">
                    <a:moveTo>
                      <a:pt x="16" y="0"/>
                    </a:moveTo>
                    <a:lnTo>
                      <a:pt x="32" y="13"/>
                    </a:lnTo>
                    <a:lnTo>
                      <a:pt x="16" y="25"/>
                    </a:lnTo>
                    <a:lnTo>
                      <a:pt x="0" y="13"/>
                    </a:lnTo>
                    <a:lnTo>
                      <a:pt x="16" y="0"/>
                    </a:lnTo>
                    <a:close/>
                  </a:path>
                </a:pathLst>
              </a:custGeom>
              <a:noFill/>
              <a:ln w="7938">
                <a:solidFill>
                  <a:schemeClr val="hlink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008000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99" name="Freeform 300">
                <a:extLst>
                  <a:ext uri="{FF2B5EF4-FFF2-40B4-BE49-F238E27FC236}">
                    <a16:creationId xmlns:a16="http://schemas.microsoft.com/office/drawing/2014/main" id="{98841245-ECDD-E83D-A403-621DC950F93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85" y="2680"/>
                <a:ext cx="32" cy="25"/>
              </a:xfrm>
              <a:custGeom>
                <a:avLst/>
                <a:gdLst>
                  <a:gd name="T0" fmla="*/ 16 w 32"/>
                  <a:gd name="T1" fmla="*/ 0 h 25"/>
                  <a:gd name="T2" fmla="*/ 32 w 32"/>
                  <a:gd name="T3" fmla="*/ 13 h 25"/>
                  <a:gd name="T4" fmla="*/ 16 w 32"/>
                  <a:gd name="T5" fmla="*/ 25 h 25"/>
                  <a:gd name="T6" fmla="*/ 0 w 32"/>
                  <a:gd name="T7" fmla="*/ 13 h 25"/>
                  <a:gd name="T8" fmla="*/ 16 w 32"/>
                  <a:gd name="T9" fmla="*/ 0 h 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2" h="25">
                    <a:moveTo>
                      <a:pt x="16" y="0"/>
                    </a:moveTo>
                    <a:lnTo>
                      <a:pt x="32" y="13"/>
                    </a:lnTo>
                    <a:lnTo>
                      <a:pt x="16" y="25"/>
                    </a:lnTo>
                    <a:lnTo>
                      <a:pt x="0" y="13"/>
                    </a:lnTo>
                    <a:lnTo>
                      <a:pt x="16" y="0"/>
                    </a:lnTo>
                    <a:close/>
                  </a:path>
                </a:pathLst>
              </a:custGeom>
              <a:noFill/>
              <a:ln w="7938">
                <a:solidFill>
                  <a:schemeClr val="hlink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008000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00" name="Freeform 301">
                <a:extLst>
                  <a:ext uri="{FF2B5EF4-FFF2-40B4-BE49-F238E27FC236}">
                    <a16:creationId xmlns:a16="http://schemas.microsoft.com/office/drawing/2014/main" id="{5DEA577D-385D-FA04-6A29-06A4E57B92D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90" y="2731"/>
                <a:ext cx="32" cy="25"/>
              </a:xfrm>
              <a:custGeom>
                <a:avLst/>
                <a:gdLst>
                  <a:gd name="T0" fmla="*/ 16 w 32"/>
                  <a:gd name="T1" fmla="*/ 0 h 25"/>
                  <a:gd name="T2" fmla="*/ 32 w 32"/>
                  <a:gd name="T3" fmla="*/ 13 h 25"/>
                  <a:gd name="T4" fmla="*/ 16 w 32"/>
                  <a:gd name="T5" fmla="*/ 25 h 25"/>
                  <a:gd name="T6" fmla="*/ 0 w 32"/>
                  <a:gd name="T7" fmla="*/ 13 h 25"/>
                  <a:gd name="T8" fmla="*/ 16 w 32"/>
                  <a:gd name="T9" fmla="*/ 0 h 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2" h="25">
                    <a:moveTo>
                      <a:pt x="16" y="0"/>
                    </a:moveTo>
                    <a:lnTo>
                      <a:pt x="32" y="13"/>
                    </a:lnTo>
                    <a:lnTo>
                      <a:pt x="16" y="25"/>
                    </a:lnTo>
                    <a:lnTo>
                      <a:pt x="0" y="13"/>
                    </a:lnTo>
                    <a:lnTo>
                      <a:pt x="16" y="0"/>
                    </a:lnTo>
                    <a:close/>
                  </a:path>
                </a:pathLst>
              </a:custGeom>
              <a:noFill/>
              <a:ln w="7938">
                <a:solidFill>
                  <a:schemeClr val="hlink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008000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01" name="Freeform 302">
                <a:extLst>
                  <a:ext uri="{FF2B5EF4-FFF2-40B4-BE49-F238E27FC236}">
                    <a16:creationId xmlns:a16="http://schemas.microsoft.com/office/drawing/2014/main" id="{AD91B290-2B78-2447-02A1-8D4BCEECA3C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01" y="2803"/>
                <a:ext cx="32" cy="25"/>
              </a:xfrm>
              <a:custGeom>
                <a:avLst/>
                <a:gdLst>
                  <a:gd name="T0" fmla="*/ 16 w 32"/>
                  <a:gd name="T1" fmla="*/ 0 h 25"/>
                  <a:gd name="T2" fmla="*/ 32 w 32"/>
                  <a:gd name="T3" fmla="*/ 12 h 25"/>
                  <a:gd name="T4" fmla="*/ 16 w 32"/>
                  <a:gd name="T5" fmla="*/ 25 h 25"/>
                  <a:gd name="T6" fmla="*/ 0 w 32"/>
                  <a:gd name="T7" fmla="*/ 12 h 25"/>
                  <a:gd name="T8" fmla="*/ 16 w 32"/>
                  <a:gd name="T9" fmla="*/ 0 h 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2" h="25">
                    <a:moveTo>
                      <a:pt x="16" y="0"/>
                    </a:moveTo>
                    <a:lnTo>
                      <a:pt x="32" y="12"/>
                    </a:lnTo>
                    <a:lnTo>
                      <a:pt x="16" y="25"/>
                    </a:lnTo>
                    <a:lnTo>
                      <a:pt x="0" y="12"/>
                    </a:lnTo>
                    <a:lnTo>
                      <a:pt x="16" y="0"/>
                    </a:lnTo>
                    <a:close/>
                  </a:path>
                </a:pathLst>
              </a:custGeom>
              <a:noFill/>
              <a:ln w="7938">
                <a:solidFill>
                  <a:schemeClr val="hlink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008000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02" name="Freeform 303">
                <a:extLst>
                  <a:ext uri="{FF2B5EF4-FFF2-40B4-BE49-F238E27FC236}">
                    <a16:creationId xmlns:a16="http://schemas.microsoft.com/office/drawing/2014/main" id="{28077B82-4112-FC4B-7BC6-3A614433B72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06" y="2735"/>
                <a:ext cx="32" cy="25"/>
              </a:xfrm>
              <a:custGeom>
                <a:avLst/>
                <a:gdLst>
                  <a:gd name="T0" fmla="*/ 16 w 32"/>
                  <a:gd name="T1" fmla="*/ 0 h 25"/>
                  <a:gd name="T2" fmla="*/ 32 w 32"/>
                  <a:gd name="T3" fmla="*/ 13 h 25"/>
                  <a:gd name="T4" fmla="*/ 16 w 32"/>
                  <a:gd name="T5" fmla="*/ 25 h 25"/>
                  <a:gd name="T6" fmla="*/ 0 w 32"/>
                  <a:gd name="T7" fmla="*/ 13 h 25"/>
                  <a:gd name="T8" fmla="*/ 16 w 32"/>
                  <a:gd name="T9" fmla="*/ 0 h 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2" h="25">
                    <a:moveTo>
                      <a:pt x="16" y="0"/>
                    </a:moveTo>
                    <a:lnTo>
                      <a:pt x="32" y="13"/>
                    </a:lnTo>
                    <a:lnTo>
                      <a:pt x="16" y="25"/>
                    </a:lnTo>
                    <a:lnTo>
                      <a:pt x="0" y="13"/>
                    </a:lnTo>
                    <a:lnTo>
                      <a:pt x="16" y="0"/>
                    </a:lnTo>
                    <a:close/>
                  </a:path>
                </a:pathLst>
              </a:custGeom>
              <a:noFill/>
              <a:ln w="7938">
                <a:solidFill>
                  <a:schemeClr val="hlink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008000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03" name="Freeform 304">
                <a:extLst>
                  <a:ext uri="{FF2B5EF4-FFF2-40B4-BE49-F238E27FC236}">
                    <a16:creationId xmlns:a16="http://schemas.microsoft.com/office/drawing/2014/main" id="{B166CCBE-72A8-9912-6458-206345D4B57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17" y="2600"/>
                <a:ext cx="32" cy="25"/>
              </a:xfrm>
              <a:custGeom>
                <a:avLst/>
                <a:gdLst>
                  <a:gd name="T0" fmla="*/ 16 w 32"/>
                  <a:gd name="T1" fmla="*/ 0 h 25"/>
                  <a:gd name="T2" fmla="*/ 32 w 32"/>
                  <a:gd name="T3" fmla="*/ 13 h 25"/>
                  <a:gd name="T4" fmla="*/ 16 w 32"/>
                  <a:gd name="T5" fmla="*/ 25 h 25"/>
                  <a:gd name="T6" fmla="*/ 0 w 32"/>
                  <a:gd name="T7" fmla="*/ 13 h 25"/>
                  <a:gd name="T8" fmla="*/ 16 w 32"/>
                  <a:gd name="T9" fmla="*/ 0 h 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2" h="25">
                    <a:moveTo>
                      <a:pt x="16" y="0"/>
                    </a:moveTo>
                    <a:lnTo>
                      <a:pt x="32" y="13"/>
                    </a:lnTo>
                    <a:lnTo>
                      <a:pt x="16" y="25"/>
                    </a:lnTo>
                    <a:lnTo>
                      <a:pt x="0" y="13"/>
                    </a:lnTo>
                    <a:lnTo>
                      <a:pt x="16" y="0"/>
                    </a:lnTo>
                    <a:close/>
                  </a:path>
                </a:pathLst>
              </a:custGeom>
              <a:noFill/>
              <a:ln w="7938">
                <a:solidFill>
                  <a:schemeClr val="hlink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008000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04" name="Freeform 305">
                <a:extLst>
                  <a:ext uri="{FF2B5EF4-FFF2-40B4-BE49-F238E27FC236}">
                    <a16:creationId xmlns:a16="http://schemas.microsoft.com/office/drawing/2014/main" id="{9D713960-2C0E-FC50-1143-847A4C766CF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28" y="2591"/>
                <a:ext cx="31" cy="26"/>
              </a:xfrm>
              <a:custGeom>
                <a:avLst/>
                <a:gdLst>
                  <a:gd name="T0" fmla="*/ 16 w 31"/>
                  <a:gd name="T1" fmla="*/ 0 h 26"/>
                  <a:gd name="T2" fmla="*/ 31 w 31"/>
                  <a:gd name="T3" fmla="*/ 13 h 26"/>
                  <a:gd name="T4" fmla="*/ 16 w 31"/>
                  <a:gd name="T5" fmla="*/ 26 h 26"/>
                  <a:gd name="T6" fmla="*/ 0 w 31"/>
                  <a:gd name="T7" fmla="*/ 13 h 26"/>
                  <a:gd name="T8" fmla="*/ 16 w 31"/>
                  <a:gd name="T9" fmla="*/ 0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1" h="26">
                    <a:moveTo>
                      <a:pt x="16" y="0"/>
                    </a:moveTo>
                    <a:lnTo>
                      <a:pt x="31" y="13"/>
                    </a:lnTo>
                    <a:lnTo>
                      <a:pt x="16" y="26"/>
                    </a:lnTo>
                    <a:lnTo>
                      <a:pt x="0" y="13"/>
                    </a:lnTo>
                    <a:lnTo>
                      <a:pt x="16" y="0"/>
                    </a:lnTo>
                    <a:close/>
                  </a:path>
                </a:pathLst>
              </a:custGeom>
              <a:noFill/>
              <a:ln w="7938">
                <a:solidFill>
                  <a:schemeClr val="hlink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008000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05" name="Freeform 306">
                <a:extLst>
                  <a:ext uri="{FF2B5EF4-FFF2-40B4-BE49-F238E27FC236}">
                    <a16:creationId xmlns:a16="http://schemas.microsoft.com/office/drawing/2014/main" id="{C7C8096F-4A96-E0DD-C195-8C83BCDC46F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33" y="2672"/>
                <a:ext cx="32" cy="25"/>
              </a:xfrm>
              <a:custGeom>
                <a:avLst/>
                <a:gdLst>
                  <a:gd name="T0" fmla="*/ 16 w 32"/>
                  <a:gd name="T1" fmla="*/ 0 h 25"/>
                  <a:gd name="T2" fmla="*/ 32 w 32"/>
                  <a:gd name="T3" fmla="*/ 12 h 25"/>
                  <a:gd name="T4" fmla="*/ 16 w 32"/>
                  <a:gd name="T5" fmla="*/ 25 h 25"/>
                  <a:gd name="T6" fmla="*/ 0 w 32"/>
                  <a:gd name="T7" fmla="*/ 12 h 25"/>
                  <a:gd name="T8" fmla="*/ 16 w 32"/>
                  <a:gd name="T9" fmla="*/ 0 h 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2" h="25">
                    <a:moveTo>
                      <a:pt x="16" y="0"/>
                    </a:moveTo>
                    <a:lnTo>
                      <a:pt x="32" y="12"/>
                    </a:lnTo>
                    <a:lnTo>
                      <a:pt x="16" y="25"/>
                    </a:lnTo>
                    <a:lnTo>
                      <a:pt x="0" y="12"/>
                    </a:lnTo>
                    <a:lnTo>
                      <a:pt x="16" y="0"/>
                    </a:lnTo>
                    <a:close/>
                  </a:path>
                </a:pathLst>
              </a:custGeom>
              <a:noFill/>
              <a:ln w="7938">
                <a:solidFill>
                  <a:schemeClr val="hlink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008000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06" name="Freeform 307">
                <a:extLst>
                  <a:ext uri="{FF2B5EF4-FFF2-40B4-BE49-F238E27FC236}">
                    <a16:creationId xmlns:a16="http://schemas.microsoft.com/office/drawing/2014/main" id="{775B5154-CDEB-7FD6-7228-52D66D190CF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44" y="2651"/>
                <a:ext cx="31" cy="25"/>
              </a:xfrm>
              <a:custGeom>
                <a:avLst/>
                <a:gdLst>
                  <a:gd name="T0" fmla="*/ 15 w 31"/>
                  <a:gd name="T1" fmla="*/ 0 h 25"/>
                  <a:gd name="T2" fmla="*/ 31 w 31"/>
                  <a:gd name="T3" fmla="*/ 12 h 25"/>
                  <a:gd name="T4" fmla="*/ 15 w 31"/>
                  <a:gd name="T5" fmla="*/ 25 h 25"/>
                  <a:gd name="T6" fmla="*/ 0 w 31"/>
                  <a:gd name="T7" fmla="*/ 12 h 25"/>
                  <a:gd name="T8" fmla="*/ 15 w 31"/>
                  <a:gd name="T9" fmla="*/ 0 h 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1" h="25">
                    <a:moveTo>
                      <a:pt x="15" y="0"/>
                    </a:moveTo>
                    <a:lnTo>
                      <a:pt x="31" y="12"/>
                    </a:lnTo>
                    <a:lnTo>
                      <a:pt x="15" y="25"/>
                    </a:lnTo>
                    <a:lnTo>
                      <a:pt x="0" y="12"/>
                    </a:lnTo>
                    <a:lnTo>
                      <a:pt x="15" y="0"/>
                    </a:lnTo>
                    <a:close/>
                  </a:path>
                </a:pathLst>
              </a:custGeom>
              <a:noFill/>
              <a:ln w="7938">
                <a:solidFill>
                  <a:schemeClr val="hlink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008000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07" name="Freeform 308">
                <a:extLst>
                  <a:ext uri="{FF2B5EF4-FFF2-40B4-BE49-F238E27FC236}">
                    <a16:creationId xmlns:a16="http://schemas.microsoft.com/office/drawing/2014/main" id="{9A3F63C5-1B4D-5D0A-BD95-D3A121095D9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49" y="2676"/>
                <a:ext cx="32" cy="25"/>
              </a:xfrm>
              <a:custGeom>
                <a:avLst/>
                <a:gdLst>
                  <a:gd name="T0" fmla="*/ 16 w 32"/>
                  <a:gd name="T1" fmla="*/ 0 h 25"/>
                  <a:gd name="T2" fmla="*/ 32 w 32"/>
                  <a:gd name="T3" fmla="*/ 13 h 25"/>
                  <a:gd name="T4" fmla="*/ 16 w 32"/>
                  <a:gd name="T5" fmla="*/ 25 h 25"/>
                  <a:gd name="T6" fmla="*/ 0 w 32"/>
                  <a:gd name="T7" fmla="*/ 13 h 25"/>
                  <a:gd name="T8" fmla="*/ 16 w 32"/>
                  <a:gd name="T9" fmla="*/ 0 h 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2" h="25">
                    <a:moveTo>
                      <a:pt x="16" y="0"/>
                    </a:moveTo>
                    <a:lnTo>
                      <a:pt x="32" y="13"/>
                    </a:lnTo>
                    <a:lnTo>
                      <a:pt x="16" y="25"/>
                    </a:lnTo>
                    <a:lnTo>
                      <a:pt x="0" y="13"/>
                    </a:lnTo>
                    <a:lnTo>
                      <a:pt x="16" y="0"/>
                    </a:lnTo>
                    <a:close/>
                  </a:path>
                </a:pathLst>
              </a:custGeom>
              <a:noFill/>
              <a:ln w="7938">
                <a:solidFill>
                  <a:schemeClr val="hlink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008000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08" name="Freeform 309">
                <a:extLst>
                  <a:ext uri="{FF2B5EF4-FFF2-40B4-BE49-F238E27FC236}">
                    <a16:creationId xmlns:a16="http://schemas.microsoft.com/office/drawing/2014/main" id="{F55B7C5C-6335-A8B1-6CC6-0BB7504B499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59" y="2727"/>
                <a:ext cx="32" cy="25"/>
              </a:xfrm>
              <a:custGeom>
                <a:avLst/>
                <a:gdLst>
                  <a:gd name="T0" fmla="*/ 16 w 32"/>
                  <a:gd name="T1" fmla="*/ 0 h 25"/>
                  <a:gd name="T2" fmla="*/ 32 w 32"/>
                  <a:gd name="T3" fmla="*/ 12 h 25"/>
                  <a:gd name="T4" fmla="*/ 16 w 32"/>
                  <a:gd name="T5" fmla="*/ 25 h 25"/>
                  <a:gd name="T6" fmla="*/ 0 w 32"/>
                  <a:gd name="T7" fmla="*/ 12 h 25"/>
                  <a:gd name="T8" fmla="*/ 16 w 32"/>
                  <a:gd name="T9" fmla="*/ 0 h 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2" h="25">
                    <a:moveTo>
                      <a:pt x="16" y="0"/>
                    </a:moveTo>
                    <a:lnTo>
                      <a:pt x="32" y="12"/>
                    </a:lnTo>
                    <a:lnTo>
                      <a:pt x="16" y="25"/>
                    </a:lnTo>
                    <a:lnTo>
                      <a:pt x="0" y="12"/>
                    </a:lnTo>
                    <a:lnTo>
                      <a:pt x="16" y="0"/>
                    </a:lnTo>
                    <a:close/>
                  </a:path>
                </a:pathLst>
              </a:custGeom>
              <a:noFill/>
              <a:ln w="7938">
                <a:solidFill>
                  <a:schemeClr val="hlink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008000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09" name="Freeform 310">
                <a:extLst>
                  <a:ext uri="{FF2B5EF4-FFF2-40B4-BE49-F238E27FC236}">
                    <a16:creationId xmlns:a16="http://schemas.microsoft.com/office/drawing/2014/main" id="{8959934C-D02B-DBA1-6AF5-D1CECD65358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65" y="2667"/>
                <a:ext cx="32" cy="26"/>
              </a:xfrm>
              <a:custGeom>
                <a:avLst/>
                <a:gdLst>
                  <a:gd name="T0" fmla="*/ 16 w 32"/>
                  <a:gd name="T1" fmla="*/ 0 h 26"/>
                  <a:gd name="T2" fmla="*/ 32 w 32"/>
                  <a:gd name="T3" fmla="*/ 13 h 26"/>
                  <a:gd name="T4" fmla="*/ 16 w 32"/>
                  <a:gd name="T5" fmla="*/ 26 h 26"/>
                  <a:gd name="T6" fmla="*/ 0 w 32"/>
                  <a:gd name="T7" fmla="*/ 13 h 26"/>
                  <a:gd name="T8" fmla="*/ 16 w 32"/>
                  <a:gd name="T9" fmla="*/ 0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2" h="26">
                    <a:moveTo>
                      <a:pt x="16" y="0"/>
                    </a:moveTo>
                    <a:lnTo>
                      <a:pt x="32" y="13"/>
                    </a:lnTo>
                    <a:lnTo>
                      <a:pt x="16" y="26"/>
                    </a:lnTo>
                    <a:lnTo>
                      <a:pt x="0" y="13"/>
                    </a:lnTo>
                    <a:lnTo>
                      <a:pt x="16" y="0"/>
                    </a:lnTo>
                    <a:close/>
                  </a:path>
                </a:pathLst>
              </a:custGeom>
              <a:noFill/>
              <a:ln w="7938">
                <a:solidFill>
                  <a:schemeClr val="hlink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008000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10" name="Freeform 311">
                <a:extLst>
                  <a:ext uri="{FF2B5EF4-FFF2-40B4-BE49-F238E27FC236}">
                    <a16:creationId xmlns:a16="http://schemas.microsoft.com/office/drawing/2014/main" id="{29F36982-129F-52D7-04E3-20F5AA27C83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75" y="2739"/>
                <a:ext cx="32" cy="26"/>
              </a:xfrm>
              <a:custGeom>
                <a:avLst/>
                <a:gdLst>
                  <a:gd name="T0" fmla="*/ 16 w 32"/>
                  <a:gd name="T1" fmla="*/ 0 h 26"/>
                  <a:gd name="T2" fmla="*/ 32 w 32"/>
                  <a:gd name="T3" fmla="*/ 13 h 26"/>
                  <a:gd name="T4" fmla="*/ 16 w 32"/>
                  <a:gd name="T5" fmla="*/ 26 h 26"/>
                  <a:gd name="T6" fmla="*/ 0 w 32"/>
                  <a:gd name="T7" fmla="*/ 13 h 26"/>
                  <a:gd name="T8" fmla="*/ 16 w 32"/>
                  <a:gd name="T9" fmla="*/ 0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2" h="26">
                    <a:moveTo>
                      <a:pt x="16" y="0"/>
                    </a:moveTo>
                    <a:lnTo>
                      <a:pt x="32" y="13"/>
                    </a:lnTo>
                    <a:lnTo>
                      <a:pt x="16" y="26"/>
                    </a:lnTo>
                    <a:lnTo>
                      <a:pt x="0" y="13"/>
                    </a:lnTo>
                    <a:lnTo>
                      <a:pt x="16" y="0"/>
                    </a:lnTo>
                    <a:close/>
                  </a:path>
                </a:pathLst>
              </a:custGeom>
              <a:noFill/>
              <a:ln w="7938">
                <a:solidFill>
                  <a:schemeClr val="hlink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008000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11" name="Freeform 312">
                <a:extLst>
                  <a:ext uri="{FF2B5EF4-FFF2-40B4-BE49-F238E27FC236}">
                    <a16:creationId xmlns:a16="http://schemas.microsoft.com/office/drawing/2014/main" id="{2162A212-7455-652A-CD33-5CBF62691E9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81" y="2815"/>
                <a:ext cx="32" cy="26"/>
              </a:xfrm>
              <a:custGeom>
                <a:avLst/>
                <a:gdLst>
                  <a:gd name="T0" fmla="*/ 16 w 32"/>
                  <a:gd name="T1" fmla="*/ 0 h 26"/>
                  <a:gd name="T2" fmla="*/ 32 w 32"/>
                  <a:gd name="T3" fmla="*/ 13 h 26"/>
                  <a:gd name="T4" fmla="*/ 16 w 32"/>
                  <a:gd name="T5" fmla="*/ 26 h 26"/>
                  <a:gd name="T6" fmla="*/ 0 w 32"/>
                  <a:gd name="T7" fmla="*/ 13 h 26"/>
                  <a:gd name="T8" fmla="*/ 16 w 32"/>
                  <a:gd name="T9" fmla="*/ 0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2" h="26">
                    <a:moveTo>
                      <a:pt x="16" y="0"/>
                    </a:moveTo>
                    <a:lnTo>
                      <a:pt x="32" y="13"/>
                    </a:lnTo>
                    <a:lnTo>
                      <a:pt x="16" y="26"/>
                    </a:lnTo>
                    <a:lnTo>
                      <a:pt x="0" y="13"/>
                    </a:lnTo>
                    <a:lnTo>
                      <a:pt x="16" y="0"/>
                    </a:lnTo>
                    <a:close/>
                  </a:path>
                </a:pathLst>
              </a:custGeom>
              <a:noFill/>
              <a:ln w="7938">
                <a:solidFill>
                  <a:schemeClr val="hlink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008000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12" name="Freeform 313">
                <a:extLst>
                  <a:ext uri="{FF2B5EF4-FFF2-40B4-BE49-F238E27FC236}">
                    <a16:creationId xmlns:a16="http://schemas.microsoft.com/office/drawing/2014/main" id="{F5BB7BF0-E6B8-874F-9B20-12DBB992A27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91" y="2659"/>
                <a:ext cx="32" cy="25"/>
              </a:xfrm>
              <a:custGeom>
                <a:avLst/>
                <a:gdLst>
                  <a:gd name="T0" fmla="*/ 16 w 32"/>
                  <a:gd name="T1" fmla="*/ 0 h 25"/>
                  <a:gd name="T2" fmla="*/ 32 w 32"/>
                  <a:gd name="T3" fmla="*/ 13 h 25"/>
                  <a:gd name="T4" fmla="*/ 16 w 32"/>
                  <a:gd name="T5" fmla="*/ 25 h 25"/>
                  <a:gd name="T6" fmla="*/ 0 w 32"/>
                  <a:gd name="T7" fmla="*/ 13 h 25"/>
                  <a:gd name="T8" fmla="*/ 16 w 32"/>
                  <a:gd name="T9" fmla="*/ 0 h 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2" h="25">
                    <a:moveTo>
                      <a:pt x="16" y="0"/>
                    </a:moveTo>
                    <a:lnTo>
                      <a:pt x="32" y="13"/>
                    </a:lnTo>
                    <a:lnTo>
                      <a:pt x="16" y="25"/>
                    </a:lnTo>
                    <a:lnTo>
                      <a:pt x="0" y="13"/>
                    </a:lnTo>
                    <a:lnTo>
                      <a:pt x="16" y="0"/>
                    </a:lnTo>
                    <a:close/>
                  </a:path>
                </a:pathLst>
              </a:custGeom>
              <a:noFill/>
              <a:ln w="7938">
                <a:solidFill>
                  <a:schemeClr val="hlink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008000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13" name="Freeform 314">
                <a:extLst>
                  <a:ext uri="{FF2B5EF4-FFF2-40B4-BE49-F238E27FC236}">
                    <a16:creationId xmlns:a16="http://schemas.microsoft.com/office/drawing/2014/main" id="{65BAEB95-C18F-74C0-0BB0-F3B200C6382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02" y="2613"/>
                <a:ext cx="32" cy="25"/>
              </a:xfrm>
              <a:custGeom>
                <a:avLst/>
                <a:gdLst>
                  <a:gd name="T0" fmla="*/ 16 w 32"/>
                  <a:gd name="T1" fmla="*/ 0 h 25"/>
                  <a:gd name="T2" fmla="*/ 32 w 32"/>
                  <a:gd name="T3" fmla="*/ 12 h 25"/>
                  <a:gd name="T4" fmla="*/ 16 w 32"/>
                  <a:gd name="T5" fmla="*/ 25 h 25"/>
                  <a:gd name="T6" fmla="*/ 0 w 32"/>
                  <a:gd name="T7" fmla="*/ 12 h 25"/>
                  <a:gd name="T8" fmla="*/ 16 w 32"/>
                  <a:gd name="T9" fmla="*/ 0 h 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2" h="25">
                    <a:moveTo>
                      <a:pt x="16" y="0"/>
                    </a:moveTo>
                    <a:lnTo>
                      <a:pt x="32" y="12"/>
                    </a:lnTo>
                    <a:lnTo>
                      <a:pt x="16" y="25"/>
                    </a:lnTo>
                    <a:lnTo>
                      <a:pt x="0" y="12"/>
                    </a:lnTo>
                    <a:lnTo>
                      <a:pt x="16" y="0"/>
                    </a:lnTo>
                    <a:close/>
                  </a:path>
                </a:pathLst>
              </a:custGeom>
              <a:noFill/>
              <a:ln w="7938">
                <a:solidFill>
                  <a:schemeClr val="hlink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008000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14" name="Freeform 315">
                <a:extLst>
                  <a:ext uri="{FF2B5EF4-FFF2-40B4-BE49-F238E27FC236}">
                    <a16:creationId xmlns:a16="http://schemas.microsoft.com/office/drawing/2014/main" id="{3398A4B4-ED26-4F0D-49C1-973E741F66A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07" y="2587"/>
                <a:ext cx="32" cy="26"/>
              </a:xfrm>
              <a:custGeom>
                <a:avLst/>
                <a:gdLst>
                  <a:gd name="T0" fmla="*/ 16 w 32"/>
                  <a:gd name="T1" fmla="*/ 0 h 26"/>
                  <a:gd name="T2" fmla="*/ 32 w 32"/>
                  <a:gd name="T3" fmla="*/ 13 h 26"/>
                  <a:gd name="T4" fmla="*/ 16 w 32"/>
                  <a:gd name="T5" fmla="*/ 26 h 26"/>
                  <a:gd name="T6" fmla="*/ 0 w 32"/>
                  <a:gd name="T7" fmla="*/ 13 h 26"/>
                  <a:gd name="T8" fmla="*/ 16 w 32"/>
                  <a:gd name="T9" fmla="*/ 0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2" h="26">
                    <a:moveTo>
                      <a:pt x="16" y="0"/>
                    </a:moveTo>
                    <a:lnTo>
                      <a:pt x="32" y="13"/>
                    </a:lnTo>
                    <a:lnTo>
                      <a:pt x="16" y="26"/>
                    </a:lnTo>
                    <a:lnTo>
                      <a:pt x="0" y="13"/>
                    </a:lnTo>
                    <a:lnTo>
                      <a:pt x="16" y="0"/>
                    </a:lnTo>
                    <a:close/>
                  </a:path>
                </a:pathLst>
              </a:custGeom>
              <a:noFill/>
              <a:ln w="7938">
                <a:solidFill>
                  <a:schemeClr val="hlink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008000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15" name="Freeform 316">
                <a:extLst>
                  <a:ext uri="{FF2B5EF4-FFF2-40B4-BE49-F238E27FC236}">
                    <a16:creationId xmlns:a16="http://schemas.microsoft.com/office/drawing/2014/main" id="{6F189E8C-830B-5A81-F8BC-63AF8CFCEB0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18" y="2625"/>
                <a:ext cx="32" cy="26"/>
              </a:xfrm>
              <a:custGeom>
                <a:avLst/>
                <a:gdLst>
                  <a:gd name="T0" fmla="*/ 16 w 32"/>
                  <a:gd name="T1" fmla="*/ 0 h 26"/>
                  <a:gd name="T2" fmla="*/ 32 w 32"/>
                  <a:gd name="T3" fmla="*/ 13 h 26"/>
                  <a:gd name="T4" fmla="*/ 16 w 32"/>
                  <a:gd name="T5" fmla="*/ 26 h 26"/>
                  <a:gd name="T6" fmla="*/ 0 w 32"/>
                  <a:gd name="T7" fmla="*/ 13 h 26"/>
                  <a:gd name="T8" fmla="*/ 16 w 32"/>
                  <a:gd name="T9" fmla="*/ 0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2" h="26">
                    <a:moveTo>
                      <a:pt x="16" y="0"/>
                    </a:moveTo>
                    <a:lnTo>
                      <a:pt x="32" y="13"/>
                    </a:lnTo>
                    <a:lnTo>
                      <a:pt x="16" y="26"/>
                    </a:lnTo>
                    <a:lnTo>
                      <a:pt x="0" y="13"/>
                    </a:lnTo>
                    <a:lnTo>
                      <a:pt x="16" y="0"/>
                    </a:lnTo>
                    <a:close/>
                  </a:path>
                </a:pathLst>
              </a:custGeom>
              <a:noFill/>
              <a:ln w="7938">
                <a:solidFill>
                  <a:schemeClr val="hlink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008000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16" name="Freeform 317">
                <a:extLst>
                  <a:ext uri="{FF2B5EF4-FFF2-40B4-BE49-F238E27FC236}">
                    <a16:creationId xmlns:a16="http://schemas.microsoft.com/office/drawing/2014/main" id="{60DC4583-95FC-D80A-CE14-6C3002F6471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23" y="2642"/>
                <a:ext cx="32" cy="25"/>
              </a:xfrm>
              <a:custGeom>
                <a:avLst/>
                <a:gdLst>
                  <a:gd name="T0" fmla="*/ 16 w 32"/>
                  <a:gd name="T1" fmla="*/ 0 h 25"/>
                  <a:gd name="T2" fmla="*/ 32 w 32"/>
                  <a:gd name="T3" fmla="*/ 13 h 25"/>
                  <a:gd name="T4" fmla="*/ 16 w 32"/>
                  <a:gd name="T5" fmla="*/ 25 h 25"/>
                  <a:gd name="T6" fmla="*/ 0 w 32"/>
                  <a:gd name="T7" fmla="*/ 13 h 25"/>
                  <a:gd name="T8" fmla="*/ 16 w 32"/>
                  <a:gd name="T9" fmla="*/ 0 h 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2" h="25">
                    <a:moveTo>
                      <a:pt x="16" y="0"/>
                    </a:moveTo>
                    <a:lnTo>
                      <a:pt x="32" y="13"/>
                    </a:lnTo>
                    <a:lnTo>
                      <a:pt x="16" y="25"/>
                    </a:lnTo>
                    <a:lnTo>
                      <a:pt x="0" y="13"/>
                    </a:lnTo>
                    <a:lnTo>
                      <a:pt x="16" y="0"/>
                    </a:lnTo>
                    <a:close/>
                  </a:path>
                </a:pathLst>
              </a:custGeom>
              <a:noFill/>
              <a:ln w="7938">
                <a:solidFill>
                  <a:schemeClr val="hlink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008000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17" name="Freeform 318">
                <a:extLst>
                  <a:ext uri="{FF2B5EF4-FFF2-40B4-BE49-F238E27FC236}">
                    <a16:creationId xmlns:a16="http://schemas.microsoft.com/office/drawing/2014/main" id="{DE43446E-D358-D6A1-6158-DC3C8A40036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34" y="2824"/>
                <a:ext cx="32" cy="25"/>
              </a:xfrm>
              <a:custGeom>
                <a:avLst/>
                <a:gdLst>
                  <a:gd name="T0" fmla="*/ 16 w 32"/>
                  <a:gd name="T1" fmla="*/ 0 h 25"/>
                  <a:gd name="T2" fmla="*/ 32 w 32"/>
                  <a:gd name="T3" fmla="*/ 12 h 25"/>
                  <a:gd name="T4" fmla="*/ 16 w 32"/>
                  <a:gd name="T5" fmla="*/ 25 h 25"/>
                  <a:gd name="T6" fmla="*/ 0 w 32"/>
                  <a:gd name="T7" fmla="*/ 12 h 25"/>
                  <a:gd name="T8" fmla="*/ 16 w 32"/>
                  <a:gd name="T9" fmla="*/ 0 h 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2" h="25">
                    <a:moveTo>
                      <a:pt x="16" y="0"/>
                    </a:moveTo>
                    <a:lnTo>
                      <a:pt x="32" y="12"/>
                    </a:lnTo>
                    <a:lnTo>
                      <a:pt x="16" y="25"/>
                    </a:lnTo>
                    <a:lnTo>
                      <a:pt x="0" y="12"/>
                    </a:lnTo>
                    <a:lnTo>
                      <a:pt x="16" y="0"/>
                    </a:lnTo>
                    <a:close/>
                  </a:path>
                </a:pathLst>
              </a:custGeom>
              <a:noFill/>
              <a:ln w="7938">
                <a:solidFill>
                  <a:schemeClr val="hlink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008000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18" name="Freeform 319">
                <a:extLst>
                  <a:ext uri="{FF2B5EF4-FFF2-40B4-BE49-F238E27FC236}">
                    <a16:creationId xmlns:a16="http://schemas.microsoft.com/office/drawing/2014/main" id="{702F6F05-A6DD-C78A-220A-32CA3CC18FC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39" y="2824"/>
                <a:ext cx="32" cy="25"/>
              </a:xfrm>
              <a:custGeom>
                <a:avLst/>
                <a:gdLst>
                  <a:gd name="T0" fmla="*/ 16 w 32"/>
                  <a:gd name="T1" fmla="*/ 0 h 25"/>
                  <a:gd name="T2" fmla="*/ 32 w 32"/>
                  <a:gd name="T3" fmla="*/ 12 h 25"/>
                  <a:gd name="T4" fmla="*/ 16 w 32"/>
                  <a:gd name="T5" fmla="*/ 25 h 25"/>
                  <a:gd name="T6" fmla="*/ 0 w 32"/>
                  <a:gd name="T7" fmla="*/ 12 h 25"/>
                  <a:gd name="T8" fmla="*/ 16 w 32"/>
                  <a:gd name="T9" fmla="*/ 0 h 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2" h="25">
                    <a:moveTo>
                      <a:pt x="16" y="0"/>
                    </a:moveTo>
                    <a:lnTo>
                      <a:pt x="32" y="12"/>
                    </a:lnTo>
                    <a:lnTo>
                      <a:pt x="16" y="25"/>
                    </a:lnTo>
                    <a:lnTo>
                      <a:pt x="0" y="12"/>
                    </a:lnTo>
                    <a:lnTo>
                      <a:pt x="16" y="0"/>
                    </a:lnTo>
                    <a:close/>
                  </a:path>
                </a:pathLst>
              </a:custGeom>
              <a:noFill/>
              <a:ln w="7938">
                <a:solidFill>
                  <a:schemeClr val="hlink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008000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19" name="Freeform 320">
                <a:extLst>
                  <a:ext uri="{FF2B5EF4-FFF2-40B4-BE49-F238E27FC236}">
                    <a16:creationId xmlns:a16="http://schemas.microsoft.com/office/drawing/2014/main" id="{97859277-7FAF-92B5-B4BF-6CEC84F8740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50" y="2727"/>
                <a:ext cx="32" cy="25"/>
              </a:xfrm>
              <a:custGeom>
                <a:avLst/>
                <a:gdLst>
                  <a:gd name="T0" fmla="*/ 16 w 32"/>
                  <a:gd name="T1" fmla="*/ 0 h 25"/>
                  <a:gd name="T2" fmla="*/ 32 w 32"/>
                  <a:gd name="T3" fmla="*/ 12 h 25"/>
                  <a:gd name="T4" fmla="*/ 16 w 32"/>
                  <a:gd name="T5" fmla="*/ 25 h 25"/>
                  <a:gd name="T6" fmla="*/ 0 w 32"/>
                  <a:gd name="T7" fmla="*/ 12 h 25"/>
                  <a:gd name="T8" fmla="*/ 16 w 32"/>
                  <a:gd name="T9" fmla="*/ 0 h 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2" h="25">
                    <a:moveTo>
                      <a:pt x="16" y="0"/>
                    </a:moveTo>
                    <a:lnTo>
                      <a:pt x="32" y="12"/>
                    </a:lnTo>
                    <a:lnTo>
                      <a:pt x="16" y="25"/>
                    </a:lnTo>
                    <a:lnTo>
                      <a:pt x="0" y="12"/>
                    </a:lnTo>
                    <a:lnTo>
                      <a:pt x="16" y="0"/>
                    </a:lnTo>
                    <a:close/>
                  </a:path>
                </a:pathLst>
              </a:custGeom>
              <a:noFill/>
              <a:ln w="7938">
                <a:solidFill>
                  <a:schemeClr val="hlink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008000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20" name="Freeform 321">
                <a:extLst>
                  <a:ext uri="{FF2B5EF4-FFF2-40B4-BE49-F238E27FC236}">
                    <a16:creationId xmlns:a16="http://schemas.microsoft.com/office/drawing/2014/main" id="{F4988FB2-24D8-9A41-6A80-2EAD88676E2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55" y="2731"/>
                <a:ext cx="32" cy="25"/>
              </a:xfrm>
              <a:custGeom>
                <a:avLst/>
                <a:gdLst>
                  <a:gd name="T0" fmla="*/ 16 w 32"/>
                  <a:gd name="T1" fmla="*/ 0 h 25"/>
                  <a:gd name="T2" fmla="*/ 32 w 32"/>
                  <a:gd name="T3" fmla="*/ 13 h 25"/>
                  <a:gd name="T4" fmla="*/ 16 w 32"/>
                  <a:gd name="T5" fmla="*/ 25 h 25"/>
                  <a:gd name="T6" fmla="*/ 0 w 32"/>
                  <a:gd name="T7" fmla="*/ 13 h 25"/>
                  <a:gd name="T8" fmla="*/ 16 w 32"/>
                  <a:gd name="T9" fmla="*/ 0 h 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2" h="25">
                    <a:moveTo>
                      <a:pt x="16" y="0"/>
                    </a:moveTo>
                    <a:lnTo>
                      <a:pt x="32" y="13"/>
                    </a:lnTo>
                    <a:lnTo>
                      <a:pt x="16" y="25"/>
                    </a:lnTo>
                    <a:lnTo>
                      <a:pt x="0" y="13"/>
                    </a:lnTo>
                    <a:lnTo>
                      <a:pt x="16" y="0"/>
                    </a:lnTo>
                    <a:close/>
                  </a:path>
                </a:pathLst>
              </a:custGeom>
              <a:noFill/>
              <a:ln w="7938">
                <a:solidFill>
                  <a:schemeClr val="hlink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008000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21" name="Freeform 322">
                <a:extLst>
                  <a:ext uri="{FF2B5EF4-FFF2-40B4-BE49-F238E27FC236}">
                    <a16:creationId xmlns:a16="http://schemas.microsoft.com/office/drawing/2014/main" id="{116F6FBF-6A32-437C-0A50-F66FF9DD0ED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66" y="2748"/>
                <a:ext cx="32" cy="25"/>
              </a:xfrm>
              <a:custGeom>
                <a:avLst/>
                <a:gdLst>
                  <a:gd name="T0" fmla="*/ 16 w 32"/>
                  <a:gd name="T1" fmla="*/ 0 h 25"/>
                  <a:gd name="T2" fmla="*/ 32 w 32"/>
                  <a:gd name="T3" fmla="*/ 12 h 25"/>
                  <a:gd name="T4" fmla="*/ 16 w 32"/>
                  <a:gd name="T5" fmla="*/ 25 h 25"/>
                  <a:gd name="T6" fmla="*/ 0 w 32"/>
                  <a:gd name="T7" fmla="*/ 12 h 25"/>
                  <a:gd name="T8" fmla="*/ 16 w 32"/>
                  <a:gd name="T9" fmla="*/ 0 h 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2" h="25">
                    <a:moveTo>
                      <a:pt x="16" y="0"/>
                    </a:moveTo>
                    <a:lnTo>
                      <a:pt x="32" y="12"/>
                    </a:lnTo>
                    <a:lnTo>
                      <a:pt x="16" y="25"/>
                    </a:lnTo>
                    <a:lnTo>
                      <a:pt x="0" y="12"/>
                    </a:lnTo>
                    <a:lnTo>
                      <a:pt x="16" y="0"/>
                    </a:lnTo>
                    <a:close/>
                  </a:path>
                </a:pathLst>
              </a:custGeom>
              <a:noFill/>
              <a:ln w="7938">
                <a:solidFill>
                  <a:schemeClr val="hlink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008000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22" name="Freeform 323">
                <a:extLst>
                  <a:ext uri="{FF2B5EF4-FFF2-40B4-BE49-F238E27FC236}">
                    <a16:creationId xmlns:a16="http://schemas.microsoft.com/office/drawing/2014/main" id="{1502F5CD-D9D4-63FF-2C20-90871C84C79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76" y="2722"/>
                <a:ext cx="32" cy="26"/>
              </a:xfrm>
              <a:custGeom>
                <a:avLst/>
                <a:gdLst>
                  <a:gd name="T0" fmla="*/ 16 w 32"/>
                  <a:gd name="T1" fmla="*/ 0 h 26"/>
                  <a:gd name="T2" fmla="*/ 32 w 32"/>
                  <a:gd name="T3" fmla="*/ 13 h 26"/>
                  <a:gd name="T4" fmla="*/ 16 w 32"/>
                  <a:gd name="T5" fmla="*/ 26 h 26"/>
                  <a:gd name="T6" fmla="*/ 0 w 32"/>
                  <a:gd name="T7" fmla="*/ 13 h 26"/>
                  <a:gd name="T8" fmla="*/ 16 w 32"/>
                  <a:gd name="T9" fmla="*/ 0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2" h="26">
                    <a:moveTo>
                      <a:pt x="16" y="0"/>
                    </a:moveTo>
                    <a:lnTo>
                      <a:pt x="32" y="13"/>
                    </a:lnTo>
                    <a:lnTo>
                      <a:pt x="16" y="26"/>
                    </a:lnTo>
                    <a:lnTo>
                      <a:pt x="0" y="13"/>
                    </a:lnTo>
                    <a:lnTo>
                      <a:pt x="16" y="0"/>
                    </a:lnTo>
                    <a:close/>
                  </a:path>
                </a:pathLst>
              </a:custGeom>
              <a:noFill/>
              <a:ln w="7938">
                <a:solidFill>
                  <a:schemeClr val="hlink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008000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23" name="Freeform 324">
                <a:extLst>
                  <a:ext uri="{FF2B5EF4-FFF2-40B4-BE49-F238E27FC236}">
                    <a16:creationId xmlns:a16="http://schemas.microsoft.com/office/drawing/2014/main" id="{2EC74854-DDCE-D162-7FCB-BD415CA807C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82" y="2663"/>
                <a:ext cx="32" cy="26"/>
              </a:xfrm>
              <a:custGeom>
                <a:avLst/>
                <a:gdLst>
                  <a:gd name="T0" fmla="*/ 16 w 32"/>
                  <a:gd name="T1" fmla="*/ 0 h 26"/>
                  <a:gd name="T2" fmla="*/ 32 w 32"/>
                  <a:gd name="T3" fmla="*/ 13 h 26"/>
                  <a:gd name="T4" fmla="*/ 16 w 32"/>
                  <a:gd name="T5" fmla="*/ 26 h 26"/>
                  <a:gd name="T6" fmla="*/ 0 w 32"/>
                  <a:gd name="T7" fmla="*/ 13 h 26"/>
                  <a:gd name="T8" fmla="*/ 16 w 32"/>
                  <a:gd name="T9" fmla="*/ 0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2" h="26">
                    <a:moveTo>
                      <a:pt x="16" y="0"/>
                    </a:moveTo>
                    <a:lnTo>
                      <a:pt x="32" y="13"/>
                    </a:lnTo>
                    <a:lnTo>
                      <a:pt x="16" y="26"/>
                    </a:lnTo>
                    <a:lnTo>
                      <a:pt x="0" y="13"/>
                    </a:lnTo>
                    <a:lnTo>
                      <a:pt x="16" y="0"/>
                    </a:lnTo>
                    <a:close/>
                  </a:path>
                </a:pathLst>
              </a:custGeom>
              <a:noFill/>
              <a:ln w="7938">
                <a:solidFill>
                  <a:schemeClr val="hlink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008000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24" name="Freeform 325">
                <a:extLst>
                  <a:ext uri="{FF2B5EF4-FFF2-40B4-BE49-F238E27FC236}">
                    <a16:creationId xmlns:a16="http://schemas.microsoft.com/office/drawing/2014/main" id="{629497C7-3E65-8BAE-51EB-2FB81BAB399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92" y="2701"/>
                <a:ext cx="32" cy="26"/>
              </a:xfrm>
              <a:custGeom>
                <a:avLst/>
                <a:gdLst>
                  <a:gd name="T0" fmla="*/ 16 w 32"/>
                  <a:gd name="T1" fmla="*/ 0 h 26"/>
                  <a:gd name="T2" fmla="*/ 32 w 32"/>
                  <a:gd name="T3" fmla="*/ 13 h 26"/>
                  <a:gd name="T4" fmla="*/ 16 w 32"/>
                  <a:gd name="T5" fmla="*/ 26 h 26"/>
                  <a:gd name="T6" fmla="*/ 0 w 32"/>
                  <a:gd name="T7" fmla="*/ 13 h 26"/>
                  <a:gd name="T8" fmla="*/ 16 w 32"/>
                  <a:gd name="T9" fmla="*/ 0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2" h="26">
                    <a:moveTo>
                      <a:pt x="16" y="0"/>
                    </a:moveTo>
                    <a:lnTo>
                      <a:pt x="32" y="13"/>
                    </a:lnTo>
                    <a:lnTo>
                      <a:pt x="16" y="26"/>
                    </a:lnTo>
                    <a:lnTo>
                      <a:pt x="0" y="13"/>
                    </a:lnTo>
                    <a:lnTo>
                      <a:pt x="16" y="0"/>
                    </a:lnTo>
                    <a:close/>
                  </a:path>
                </a:pathLst>
              </a:custGeom>
              <a:noFill/>
              <a:ln w="7938">
                <a:solidFill>
                  <a:schemeClr val="hlink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008000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25" name="Freeform 326">
                <a:extLst>
                  <a:ext uri="{FF2B5EF4-FFF2-40B4-BE49-F238E27FC236}">
                    <a16:creationId xmlns:a16="http://schemas.microsoft.com/office/drawing/2014/main" id="{ED1D0200-BEAA-DB49-0F02-5151490EA48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98" y="2777"/>
                <a:ext cx="32" cy="26"/>
              </a:xfrm>
              <a:custGeom>
                <a:avLst/>
                <a:gdLst>
                  <a:gd name="T0" fmla="*/ 16 w 32"/>
                  <a:gd name="T1" fmla="*/ 0 h 26"/>
                  <a:gd name="T2" fmla="*/ 32 w 32"/>
                  <a:gd name="T3" fmla="*/ 13 h 26"/>
                  <a:gd name="T4" fmla="*/ 16 w 32"/>
                  <a:gd name="T5" fmla="*/ 26 h 26"/>
                  <a:gd name="T6" fmla="*/ 0 w 32"/>
                  <a:gd name="T7" fmla="*/ 13 h 26"/>
                  <a:gd name="T8" fmla="*/ 16 w 32"/>
                  <a:gd name="T9" fmla="*/ 0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2" h="26">
                    <a:moveTo>
                      <a:pt x="16" y="0"/>
                    </a:moveTo>
                    <a:lnTo>
                      <a:pt x="32" y="13"/>
                    </a:lnTo>
                    <a:lnTo>
                      <a:pt x="16" y="26"/>
                    </a:lnTo>
                    <a:lnTo>
                      <a:pt x="0" y="13"/>
                    </a:lnTo>
                    <a:lnTo>
                      <a:pt x="16" y="0"/>
                    </a:lnTo>
                    <a:close/>
                  </a:path>
                </a:pathLst>
              </a:custGeom>
              <a:noFill/>
              <a:ln w="7938">
                <a:solidFill>
                  <a:schemeClr val="hlink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008000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26" name="Freeform 327">
                <a:extLst>
                  <a:ext uri="{FF2B5EF4-FFF2-40B4-BE49-F238E27FC236}">
                    <a16:creationId xmlns:a16="http://schemas.microsoft.com/office/drawing/2014/main" id="{38BF581E-BBE3-DDCC-70CE-56A89733394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08" y="2959"/>
                <a:ext cx="32" cy="25"/>
              </a:xfrm>
              <a:custGeom>
                <a:avLst/>
                <a:gdLst>
                  <a:gd name="T0" fmla="*/ 16 w 32"/>
                  <a:gd name="T1" fmla="*/ 0 h 25"/>
                  <a:gd name="T2" fmla="*/ 32 w 32"/>
                  <a:gd name="T3" fmla="*/ 13 h 25"/>
                  <a:gd name="T4" fmla="*/ 16 w 32"/>
                  <a:gd name="T5" fmla="*/ 25 h 25"/>
                  <a:gd name="T6" fmla="*/ 0 w 32"/>
                  <a:gd name="T7" fmla="*/ 13 h 25"/>
                  <a:gd name="T8" fmla="*/ 16 w 32"/>
                  <a:gd name="T9" fmla="*/ 0 h 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2" h="25">
                    <a:moveTo>
                      <a:pt x="16" y="0"/>
                    </a:moveTo>
                    <a:lnTo>
                      <a:pt x="32" y="13"/>
                    </a:lnTo>
                    <a:lnTo>
                      <a:pt x="16" y="25"/>
                    </a:lnTo>
                    <a:lnTo>
                      <a:pt x="0" y="13"/>
                    </a:lnTo>
                    <a:lnTo>
                      <a:pt x="16" y="0"/>
                    </a:lnTo>
                    <a:close/>
                  </a:path>
                </a:pathLst>
              </a:custGeom>
              <a:noFill/>
              <a:ln w="7938">
                <a:solidFill>
                  <a:schemeClr val="hlink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008000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27" name="Freeform 328">
                <a:extLst>
                  <a:ext uri="{FF2B5EF4-FFF2-40B4-BE49-F238E27FC236}">
                    <a16:creationId xmlns:a16="http://schemas.microsoft.com/office/drawing/2014/main" id="{1A673687-6C2D-8106-9EE4-B5B84B4814E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14" y="2786"/>
                <a:ext cx="32" cy="25"/>
              </a:xfrm>
              <a:custGeom>
                <a:avLst/>
                <a:gdLst>
                  <a:gd name="T0" fmla="*/ 16 w 32"/>
                  <a:gd name="T1" fmla="*/ 0 h 25"/>
                  <a:gd name="T2" fmla="*/ 32 w 32"/>
                  <a:gd name="T3" fmla="*/ 12 h 25"/>
                  <a:gd name="T4" fmla="*/ 16 w 32"/>
                  <a:gd name="T5" fmla="*/ 25 h 25"/>
                  <a:gd name="T6" fmla="*/ 0 w 32"/>
                  <a:gd name="T7" fmla="*/ 12 h 25"/>
                  <a:gd name="T8" fmla="*/ 16 w 32"/>
                  <a:gd name="T9" fmla="*/ 0 h 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2" h="25">
                    <a:moveTo>
                      <a:pt x="16" y="0"/>
                    </a:moveTo>
                    <a:lnTo>
                      <a:pt x="32" y="12"/>
                    </a:lnTo>
                    <a:lnTo>
                      <a:pt x="16" y="25"/>
                    </a:lnTo>
                    <a:lnTo>
                      <a:pt x="0" y="12"/>
                    </a:lnTo>
                    <a:lnTo>
                      <a:pt x="16" y="0"/>
                    </a:lnTo>
                    <a:close/>
                  </a:path>
                </a:pathLst>
              </a:custGeom>
              <a:noFill/>
              <a:ln w="7938">
                <a:solidFill>
                  <a:schemeClr val="hlink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008000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28" name="Freeform 329">
                <a:extLst>
                  <a:ext uri="{FF2B5EF4-FFF2-40B4-BE49-F238E27FC236}">
                    <a16:creationId xmlns:a16="http://schemas.microsoft.com/office/drawing/2014/main" id="{ED2B5F01-DC73-DED5-11B3-4587162998E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24" y="2807"/>
                <a:ext cx="32" cy="25"/>
              </a:xfrm>
              <a:custGeom>
                <a:avLst/>
                <a:gdLst>
                  <a:gd name="T0" fmla="*/ 16 w 32"/>
                  <a:gd name="T1" fmla="*/ 0 h 25"/>
                  <a:gd name="T2" fmla="*/ 32 w 32"/>
                  <a:gd name="T3" fmla="*/ 13 h 25"/>
                  <a:gd name="T4" fmla="*/ 16 w 32"/>
                  <a:gd name="T5" fmla="*/ 25 h 25"/>
                  <a:gd name="T6" fmla="*/ 0 w 32"/>
                  <a:gd name="T7" fmla="*/ 13 h 25"/>
                  <a:gd name="T8" fmla="*/ 16 w 32"/>
                  <a:gd name="T9" fmla="*/ 0 h 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2" h="25">
                    <a:moveTo>
                      <a:pt x="16" y="0"/>
                    </a:moveTo>
                    <a:lnTo>
                      <a:pt x="32" y="13"/>
                    </a:lnTo>
                    <a:lnTo>
                      <a:pt x="16" y="25"/>
                    </a:lnTo>
                    <a:lnTo>
                      <a:pt x="0" y="13"/>
                    </a:lnTo>
                    <a:lnTo>
                      <a:pt x="16" y="0"/>
                    </a:lnTo>
                    <a:close/>
                  </a:path>
                </a:pathLst>
              </a:custGeom>
              <a:noFill/>
              <a:ln w="7938">
                <a:solidFill>
                  <a:schemeClr val="hlink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008000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29" name="Freeform 330">
                <a:extLst>
                  <a:ext uri="{FF2B5EF4-FFF2-40B4-BE49-F238E27FC236}">
                    <a16:creationId xmlns:a16="http://schemas.microsoft.com/office/drawing/2014/main" id="{8565F5D6-6F9E-99CA-0D8C-6F0E6F4761E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30" y="2786"/>
                <a:ext cx="32" cy="25"/>
              </a:xfrm>
              <a:custGeom>
                <a:avLst/>
                <a:gdLst>
                  <a:gd name="T0" fmla="*/ 16 w 32"/>
                  <a:gd name="T1" fmla="*/ 0 h 25"/>
                  <a:gd name="T2" fmla="*/ 32 w 32"/>
                  <a:gd name="T3" fmla="*/ 12 h 25"/>
                  <a:gd name="T4" fmla="*/ 16 w 32"/>
                  <a:gd name="T5" fmla="*/ 25 h 25"/>
                  <a:gd name="T6" fmla="*/ 0 w 32"/>
                  <a:gd name="T7" fmla="*/ 12 h 25"/>
                  <a:gd name="T8" fmla="*/ 16 w 32"/>
                  <a:gd name="T9" fmla="*/ 0 h 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2" h="25">
                    <a:moveTo>
                      <a:pt x="16" y="0"/>
                    </a:moveTo>
                    <a:lnTo>
                      <a:pt x="32" y="12"/>
                    </a:lnTo>
                    <a:lnTo>
                      <a:pt x="16" y="25"/>
                    </a:lnTo>
                    <a:lnTo>
                      <a:pt x="0" y="12"/>
                    </a:lnTo>
                    <a:lnTo>
                      <a:pt x="16" y="0"/>
                    </a:lnTo>
                    <a:close/>
                  </a:path>
                </a:pathLst>
              </a:custGeom>
              <a:noFill/>
              <a:ln w="7938">
                <a:solidFill>
                  <a:schemeClr val="hlink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008000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30" name="Freeform 331">
                <a:extLst>
                  <a:ext uri="{FF2B5EF4-FFF2-40B4-BE49-F238E27FC236}">
                    <a16:creationId xmlns:a16="http://schemas.microsoft.com/office/drawing/2014/main" id="{7F8BDA20-BC18-26F7-E19F-DBF06F26D65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40" y="2820"/>
                <a:ext cx="32" cy="25"/>
              </a:xfrm>
              <a:custGeom>
                <a:avLst/>
                <a:gdLst>
                  <a:gd name="T0" fmla="*/ 16 w 32"/>
                  <a:gd name="T1" fmla="*/ 0 h 25"/>
                  <a:gd name="T2" fmla="*/ 32 w 32"/>
                  <a:gd name="T3" fmla="*/ 12 h 25"/>
                  <a:gd name="T4" fmla="*/ 16 w 32"/>
                  <a:gd name="T5" fmla="*/ 25 h 25"/>
                  <a:gd name="T6" fmla="*/ 0 w 32"/>
                  <a:gd name="T7" fmla="*/ 12 h 25"/>
                  <a:gd name="T8" fmla="*/ 16 w 32"/>
                  <a:gd name="T9" fmla="*/ 0 h 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2" h="25">
                    <a:moveTo>
                      <a:pt x="16" y="0"/>
                    </a:moveTo>
                    <a:lnTo>
                      <a:pt x="32" y="12"/>
                    </a:lnTo>
                    <a:lnTo>
                      <a:pt x="16" y="25"/>
                    </a:lnTo>
                    <a:lnTo>
                      <a:pt x="0" y="12"/>
                    </a:lnTo>
                    <a:lnTo>
                      <a:pt x="16" y="0"/>
                    </a:lnTo>
                    <a:close/>
                  </a:path>
                </a:pathLst>
              </a:custGeom>
              <a:noFill/>
              <a:ln w="7938">
                <a:solidFill>
                  <a:schemeClr val="hlink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008000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31" name="Freeform 332">
                <a:extLst>
                  <a:ext uri="{FF2B5EF4-FFF2-40B4-BE49-F238E27FC236}">
                    <a16:creationId xmlns:a16="http://schemas.microsoft.com/office/drawing/2014/main" id="{C646DD20-78A0-E246-3CBA-1402F3DB6C1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51" y="2735"/>
                <a:ext cx="32" cy="25"/>
              </a:xfrm>
              <a:custGeom>
                <a:avLst/>
                <a:gdLst>
                  <a:gd name="T0" fmla="*/ 16 w 32"/>
                  <a:gd name="T1" fmla="*/ 0 h 25"/>
                  <a:gd name="T2" fmla="*/ 32 w 32"/>
                  <a:gd name="T3" fmla="*/ 13 h 25"/>
                  <a:gd name="T4" fmla="*/ 16 w 32"/>
                  <a:gd name="T5" fmla="*/ 25 h 25"/>
                  <a:gd name="T6" fmla="*/ 0 w 32"/>
                  <a:gd name="T7" fmla="*/ 13 h 25"/>
                  <a:gd name="T8" fmla="*/ 16 w 32"/>
                  <a:gd name="T9" fmla="*/ 0 h 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2" h="25">
                    <a:moveTo>
                      <a:pt x="16" y="0"/>
                    </a:moveTo>
                    <a:lnTo>
                      <a:pt x="32" y="13"/>
                    </a:lnTo>
                    <a:lnTo>
                      <a:pt x="16" y="25"/>
                    </a:lnTo>
                    <a:lnTo>
                      <a:pt x="0" y="13"/>
                    </a:lnTo>
                    <a:lnTo>
                      <a:pt x="16" y="0"/>
                    </a:lnTo>
                    <a:close/>
                  </a:path>
                </a:pathLst>
              </a:custGeom>
              <a:noFill/>
              <a:ln w="7938">
                <a:solidFill>
                  <a:schemeClr val="hlink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008000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32" name="Freeform 333">
                <a:extLst>
                  <a:ext uri="{FF2B5EF4-FFF2-40B4-BE49-F238E27FC236}">
                    <a16:creationId xmlns:a16="http://schemas.microsoft.com/office/drawing/2014/main" id="{E38B6BF4-2EEC-69AE-7365-09871C74CC9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56" y="3048"/>
                <a:ext cx="32" cy="25"/>
              </a:xfrm>
              <a:custGeom>
                <a:avLst/>
                <a:gdLst>
                  <a:gd name="T0" fmla="*/ 16 w 32"/>
                  <a:gd name="T1" fmla="*/ 0 h 25"/>
                  <a:gd name="T2" fmla="*/ 32 w 32"/>
                  <a:gd name="T3" fmla="*/ 12 h 25"/>
                  <a:gd name="T4" fmla="*/ 16 w 32"/>
                  <a:gd name="T5" fmla="*/ 25 h 25"/>
                  <a:gd name="T6" fmla="*/ 0 w 32"/>
                  <a:gd name="T7" fmla="*/ 12 h 25"/>
                  <a:gd name="T8" fmla="*/ 16 w 32"/>
                  <a:gd name="T9" fmla="*/ 0 h 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2" h="25">
                    <a:moveTo>
                      <a:pt x="16" y="0"/>
                    </a:moveTo>
                    <a:lnTo>
                      <a:pt x="32" y="12"/>
                    </a:lnTo>
                    <a:lnTo>
                      <a:pt x="16" y="25"/>
                    </a:lnTo>
                    <a:lnTo>
                      <a:pt x="0" y="12"/>
                    </a:lnTo>
                    <a:lnTo>
                      <a:pt x="16" y="0"/>
                    </a:lnTo>
                    <a:close/>
                  </a:path>
                </a:pathLst>
              </a:custGeom>
              <a:noFill/>
              <a:ln w="7938">
                <a:solidFill>
                  <a:schemeClr val="hlink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008000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33" name="Freeform 334">
                <a:extLst>
                  <a:ext uri="{FF2B5EF4-FFF2-40B4-BE49-F238E27FC236}">
                    <a16:creationId xmlns:a16="http://schemas.microsoft.com/office/drawing/2014/main" id="{1AD1707D-30FD-1EED-8A5E-CB4F762CDB7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67" y="3031"/>
                <a:ext cx="32" cy="25"/>
              </a:xfrm>
              <a:custGeom>
                <a:avLst/>
                <a:gdLst>
                  <a:gd name="T0" fmla="*/ 16 w 32"/>
                  <a:gd name="T1" fmla="*/ 0 h 25"/>
                  <a:gd name="T2" fmla="*/ 32 w 32"/>
                  <a:gd name="T3" fmla="*/ 13 h 25"/>
                  <a:gd name="T4" fmla="*/ 16 w 32"/>
                  <a:gd name="T5" fmla="*/ 25 h 25"/>
                  <a:gd name="T6" fmla="*/ 0 w 32"/>
                  <a:gd name="T7" fmla="*/ 13 h 25"/>
                  <a:gd name="T8" fmla="*/ 16 w 32"/>
                  <a:gd name="T9" fmla="*/ 0 h 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2" h="25">
                    <a:moveTo>
                      <a:pt x="16" y="0"/>
                    </a:moveTo>
                    <a:lnTo>
                      <a:pt x="32" y="13"/>
                    </a:lnTo>
                    <a:lnTo>
                      <a:pt x="16" y="25"/>
                    </a:lnTo>
                    <a:lnTo>
                      <a:pt x="0" y="13"/>
                    </a:lnTo>
                    <a:lnTo>
                      <a:pt x="16" y="0"/>
                    </a:lnTo>
                    <a:close/>
                  </a:path>
                </a:pathLst>
              </a:custGeom>
              <a:noFill/>
              <a:ln w="7938">
                <a:solidFill>
                  <a:schemeClr val="hlink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008000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34" name="Freeform 335">
                <a:extLst>
                  <a:ext uri="{FF2B5EF4-FFF2-40B4-BE49-F238E27FC236}">
                    <a16:creationId xmlns:a16="http://schemas.microsoft.com/office/drawing/2014/main" id="{92341ACB-23DD-D2ED-A5E1-157D99FA5B9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72" y="3022"/>
                <a:ext cx="32" cy="26"/>
              </a:xfrm>
              <a:custGeom>
                <a:avLst/>
                <a:gdLst>
                  <a:gd name="T0" fmla="*/ 16 w 32"/>
                  <a:gd name="T1" fmla="*/ 0 h 26"/>
                  <a:gd name="T2" fmla="*/ 32 w 32"/>
                  <a:gd name="T3" fmla="*/ 13 h 26"/>
                  <a:gd name="T4" fmla="*/ 16 w 32"/>
                  <a:gd name="T5" fmla="*/ 26 h 26"/>
                  <a:gd name="T6" fmla="*/ 0 w 32"/>
                  <a:gd name="T7" fmla="*/ 13 h 26"/>
                  <a:gd name="T8" fmla="*/ 16 w 32"/>
                  <a:gd name="T9" fmla="*/ 0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2" h="26">
                    <a:moveTo>
                      <a:pt x="16" y="0"/>
                    </a:moveTo>
                    <a:lnTo>
                      <a:pt x="32" y="13"/>
                    </a:lnTo>
                    <a:lnTo>
                      <a:pt x="16" y="26"/>
                    </a:lnTo>
                    <a:lnTo>
                      <a:pt x="0" y="13"/>
                    </a:lnTo>
                    <a:lnTo>
                      <a:pt x="16" y="0"/>
                    </a:lnTo>
                    <a:close/>
                  </a:path>
                </a:pathLst>
              </a:custGeom>
              <a:noFill/>
              <a:ln w="7938">
                <a:solidFill>
                  <a:schemeClr val="hlink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008000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35" name="Freeform 336">
                <a:extLst>
                  <a:ext uri="{FF2B5EF4-FFF2-40B4-BE49-F238E27FC236}">
                    <a16:creationId xmlns:a16="http://schemas.microsoft.com/office/drawing/2014/main" id="{1BF3B684-1BEC-1D48-D31B-9FFA8C8D3BD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83" y="2972"/>
                <a:ext cx="32" cy="25"/>
              </a:xfrm>
              <a:custGeom>
                <a:avLst/>
                <a:gdLst>
                  <a:gd name="T0" fmla="*/ 16 w 32"/>
                  <a:gd name="T1" fmla="*/ 0 h 25"/>
                  <a:gd name="T2" fmla="*/ 32 w 32"/>
                  <a:gd name="T3" fmla="*/ 12 h 25"/>
                  <a:gd name="T4" fmla="*/ 16 w 32"/>
                  <a:gd name="T5" fmla="*/ 25 h 25"/>
                  <a:gd name="T6" fmla="*/ 0 w 32"/>
                  <a:gd name="T7" fmla="*/ 12 h 25"/>
                  <a:gd name="T8" fmla="*/ 16 w 32"/>
                  <a:gd name="T9" fmla="*/ 0 h 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2" h="25">
                    <a:moveTo>
                      <a:pt x="16" y="0"/>
                    </a:moveTo>
                    <a:lnTo>
                      <a:pt x="32" y="12"/>
                    </a:lnTo>
                    <a:lnTo>
                      <a:pt x="16" y="25"/>
                    </a:lnTo>
                    <a:lnTo>
                      <a:pt x="0" y="12"/>
                    </a:lnTo>
                    <a:lnTo>
                      <a:pt x="16" y="0"/>
                    </a:lnTo>
                    <a:close/>
                  </a:path>
                </a:pathLst>
              </a:custGeom>
              <a:noFill/>
              <a:ln w="7938">
                <a:solidFill>
                  <a:schemeClr val="hlink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008000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36" name="Freeform 337">
                <a:extLst>
                  <a:ext uri="{FF2B5EF4-FFF2-40B4-BE49-F238E27FC236}">
                    <a16:creationId xmlns:a16="http://schemas.microsoft.com/office/drawing/2014/main" id="{DCFEF998-CF71-E373-CE83-A4CA8393181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88" y="2760"/>
                <a:ext cx="32" cy="26"/>
              </a:xfrm>
              <a:custGeom>
                <a:avLst/>
                <a:gdLst>
                  <a:gd name="T0" fmla="*/ 16 w 32"/>
                  <a:gd name="T1" fmla="*/ 0 h 26"/>
                  <a:gd name="T2" fmla="*/ 32 w 32"/>
                  <a:gd name="T3" fmla="*/ 13 h 26"/>
                  <a:gd name="T4" fmla="*/ 16 w 32"/>
                  <a:gd name="T5" fmla="*/ 26 h 26"/>
                  <a:gd name="T6" fmla="*/ 0 w 32"/>
                  <a:gd name="T7" fmla="*/ 13 h 26"/>
                  <a:gd name="T8" fmla="*/ 16 w 32"/>
                  <a:gd name="T9" fmla="*/ 0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2" h="26">
                    <a:moveTo>
                      <a:pt x="16" y="0"/>
                    </a:moveTo>
                    <a:lnTo>
                      <a:pt x="32" y="13"/>
                    </a:lnTo>
                    <a:lnTo>
                      <a:pt x="16" y="26"/>
                    </a:lnTo>
                    <a:lnTo>
                      <a:pt x="0" y="13"/>
                    </a:lnTo>
                    <a:lnTo>
                      <a:pt x="16" y="0"/>
                    </a:lnTo>
                    <a:close/>
                  </a:path>
                </a:pathLst>
              </a:custGeom>
              <a:noFill/>
              <a:ln w="7938">
                <a:solidFill>
                  <a:schemeClr val="hlink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008000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37" name="Freeform 338">
                <a:extLst>
                  <a:ext uri="{FF2B5EF4-FFF2-40B4-BE49-F238E27FC236}">
                    <a16:creationId xmlns:a16="http://schemas.microsoft.com/office/drawing/2014/main" id="{CD02ED24-076C-D2B9-626B-D0FA163C070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99" y="2718"/>
                <a:ext cx="32" cy="26"/>
              </a:xfrm>
              <a:custGeom>
                <a:avLst/>
                <a:gdLst>
                  <a:gd name="T0" fmla="*/ 16 w 32"/>
                  <a:gd name="T1" fmla="*/ 0 h 26"/>
                  <a:gd name="T2" fmla="*/ 32 w 32"/>
                  <a:gd name="T3" fmla="*/ 13 h 26"/>
                  <a:gd name="T4" fmla="*/ 16 w 32"/>
                  <a:gd name="T5" fmla="*/ 26 h 26"/>
                  <a:gd name="T6" fmla="*/ 0 w 32"/>
                  <a:gd name="T7" fmla="*/ 13 h 26"/>
                  <a:gd name="T8" fmla="*/ 16 w 32"/>
                  <a:gd name="T9" fmla="*/ 0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2" h="26">
                    <a:moveTo>
                      <a:pt x="16" y="0"/>
                    </a:moveTo>
                    <a:lnTo>
                      <a:pt x="32" y="13"/>
                    </a:lnTo>
                    <a:lnTo>
                      <a:pt x="16" y="26"/>
                    </a:lnTo>
                    <a:lnTo>
                      <a:pt x="0" y="13"/>
                    </a:lnTo>
                    <a:lnTo>
                      <a:pt x="16" y="0"/>
                    </a:lnTo>
                    <a:close/>
                  </a:path>
                </a:pathLst>
              </a:custGeom>
              <a:noFill/>
              <a:ln w="7938">
                <a:solidFill>
                  <a:schemeClr val="hlink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008000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38" name="Freeform 339">
                <a:extLst>
                  <a:ext uri="{FF2B5EF4-FFF2-40B4-BE49-F238E27FC236}">
                    <a16:creationId xmlns:a16="http://schemas.microsoft.com/office/drawing/2014/main" id="{04280195-7FD4-2029-E652-6CA9F3DF167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04" y="3196"/>
                <a:ext cx="32" cy="25"/>
              </a:xfrm>
              <a:custGeom>
                <a:avLst/>
                <a:gdLst>
                  <a:gd name="T0" fmla="*/ 16 w 32"/>
                  <a:gd name="T1" fmla="*/ 0 h 25"/>
                  <a:gd name="T2" fmla="*/ 32 w 32"/>
                  <a:gd name="T3" fmla="*/ 12 h 25"/>
                  <a:gd name="T4" fmla="*/ 16 w 32"/>
                  <a:gd name="T5" fmla="*/ 25 h 25"/>
                  <a:gd name="T6" fmla="*/ 0 w 32"/>
                  <a:gd name="T7" fmla="*/ 12 h 25"/>
                  <a:gd name="T8" fmla="*/ 16 w 32"/>
                  <a:gd name="T9" fmla="*/ 0 h 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2" h="25">
                    <a:moveTo>
                      <a:pt x="16" y="0"/>
                    </a:moveTo>
                    <a:lnTo>
                      <a:pt x="32" y="12"/>
                    </a:lnTo>
                    <a:lnTo>
                      <a:pt x="16" y="25"/>
                    </a:lnTo>
                    <a:lnTo>
                      <a:pt x="0" y="12"/>
                    </a:lnTo>
                    <a:lnTo>
                      <a:pt x="16" y="0"/>
                    </a:lnTo>
                    <a:close/>
                  </a:path>
                </a:pathLst>
              </a:custGeom>
              <a:noFill/>
              <a:ln w="7938">
                <a:solidFill>
                  <a:schemeClr val="hlink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008000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39" name="Freeform 340">
                <a:extLst>
                  <a:ext uri="{FF2B5EF4-FFF2-40B4-BE49-F238E27FC236}">
                    <a16:creationId xmlns:a16="http://schemas.microsoft.com/office/drawing/2014/main" id="{781B673C-8133-27CD-EC00-D5132DC86B7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15" y="2811"/>
                <a:ext cx="32" cy="25"/>
              </a:xfrm>
              <a:custGeom>
                <a:avLst/>
                <a:gdLst>
                  <a:gd name="T0" fmla="*/ 16 w 32"/>
                  <a:gd name="T1" fmla="*/ 0 h 25"/>
                  <a:gd name="T2" fmla="*/ 32 w 32"/>
                  <a:gd name="T3" fmla="*/ 13 h 25"/>
                  <a:gd name="T4" fmla="*/ 16 w 32"/>
                  <a:gd name="T5" fmla="*/ 25 h 25"/>
                  <a:gd name="T6" fmla="*/ 0 w 32"/>
                  <a:gd name="T7" fmla="*/ 13 h 25"/>
                  <a:gd name="T8" fmla="*/ 16 w 32"/>
                  <a:gd name="T9" fmla="*/ 0 h 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2" h="25">
                    <a:moveTo>
                      <a:pt x="16" y="0"/>
                    </a:moveTo>
                    <a:lnTo>
                      <a:pt x="32" y="13"/>
                    </a:lnTo>
                    <a:lnTo>
                      <a:pt x="16" y="25"/>
                    </a:lnTo>
                    <a:lnTo>
                      <a:pt x="0" y="13"/>
                    </a:lnTo>
                    <a:lnTo>
                      <a:pt x="16" y="0"/>
                    </a:lnTo>
                    <a:close/>
                  </a:path>
                </a:pathLst>
              </a:custGeom>
              <a:noFill/>
              <a:ln w="7938">
                <a:solidFill>
                  <a:schemeClr val="hlink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008000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40" name="Freeform 341">
                <a:extLst>
                  <a:ext uri="{FF2B5EF4-FFF2-40B4-BE49-F238E27FC236}">
                    <a16:creationId xmlns:a16="http://schemas.microsoft.com/office/drawing/2014/main" id="{EE2096E1-76C6-F21A-64A5-069D1C0C54C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25" y="3124"/>
                <a:ext cx="32" cy="25"/>
              </a:xfrm>
              <a:custGeom>
                <a:avLst/>
                <a:gdLst>
                  <a:gd name="T0" fmla="*/ 16 w 32"/>
                  <a:gd name="T1" fmla="*/ 0 h 25"/>
                  <a:gd name="T2" fmla="*/ 32 w 32"/>
                  <a:gd name="T3" fmla="*/ 12 h 25"/>
                  <a:gd name="T4" fmla="*/ 16 w 32"/>
                  <a:gd name="T5" fmla="*/ 25 h 25"/>
                  <a:gd name="T6" fmla="*/ 0 w 32"/>
                  <a:gd name="T7" fmla="*/ 12 h 25"/>
                  <a:gd name="T8" fmla="*/ 16 w 32"/>
                  <a:gd name="T9" fmla="*/ 0 h 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2" h="25">
                    <a:moveTo>
                      <a:pt x="16" y="0"/>
                    </a:moveTo>
                    <a:lnTo>
                      <a:pt x="32" y="12"/>
                    </a:lnTo>
                    <a:lnTo>
                      <a:pt x="16" y="25"/>
                    </a:lnTo>
                    <a:lnTo>
                      <a:pt x="0" y="12"/>
                    </a:lnTo>
                    <a:lnTo>
                      <a:pt x="16" y="0"/>
                    </a:lnTo>
                    <a:close/>
                  </a:path>
                </a:pathLst>
              </a:custGeom>
              <a:noFill/>
              <a:ln w="7938">
                <a:solidFill>
                  <a:schemeClr val="hlink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008000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41" name="Freeform 342">
                <a:extLst>
                  <a:ext uri="{FF2B5EF4-FFF2-40B4-BE49-F238E27FC236}">
                    <a16:creationId xmlns:a16="http://schemas.microsoft.com/office/drawing/2014/main" id="{EA4A8944-550C-A4B2-2BD4-A3814DC6EB1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31" y="2942"/>
                <a:ext cx="32" cy="25"/>
              </a:xfrm>
              <a:custGeom>
                <a:avLst/>
                <a:gdLst>
                  <a:gd name="T0" fmla="*/ 16 w 32"/>
                  <a:gd name="T1" fmla="*/ 0 h 25"/>
                  <a:gd name="T2" fmla="*/ 32 w 32"/>
                  <a:gd name="T3" fmla="*/ 13 h 25"/>
                  <a:gd name="T4" fmla="*/ 16 w 32"/>
                  <a:gd name="T5" fmla="*/ 25 h 25"/>
                  <a:gd name="T6" fmla="*/ 0 w 32"/>
                  <a:gd name="T7" fmla="*/ 13 h 25"/>
                  <a:gd name="T8" fmla="*/ 16 w 32"/>
                  <a:gd name="T9" fmla="*/ 0 h 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2" h="25">
                    <a:moveTo>
                      <a:pt x="16" y="0"/>
                    </a:moveTo>
                    <a:lnTo>
                      <a:pt x="32" y="13"/>
                    </a:lnTo>
                    <a:lnTo>
                      <a:pt x="16" y="25"/>
                    </a:lnTo>
                    <a:lnTo>
                      <a:pt x="0" y="13"/>
                    </a:lnTo>
                    <a:lnTo>
                      <a:pt x="16" y="0"/>
                    </a:lnTo>
                    <a:close/>
                  </a:path>
                </a:pathLst>
              </a:custGeom>
              <a:noFill/>
              <a:ln w="7938">
                <a:solidFill>
                  <a:schemeClr val="hlink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008000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42" name="Freeform 343">
                <a:extLst>
                  <a:ext uri="{FF2B5EF4-FFF2-40B4-BE49-F238E27FC236}">
                    <a16:creationId xmlns:a16="http://schemas.microsoft.com/office/drawing/2014/main" id="{842FB2FB-4243-5F5F-1B08-0F4C3CCDB97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41" y="3005"/>
                <a:ext cx="32" cy="26"/>
              </a:xfrm>
              <a:custGeom>
                <a:avLst/>
                <a:gdLst>
                  <a:gd name="T0" fmla="*/ 16 w 32"/>
                  <a:gd name="T1" fmla="*/ 0 h 26"/>
                  <a:gd name="T2" fmla="*/ 32 w 32"/>
                  <a:gd name="T3" fmla="*/ 13 h 26"/>
                  <a:gd name="T4" fmla="*/ 16 w 32"/>
                  <a:gd name="T5" fmla="*/ 26 h 26"/>
                  <a:gd name="T6" fmla="*/ 0 w 32"/>
                  <a:gd name="T7" fmla="*/ 13 h 26"/>
                  <a:gd name="T8" fmla="*/ 16 w 32"/>
                  <a:gd name="T9" fmla="*/ 0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2" h="26">
                    <a:moveTo>
                      <a:pt x="16" y="0"/>
                    </a:moveTo>
                    <a:lnTo>
                      <a:pt x="32" y="13"/>
                    </a:lnTo>
                    <a:lnTo>
                      <a:pt x="16" y="26"/>
                    </a:lnTo>
                    <a:lnTo>
                      <a:pt x="0" y="13"/>
                    </a:lnTo>
                    <a:lnTo>
                      <a:pt x="16" y="0"/>
                    </a:lnTo>
                    <a:close/>
                  </a:path>
                </a:pathLst>
              </a:custGeom>
              <a:noFill/>
              <a:ln w="7938">
                <a:solidFill>
                  <a:schemeClr val="hlink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008000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43" name="Freeform 344">
                <a:extLst>
                  <a:ext uri="{FF2B5EF4-FFF2-40B4-BE49-F238E27FC236}">
                    <a16:creationId xmlns:a16="http://schemas.microsoft.com/office/drawing/2014/main" id="{B3D73259-5522-E5D5-40F9-DB99E77F365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47" y="3120"/>
                <a:ext cx="32" cy="25"/>
              </a:xfrm>
              <a:custGeom>
                <a:avLst/>
                <a:gdLst>
                  <a:gd name="T0" fmla="*/ 16 w 32"/>
                  <a:gd name="T1" fmla="*/ 0 h 25"/>
                  <a:gd name="T2" fmla="*/ 32 w 32"/>
                  <a:gd name="T3" fmla="*/ 12 h 25"/>
                  <a:gd name="T4" fmla="*/ 16 w 32"/>
                  <a:gd name="T5" fmla="*/ 25 h 25"/>
                  <a:gd name="T6" fmla="*/ 0 w 32"/>
                  <a:gd name="T7" fmla="*/ 12 h 25"/>
                  <a:gd name="T8" fmla="*/ 16 w 32"/>
                  <a:gd name="T9" fmla="*/ 0 h 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2" h="25">
                    <a:moveTo>
                      <a:pt x="16" y="0"/>
                    </a:moveTo>
                    <a:lnTo>
                      <a:pt x="32" y="12"/>
                    </a:lnTo>
                    <a:lnTo>
                      <a:pt x="16" y="25"/>
                    </a:lnTo>
                    <a:lnTo>
                      <a:pt x="0" y="12"/>
                    </a:lnTo>
                    <a:lnTo>
                      <a:pt x="16" y="0"/>
                    </a:lnTo>
                    <a:close/>
                  </a:path>
                </a:pathLst>
              </a:custGeom>
              <a:noFill/>
              <a:ln w="7938">
                <a:solidFill>
                  <a:schemeClr val="hlink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008000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44" name="Freeform 345">
                <a:extLst>
                  <a:ext uri="{FF2B5EF4-FFF2-40B4-BE49-F238E27FC236}">
                    <a16:creationId xmlns:a16="http://schemas.microsoft.com/office/drawing/2014/main" id="{F597D537-5D0D-E35B-506E-738DC170957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57" y="3335"/>
                <a:ext cx="32" cy="25"/>
              </a:xfrm>
              <a:custGeom>
                <a:avLst/>
                <a:gdLst>
                  <a:gd name="T0" fmla="*/ 16 w 32"/>
                  <a:gd name="T1" fmla="*/ 0 h 25"/>
                  <a:gd name="T2" fmla="*/ 32 w 32"/>
                  <a:gd name="T3" fmla="*/ 13 h 25"/>
                  <a:gd name="T4" fmla="*/ 16 w 32"/>
                  <a:gd name="T5" fmla="*/ 25 h 25"/>
                  <a:gd name="T6" fmla="*/ 0 w 32"/>
                  <a:gd name="T7" fmla="*/ 13 h 25"/>
                  <a:gd name="T8" fmla="*/ 16 w 32"/>
                  <a:gd name="T9" fmla="*/ 0 h 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2" h="25">
                    <a:moveTo>
                      <a:pt x="16" y="0"/>
                    </a:moveTo>
                    <a:lnTo>
                      <a:pt x="32" y="13"/>
                    </a:lnTo>
                    <a:lnTo>
                      <a:pt x="16" y="25"/>
                    </a:lnTo>
                    <a:lnTo>
                      <a:pt x="0" y="13"/>
                    </a:lnTo>
                    <a:lnTo>
                      <a:pt x="16" y="0"/>
                    </a:lnTo>
                    <a:close/>
                  </a:path>
                </a:pathLst>
              </a:custGeom>
              <a:noFill/>
              <a:ln w="7938">
                <a:solidFill>
                  <a:schemeClr val="hlink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008000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45" name="Freeform 346">
                <a:extLst>
                  <a:ext uri="{FF2B5EF4-FFF2-40B4-BE49-F238E27FC236}">
                    <a16:creationId xmlns:a16="http://schemas.microsoft.com/office/drawing/2014/main" id="{0B0DF930-3B61-37C7-32B9-3E17AD5C9F4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63" y="3175"/>
                <a:ext cx="31" cy="25"/>
              </a:xfrm>
              <a:custGeom>
                <a:avLst/>
                <a:gdLst>
                  <a:gd name="T0" fmla="*/ 16 w 31"/>
                  <a:gd name="T1" fmla="*/ 0 h 25"/>
                  <a:gd name="T2" fmla="*/ 31 w 31"/>
                  <a:gd name="T3" fmla="*/ 12 h 25"/>
                  <a:gd name="T4" fmla="*/ 16 w 31"/>
                  <a:gd name="T5" fmla="*/ 25 h 25"/>
                  <a:gd name="T6" fmla="*/ 0 w 31"/>
                  <a:gd name="T7" fmla="*/ 12 h 25"/>
                  <a:gd name="T8" fmla="*/ 16 w 31"/>
                  <a:gd name="T9" fmla="*/ 0 h 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1" h="25">
                    <a:moveTo>
                      <a:pt x="16" y="0"/>
                    </a:moveTo>
                    <a:lnTo>
                      <a:pt x="31" y="12"/>
                    </a:lnTo>
                    <a:lnTo>
                      <a:pt x="16" y="25"/>
                    </a:lnTo>
                    <a:lnTo>
                      <a:pt x="0" y="12"/>
                    </a:lnTo>
                    <a:lnTo>
                      <a:pt x="16" y="0"/>
                    </a:lnTo>
                    <a:close/>
                  </a:path>
                </a:pathLst>
              </a:custGeom>
              <a:noFill/>
              <a:ln w="7938">
                <a:solidFill>
                  <a:schemeClr val="hlink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008000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46" name="Freeform 347">
                <a:extLst>
                  <a:ext uri="{FF2B5EF4-FFF2-40B4-BE49-F238E27FC236}">
                    <a16:creationId xmlns:a16="http://schemas.microsoft.com/office/drawing/2014/main" id="{82E46809-B697-C817-9474-4EB7977FA10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73" y="3014"/>
                <a:ext cx="32" cy="25"/>
              </a:xfrm>
              <a:custGeom>
                <a:avLst/>
                <a:gdLst>
                  <a:gd name="T0" fmla="*/ 16 w 32"/>
                  <a:gd name="T1" fmla="*/ 0 h 25"/>
                  <a:gd name="T2" fmla="*/ 32 w 32"/>
                  <a:gd name="T3" fmla="*/ 13 h 25"/>
                  <a:gd name="T4" fmla="*/ 16 w 32"/>
                  <a:gd name="T5" fmla="*/ 25 h 25"/>
                  <a:gd name="T6" fmla="*/ 0 w 32"/>
                  <a:gd name="T7" fmla="*/ 13 h 25"/>
                  <a:gd name="T8" fmla="*/ 16 w 32"/>
                  <a:gd name="T9" fmla="*/ 0 h 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2" h="25">
                    <a:moveTo>
                      <a:pt x="16" y="0"/>
                    </a:moveTo>
                    <a:lnTo>
                      <a:pt x="32" y="13"/>
                    </a:lnTo>
                    <a:lnTo>
                      <a:pt x="16" y="25"/>
                    </a:lnTo>
                    <a:lnTo>
                      <a:pt x="0" y="13"/>
                    </a:lnTo>
                    <a:lnTo>
                      <a:pt x="16" y="0"/>
                    </a:lnTo>
                    <a:close/>
                  </a:path>
                </a:pathLst>
              </a:custGeom>
              <a:noFill/>
              <a:ln w="7938">
                <a:solidFill>
                  <a:schemeClr val="hlink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008000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47" name="Freeform 348">
                <a:extLst>
                  <a:ext uri="{FF2B5EF4-FFF2-40B4-BE49-F238E27FC236}">
                    <a16:creationId xmlns:a16="http://schemas.microsoft.com/office/drawing/2014/main" id="{CA736D09-549F-6282-2E36-520C78501A0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84" y="2836"/>
                <a:ext cx="32" cy="26"/>
              </a:xfrm>
              <a:custGeom>
                <a:avLst/>
                <a:gdLst>
                  <a:gd name="T0" fmla="*/ 16 w 32"/>
                  <a:gd name="T1" fmla="*/ 0 h 26"/>
                  <a:gd name="T2" fmla="*/ 32 w 32"/>
                  <a:gd name="T3" fmla="*/ 13 h 26"/>
                  <a:gd name="T4" fmla="*/ 16 w 32"/>
                  <a:gd name="T5" fmla="*/ 26 h 26"/>
                  <a:gd name="T6" fmla="*/ 0 w 32"/>
                  <a:gd name="T7" fmla="*/ 13 h 26"/>
                  <a:gd name="T8" fmla="*/ 16 w 32"/>
                  <a:gd name="T9" fmla="*/ 0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2" h="26">
                    <a:moveTo>
                      <a:pt x="16" y="0"/>
                    </a:moveTo>
                    <a:lnTo>
                      <a:pt x="32" y="13"/>
                    </a:lnTo>
                    <a:lnTo>
                      <a:pt x="16" y="26"/>
                    </a:lnTo>
                    <a:lnTo>
                      <a:pt x="0" y="13"/>
                    </a:lnTo>
                    <a:lnTo>
                      <a:pt x="16" y="0"/>
                    </a:lnTo>
                    <a:close/>
                  </a:path>
                </a:pathLst>
              </a:custGeom>
              <a:noFill/>
              <a:ln w="7938">
                <a:solidFill>
                  <a:schemeClr val="hlink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008000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48" name="Freeform 349">
                <a:extLst>
                  <a:ext uri="{FF2B5EF4-FFF2-40B4-BE49-F238E27FC236}">
                    <a16:creationId xmlns:a16="http://schemas.microsoft.com/office/drawing/2014/main" id="{F05D2F2D-AA2A-7D8D-50A0-D8891D58DB2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89" y="2727"/>
                <a:ext cx="32" cy="25"/>
              </a:xfrm>
              <a:custGeom>
                <a:avLst/>
                <a:gdLst>
                  <a:gd name="T0" fmla="*/ 16 w 32"/>
                  <a:gd name="T1" fmla="*/ 0 h 25"/>
                  <a:gd name="T2" fmla="*/ 32 w 32"/>
                  <a:gd name="T3" fmla="*/ 12 h 25"/>
                  <a:gd name="T4" fmla="*/ 16 w 32"/>
                  <a:gd name="T5" fmla="*/ 25 h 25"/>
                  <a:gd name="T6" fmla="*/ 0 w 32"/>
                  <a:gd name="T7" fmla="*/ 12 h 25"/>
                  <a:gd name="T8" fmla="*/ 16 w 32"/>
                  <a:gd name="T9" fmla="*/ 0 h 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2" h="25">
                    <a:moveTo>
                      <a:pt x="16" y="0"/>
                    </a:moveTo>
                    <a:lnTo>
                      <a:pt x="32" y="12"/>
                    </a:lnTo>
                    <a:lnTo>
                      <a:pt x="16" y="25"/>
                    </a:lnTo>
                    <a:lnTo>
                      <a:pt x="0" y="12"/>
                    </a:lnTo>
                    <a:lnTo>
                      <a:pt x="16" y="0"/>
                    </a:lnTo>
                    <a:close/>
                  </a:path>
                </a:pathLst>
              </a:custGeom>
              <a:noFill/>
              <a:ln w="7938">
                <a:solidFill>
                  <a:schemeClr val="hlink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008000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49" name="Freeform 350">
                <a:extLst>
                  <a:ext uri="{FF2B5EF4-FFF2-40B4-BE49-F238E27FC236}">
                    <a16:creationId xmlns:a16="http://schemas.microsoft.com/office/drawing/2014/main" id="{C08489EE-93E7-282A-AA55-EF5A0A6AC88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00" y="2807"/>
                <a:ext cx="32" cy="25"/>
              </a:xfrm>
              <a:custGeom>
                <a:avLst/>
                <a:gdLst>
                  <a:gd name="T0" fmla="*/ 16 w 32"/>
                  <a:gd name="T1" fmla="*/ 0 h 25"/>
                  <a:gd name="T2" fmla="*/ 32 w 32"/>
                  <a:gd name="T3" fmla="*/ 13 h 25"/>
                  <a:gd name="T4" fmla="*/ 16 w 32"/>
                  <a:gd name="T5" fmla="*/ 25 h 25"/>
                  <a:gd name="T6" fmla="*/ 0 w 32"/>
                  <a:gd name="T7" fmla="*/ 13 h 25"/>
                  <a:gd name="T8" fmla="*/ 16 w 32"/>
                  <a:gd name="T9" fmla="*/ 0 h 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2" h="25">
                    <a:moveTo>
                      <a:pt x="16" y="0"/>
                    </a:moveTo>
                    <a:lnTo>
                      <a:pt x="32" y="13"/>
                    </a:lnTo>
                    <a:lnTo>
                      <a:pt x="16" y="25"/>
                    </a:lnTo>
                    <a:lnTo>
                      <a:pt x="0" y="13"/>
                    </a:lnTo>
                    <a:lnTo>
                      <a:pt x="16" y="0"/>
                    </a:lnTo>
                    <a:close/>
                  </a:path>
                </a:pathLst>
              </a:custGeom>
              <a:noFill/>
              <a:ln w="7938">
                <a:solidFill>
                  <a:schemeClr val="hlink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008000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50" name="Freeform 351">
                <a:extLst>
                  <a:ext uri="{FF2B5EF4-FFF2-40B4-BE49-F238E27FC236}">
                    <a16:creationId xmlns:a16="http://schemas.microsoft.com/office/drawing/2014/main" id="{9EAE5A93-54B5-E7D8-43C4-0F9F18CE762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05" y="2849"/>
                <a:ext cx="32" cy="26"/>
              </a:xfrm>
              <a:custGeom>
                <a:avLst/>
                <a:gdLst>
                  <a:gd name="T0" fmla="*/ 16 w 32"/>
                  <a:gd name="T1" fmla="*/ 0 h 26"/>
                  <a:gd name="T2" fmla="*/ 32 w 32"/>
                  <a:gd name="T3" fmla="*/ 13 h 26"/>
                  <a:gd name="T4" fmla="*/ 16 w 32"/>
                  <a:gd name="T5" fmla="*/ 26 h 26"/>
                  <a:gd name="T6" fmla="*/ 0 w 32"/>
                  <a:gd name="T7" fmla="*/ 13 h 26"/>
                  <a:gd name="T8" fmla="*/ 16 w 32"/>
                  <a:gd name="T9" fmla="*/ 0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2" h="26">
                    <a:moveTo>
                      <a:pt x="16" y="0"/>
                    </a:moveTo>
                    <a:lnTo>
                      <a:pt x="32" y="13"/>
                    </a:lnTo>
                    <a:lnTo>
                      <a:pt x="16" y="26"/>
                    </a:lnTo>
                    <a:lnTo>
                      <a:pt x="0" y="13"/>
                    </a:lnTo>
                    <a:lnTo>
                      <a:pt x="16" y="0"/>
                    </a:lnTo>
                    <a:close/>
                  </a:path>
                </a:pathLst>
              </a:custGeom>
              <a:noFill/>
              <a:ln w="7938">
                <a:solidFill>
                  <a:schemeClr val="hlink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008000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51" name="Freeform 352">
                <a:extLst>
                  <a:ext uri="{FF2B5EF4-FFF2-40B4-BE49-F238E27FC236}">
                    <a16:creationId xmlns:a16="http://schemas.microsoft.com/office/drawing/2014/main" id="{51A7FC33-D282-478D-A7FF-F0839D7E995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16" y="2824"/>
                <a:ext cx="32" cy="25"/>
              </a:xfrm>
              <a:custGeom>
                <a:avLst/>
                <a:gdLst>
                  <a:gd name="T0" fmla="*/ 16 w 32"/>
                  <a:gd name="T1" fmla="*/ 0 h 25"/>
                  <a:gd name="T2" fmla="*/ 32 w 32"/>
                  <a:gd name="T3" fmla="*/ 12 h 25"/>
                  <a:gd name="T4" fmla="*/ 16 w 32"/>
                  <a:gd name="T5" fmla="*/ 25 h 25"/>
                  <a:gd name="T6" fmla="*/ 0 w 32"/>
                  <a:gd name="T7" fmla="*/ 12 h 25"/>
                  <a:gd name="T8" fmla="*/ 16 w 32"/>
                  <a:gd name="T9" fmla="*/ 0 h 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2" h="25">
                    <a:moveTo>
                      <a:pt x="16" y="0"/>
                    </a:moveTo>
                    <a:lnTo>
                      <a:pt x="32" y="12"/>
                    </a:lnTo>
                    <a:lnTo>
                      <a:pt x="16" y="25"/>
                    </a:lnTo>
                    <a:lnTo>
                      <a:pt x="0" y="12"/>
                    </a:lnTo>
                    <a:lnTo>
                      <a:pt x="16" y="0"/>
                    </a:lnTo>
                    <a:close/>
                  </a:path>
                </a:pathLst>
              </a:custGeom>
              <a:noFill/>
              <a:ln w="7938">
                <a:solidFill>
                  <a:schemeClr val="hlink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008000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52" name="Freeform 353">
                <a:extLst>
                  <a:ext uri="{FF2B5EF4-FFF2-40B4-BE49-F238E27FC236}">
                    <a16:creationId xmlns:a16="http://schemas.microsoft.com/office/drawing/2014/main" id="{911EA2B5-6F69-1C46-1704-043059D317E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21" y="3542"/>
                <a:ext cx="32" cy="26"/>
              </a:xfrm>
              <a:custGeom>
                <a:avLst/>
                <a:gdLst>
                  <a:gd name="T0" fmla="*/ 16 w 32"/>
                  <a:gd name="T1" fmla="*/ 0 h 26"/>
                  <a:gd name="T2" fmla="*/ 32 w 32"/>
                  <a:gd name="T3" fmla="*/ 13 h 26"/>
                  <a:gd name="T4" fmla="*/ 16 w 32"/>
                  <a:gd name="T5" fmla="*/ 26 h 26"/>
                  <a:gd name="T6" fmla="*/ 0 w 32"/>
                  <a:gd name="T7" fmla="*/ 13 h 26"/>
                  <a:gd name="T8" fmla="*/ 16 w 32"/>
                  <a:gd name="T9" fmla="*/ 0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2" h="26">
                    <a:moveTo>
                      <a:pt x="16" y="0"/>
                    </a:moveTo>
                    <a:lnTo>
                      <a:pt x="32" y="13"/>
                    </a:lnTo>
                    <a:lnTo>
                      <a:pt x="16" y="26"/>
                    </a:lnTo>
                    <a:lnTo>
                      <a:pt x="0" y="13"/>
                    </a:lnTo>
                    <a:lnTo>
                      <a:pt x="16" y="0"/>
                    </a:lnTo>
                    <a:close/>
                  </a:path>
                </a:pathLst>
              </a:custGeom>
              <a:noFill/>
              <a:ln w="7938">
                <a:solidFill>
                  <a:schemeClr val="hlink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008000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53" name="Freeform 354">
                <a:extLst>
                  <a:ext uri="{FF2B5EF4-FFF2-40B4-BE49-F238E27FC236}">
                    <a16:creationId xmlns:a16="http://schemas.microsoft.com/office/drawing/2014/main" id="{E4133CB6-35FD-ABBA-55ED-410A559DB2B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32" y="3153"/>
                <a:ext cx="32" cy="26"/>
              </a:xfrm>
              <a:custGeom>
                <a:avLst/>
                <a:gdLst>
                  <a:gd name="T0" fmla="*/ 16 w 32"/>
                  <a:gd name="T1" fmla="*/ 0 h 26"/>
                  <a:gd name="T2" fmla="*/ 32 w 32"/>
                  <a:gd name="T3" fmla="*/ 13 h 26"/>
                  <a:gd name="T4" fmla="*/ 16 w 32"/>
                  <a:gd name="T5" fmla="*/ 26 h 26"/>
                  <a:gd name="T6" fmla="*/ 0 w 32"/>
                  <a:gd name="T7" fmla="*/ 13 h 26"/>
                  <a:gd name="T8" fmla="*/ 16 w 32"/>
                  <a:gd name="T9" fmla="*/ 0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2" h="26">
                    <a:moveTo>
                      <a:pt x="16" y="0"/>
                    </a:moveTo>
                    <a:lnTo>
                      <a:pt x="32" y="13"/>
                    </a:lnTo>
                    <a:lnTo>
                      <a:pt x="16" y="26"/>
                    </a:lnTo>
                    <a:lnTo>
                      <a:pt x="0" y="13"/>
                    </a:lnTo>
                    <a:lnTo>
                      <a:pt x="16" y="0"/>
                    </a:lnTo>
                    <a:close/>
                  </a:path>
                </a:pathLst>
              </a:custGeom>
              <a:noFill/>
              <a:ln w="7938">
                <a:solidFill>
                  <a:schemeClr val="hlink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008000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54" name="Freeform 355">
                <a:extLst>
                  <a:ext uri="{FF2B5EF4-FFF2-40B4-BE49-F238E27FC236}">
                    <a16:creationId xmlns:a16="http://schemas.microsoft.com/office/drawing/2014/main" id="{5C8D5C61-53DF-11B7-8B52-C46E9F8F4F7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37" y="3204"/>
                <a:ext cx="32" cy="25"/>
              </a:xfrm>
              <a:custGeom>
                <a:avLst/>
                <a:gdLst>
                  <a:gd name="T0" fmla="*/ 16 w 32"/>
                  <a:gd name="T1" fmla="*/ 0 h 25"/>
                  <a:gd name="T2" fmla="*/ 32 w 32"/>
                  <a:gd name="T3" fmla="*/ 13 h 25"/>
                  <a:gd name="T4" fmla="*/ 16 w 32"/>
                  <a:gd name="T5" fmla="*/ 25 h 25"/>
                  <a:gd name="T6" fmla="*/ 0 w 32"/>
                  <a:gd name="T7" fmla="*/ 13 h 25"/>
                  <a:gd name="T8" fmla="*/ 16 w 32"/>
                  <a:gd name="T9" fmla="*/ 0 h 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2" h="25">
                    <a:moveTo>
                      <a:pt x="16" y="0"/>
                    </a:moveTo>
                    <a:lnTo>
                      <a:pt x="32" y="13"/>
                    </a:lnTo>
                    <a:lnTo>
                      <a:pt x="16" y="25"/>
                    </a:lnTo>
                    <a:lnTo>
                      <a:pt x="0" y="13"/>
                    </a:lnTo>
                    <a:lnTo>
                      <a:pt x="16" y="0"/>
                    </a:lnTo>
                    <a:close/>
                  </a:path>
                </a:pathLst>
              </a:custGeom>
              <a:noFill/>
              <a:ln w="7938">
                <a:solidFill>
                  <a:schemeClr val="hlink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008000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55" name="Freeform 356">
                <a:extLst>
                  <a:ext uri="{FF2B5EF4-FFF2-40B4-BE49-F238E27FC236}">
                    <a16:creationId xmlns:a16="http://schemas.microsoft.com/office/drawing/2014/main" id="{B89BC596-212D-904A-1E7A-BEEDF393408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48" y="3204"/>
                <a:ext cx="32" cy="25"/>
              </a:xfrm>
              <a:custGeom>
                <a:avLst/>
                <a:gdLst>
                  <a:gd name="T0" fmla="*/ 16 w 32"/>
                  <a:gd name="T1" fmla="*/ 0 h 25"/>
                  <a:gd name="T2" fmla="*/ 32 w 32"/>
                  <a:gd name="T3" fmla="*/ 13 h 25"/>
                  <a:gd name="T4" fmla="*/ 16 w 32"/>
                  <a:gd name="T5" fmla="*/ 25 h 25"/>
                  <a:gd name="T6" fmla="*/ 0 w 32"/>
                  <a:gd name="T7" fmla="*/ 13 h 25"/>
                  <a:gd name="T8" fmla="*/ 16 w 32"/>
                  <a:gd name="T9" fmla="*/ 0 h 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2" h="25">
                    <a:moveTo>
                      <a:pt x="16" y="0"/>
                    </a:moveTo>
                    <a:lnTo>
                      <a:pt x="32" y="13"/>
                    </a:lnTo>
                    <a:lnTo>
                      <a:pt x="16" y="25"/>
                    </a:lnTo>
                    <a:lnTo>
                      <a:pt x="0" y="13"/>
                    </a:lnTo>
                    <a:lnTo>
                      <a:pt x="16" y="0"/>
                    </a:lnTo>
                    <a:close/>
                  </a:path>
                </a:pathLst>
              </a:custGeom>
              <a:noFill/>
              <a:ln w="7938">
                <a:solidFill>
                  <a:schemeClr val="hlink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008000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56" name="Freeform 357">
                <a:extLst>
                  <a:ext uri="{FF2B5EF4-FFF2-40B4-BE49-F238E27FC236}">
                    <a16:creationId xmlns:a16="http://schemas.microsoft.com/office/drawing/2014/main" id="{4D998A80-A605-0AE3-9B20-BCCE242F4B3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58" y="3107"/>
                <a:ext cx="32" cy="25"/>
              </a:xfrm>
              <a:custGeom>
                <a:avLst/>
                <a:gdLst>
                  <a:gd name="T0" fmla="*/ 16 w 32"/>
                  <a:gd name="T1" fmla="*/ 0 h 25"/>
                  <a:gd name="T2" fmla="*/ 32 w 32"/>
                  <a:gd name="T3" fmla="*/ 13 h 25"/>
                  <a:gd name="T4" fmla="*/ 16 w 32"/>
                  <a:gd name="T5" fmla="*/ 25 h 25"/>
                  <a:gd name="T6" fmla="*/ 0 w 32"/>
                  <a:gd name="T7" fmla="*/ 13 h 25"/>
                  <a:gd name="T8" fmla="*/ 16 w 32"/>
                  <a:gd name="T9" fmla="*/ 0 h 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2" h="25">
                    <a:moveTo>
                      <a:pt x="16" y="0"/>
                    </a:moveTo>
                    <a:lnTo>
                      <a:pt x="32" y="13"/>
                    </a:lnTo>
                    <a:lnTo>
                      <a:pt x="16" y="25"/>
                    </a:lnTo>
                    <a:lnTo>
                      <a:pt x="0" y="13"/>
                    </a:lnTo>
                    <a:lnTo>
                      <a:pt x="16" y="0"/>
                    </a:lnTo>
                    <a:close/>
                  </a:path>
                </a:pathLst>
              </a:custGeom>
              <a:noFill/>
              <a:ln w="7938">
                <a:solidFill>
                  <a:schemeClr val="hlink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008000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57" name="Freeform 358">
                <a:extLst>
                  <a:ext uri="{FF2B5EF4-FFF2-40B4-BE49-F238E27FC236}">
                    <a16:creationId xmlns:a16="http://schemas.microsoft.com/office/drawing/2014/main" id="{5149A8C3-676C-A45D-A599-AED23ED2A25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64" y="3115"/>
                <a:ext cx="32" cy="26"/>
              </a:xfrm>
              <a:custGeom>
                <a:avLst/>
                <a:gdLst>
                  <a:gd name="T0" fmla="*/ 16 w 32"/>
                  <a:gd name="T1" fmla="*/ 0 h 26"/>
                  <a:gd name="T2" fmla="*/ 32 w 32"/>
                  <a:gd name="T3" fmla="*/ 13 h 26"/>
                  <a:gd name="T4" fmla="*/ 16 w 32"/>
                  <a:gd name="T5" fmla="*/ 26 h 26"/>
                  <a:gd name="T6" fmla="*/ 0 w 32"/>
                  <a:gd name="T7" fmla="*/ 13 h 26"/>
                  <a:gd name="T8" fmla="*/ 16 w 32"/>
                  <a:gd name="T9" fmla="*/ 0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2" h="26">
                    <a:moveTo>
                      <a:pt x="16" y="0"/>
                    </a:moveTo>
                    <a:lnTo>
                      <a:pt x="32" y="13"/>
                    </a:lnTo>
                    <a:lnTo>
                      <a:pt x="16" y="26"/>
                    </a:lnTo>
                    <a:lnTo>
                      <a:pt x="0" y="13"/>
                    </a:lnTo>
                    <a:lnTo>
                      <a:pt x="16" y="0"/>
                    </a:lnTo>
                    <a:close/>
                  </a:path>
                </a:pathLst>
              </a:custGeom>
              <a:noFill/>
              <a:ln w="7938">
                <a:solidFill>
                  <a:schemeClr val="hlink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008000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58" name="Freeform 359">
                <a:extLst>
                  <a:ext uri="{FF2B5EF4-FFF2-40B4-BE49-F238E27FC236}">
                    <a16:creationId xmlns:a16="http://schemas.microsoft.com/office/drawing/2014/main" id="{39C3D941-E522-D05D-605C-C38E7F8ED65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74" y="2929"/>
                <a:ext cx="32" cy="26"/>
              </a:xfrm>
              <a:custGeom>
                <a:avLst/>
                <a:gdLst>
                  <a:gd name="T0" fmla="*/ 16 w 32"/>
                  <a:gd name="T1" fmla="*/ 0 h 26"/>
                  <a:gd name="T2" fmla="*/ 32 w 32"/>
                  <a:gd name="T3" fmla="*/ 13 h 26"/>
                  <a:gd name="T4" fmla="*/ 16 w 32"/>
                  <a:gd name="T5" fmla="*/ 26 h 26"/>
                  <a:gd name="T6" fmla="*/ 0 w 32"/>
                  <a:gd name="T7" fmla="*/ 13 h 26"/>
                  <a:gd name="T8" fmla="*/ 16 w 32"/>
                  <a:gd name="T9" fmla="*/ 0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2" h="26">
                    <a:moveTo>
                      <a:pt x="16" y="0"/>
                    </a:moveTo>
                    <a:lnTo>
                      <a:pt x="32" y="13"/>
                    </a:lnTo>
                    <a:lnTo>
                      <a:pt x="16" y="26"/>
                    </a:lnTo>
                    <a:lnTo>
                      <a:pt x="0" y="13"/>
                    </a:lnTo>
                    <a:lnTo>
                      <a:pt x="16" y="0"/>
                    </a:lnTo>
                    <a:close/>
                  </a:path>
                </a:pathLst>
              </a:custGeom>
              <a:noFill/>
              <a:ln w="7938">
                <a:solidFill>
                  <a:schemeClr val="hlink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008000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59" name="Freeform 360">
                <a:extLst>
                  <a:ext uri="{FF2B5EF4-FFF2-40B4-BE49-F238E27FC236}">
                    <a16:creationId xmlns:a16="http://schemas.microsoft.com/office/drawing/2014/main" id="{4AB6A2FB-7220-7319-9F9F-3752FF5A3F6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80" y="2904"/>
                <a:ext cx="31" cy="25"/>
              </a:xfrm>
              <a:custGeom>
                <a:avLst/>
                <a:gdLst>
                  <a:gd name="T0" fmla="*/ 16 w 31"/>
                  <a:gd name="T1" fmla="*/ 0 h 25"/>
                  <a:gd name="T2" fmla="*/ 31 w 31"/>
                  <a:gd name="T3" fmla="*/ 13 h 25"/>
                  <a:gd name="T4" fmla="*/ 16 w 31"/>
                  <a:gd name="T5" fmla="*/ 25 h 25"/>
                  <a:gd name="T6" fmla="*/ 0 w 31"/>
                  <a:gd name="T7" fmla="*/ 13 h 25"/>
                  <a:gd name="T8" fmla="*/ 16 w 31"/>
                  <a:gd name="T9" fmla="*/ 0 h 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1" h="25">
                    <a:moveTo>
                      <a:pt x="16" y="0"/>
                    </a:moveTo>
                    <a:lnTo>
                      <a:pt x="31" y="13"/>
                    </a:lnTo>
                    <a:lnTo>
                      <a:pt x="16" y="25"/>
                    </a:lnTo>
                    <a:lnTo>
                      <a:pt x="0" y="13"/>
                    </a:lnTo>
                    <a:lnTo>
                      <a:pt x="16" y="0"/>
                    </a:lnTo>
                    <a:close/>
                  </a:path>
                </a:pathLst>
              </a:custGeom>
              <a:noFill/>
              <a:ln w="7938">
                <a:solidFill>
                  <a:schemeClr val="hlink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008000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60" name="Freeform 361">
                <a:extLst>
                  <a:ext uri="{FF2B5EF4-FFF2-40B4-BE49-F238E27FC236}">
                    <a16:creationId xmlns:a16="http://schemas.microsoft.com/office/drawing/2014/main" id="{75245FC3-C372-2008-98EC-841507D6A53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90" y="2891"/>
                <a:ext cx="32" cy="26"/>
              </a:xfrm>
              <a:custGeom>
                <a:avLst/>
                <a:gdLst>
                  <a:gd name="T0" fmla="*/ 16 w 32"/>
                  <a:gd name="T1" fmla="*/ 0 h 26"/>
                  <a:gd name="T2" fmla="*/ 32 w 32"/>
                  <a:gd name="T3" fmla="*/ 13 h 26"/>
                  <a:gd name="T4" fmla="*/ 16 w 32"/>
                  <a:gd name="T5" fmla="*/ 26 h 26"/>
                  <a:gd name="T6" fmla="*/ 0 w 32"/>
                  <a:gd name="T7" fmla="*/ 13 h 26"/>
                  <a:gd name="T8" fmla="*/ 16 w 32"/>
                  <a:gd name="T9" fmla="*/ 0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2" h="26">
                    <a:moveTo>
                      <a:pt x="16" y="0"/>
                    </a:moveTo>
                    <a:lnTo>
                      <a:pt x="32" y="13"/>
                    </a:lnTo>
                    <a:lnTo>
                      <a:pt x="16" y="26"/>
                    </a:lnTo>
                    <a:lnTo>
                      <a:pt x="0" y="13"/>
                    </a:lnTo>
                    <a:lnTo>
                      <a:pt x="16" y="0"/>
                    </a:lnTo>
                    <a:close/>
                  </a:path>
                </a:pathLst>
              </a:custGeom>
              <a:noFill/>
              <a:ln w="7938">
                <a:solidFill>
                  <a:schemeClr val="hlink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008000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61" name="Freeform 362">
                <a:extLst>
                  <a:ext uri="{FF2B5EF4-FFF2-40B4-BE49-F238E27FC236}">
                    <a16:creationId xmlns:a16="http://schemas.microsoft.com/office/drawing/2014/main" id="{3A14722F-473B-71FD-BFD9-A47100586A5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96" y="2913"/>
                <a:ext cx="31" cy="25"/>
              </a:xfrm>
              <a:custGeom>
                <a:avLst/>
                <a:gdLst>
                  <a:gd name="T0" fmla="*/ 15 w 31"/>
                  <a:gd name="T1" fmla="*/ 0 h 25"/>
                  <a:gd name="T2" fmla="*/ 31 w 31"/>
                  <a:gd name="T3" fmla="*/ 12 h 25"/>
                  <a:gd name="T4" fmla="*/ 15 w 31"/>
                  <a:gd name="T5" fmla="*/ 25 h 25"/>
                  <a:gd name="T6" fmla="*/ 0 w 31"/>
                  <a:gd name="T7" fmla="*/ 12 h 25"/>
                  <a:gd name="T8" fmla="*/ 15 w 31"/>
                  <a:gd name="T9" fmla="*/ 0 h 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1" h="25">
                    <a:moveTo>
                      <a:pt x="15" y="0"/>
                    </a:moveTo>
                    <a:lnTo>
                      <a:pt x="31" y="12"/>
                    </a:lnTo>
                    <a:lnTo>
                      <a:pt x="15" y="25"/>
                    </a:lnTo>
                    <a:lnTo>
                      <a:pt x="0" y="12"/>
                    </a:lnTo>
                    <a:lnTo>
                      <a:pt x="15" y="0"/>
                    </a:lnTo>
                    <a:close/>
                  </a:path>
                </a:pathLst>
              </a:custGeom>
              <a:noFill/>
              <a:ln w="7938">
                <a:solidFill>
                  <a:schemeClr val="hlink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008000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62" name="Freeform 363">
                <a:extLst>
                  <a:ext uri="{FF2B5EF4-FFF2-40B4-BE49-F238E27FC236}">
                    <a16:creationId xmlns:a16="http://schemas.microsoft.com/office/drawing/2014/main" id="{A8B42106-E7BC-41F0-522D-49D15CBF8CA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06" y="2891"/>
                <a:ext cx="32" cy="26"/>
              </a:xfrm>
              <a:custGeom>
                <a:avLst/>
                <a:gdLst>
                  <a:gd name="T0" fmla="*/ 16 w 32"/>
                  <a:gd name="T1" fmla="*/ 0 h 26"/>
                  <a:gd name="T2" fmla="*/ 32 w 32"/>
                  <a:gd name="T3" fmla="*/ 13 h 26"/>
                  <a:gd name="T4" fmla="*/ 16 w 32"/>
                  <a:gd name="T5" fmla="*/ 26 h 26"/>
                  <a:gd name="T6" fmla="*/ 0 w 32"/>
                  <a:gd name="T7" fmla="*/ 13 h 26"/>
                  <a:gd name="T8" fmla="*/ 16 w 32"/>
                  <a:gd name="T9" fmla="*/ 0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2" h="26">
                    <a:moveTo>
                      <a:pt x="16" y="0"/>
                    </a:moveTo>
                    <a:lnTo>
                      <a:pt x="32" y="13"/>
                    </a:lnTo>
                    <a:lnTo>
                      <a:pt x="16" y="26"/>
                    </a:lnTo>
                    <a:lnTo>
                      <a:pt x="0" y="13"/>
                    </a:lnTo>
                    <a:lnTo>
                      <a:pt x="16" y="0"/>
                    </a:lnTo>
                    <a:close/>
                  </a:path>
                </a:pathLst>
              </a:custGeom>
              <a:noFill/>
              <a:ln w="7938">
                <a:solidFill>
                  <a:schemeClr val="hlink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008000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63" name="Freeform 364">
                <a:extLst>
                  <a:ext uri="{FF2B5EF4-FFF2-40B4-BE49-F238E27FC236}">
                    <a16:creationId xmlns:a16="http://schemas.microsoft.com/office/drawing/2014/main" id="{7F2FF42E-CA91-EC74-AD44-E097871740F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11" y="2925"/>
                <a:ext cx="32" cy="26"/>
              </a:xfrm>
              <a:custGeom>
                <a:avLst/>
                <a:gdLst>
                  <a:gd name="T0" fmla="*/ 16 w 32"/>
                  <a:gd name="T1" fmla="*/ 0 h 26"/>
                  <a:gd name="T2" fmla="*/ 32 w 32"/>
                  <a:gd name="T3" fmla="*/ 13 h 26"/>
                  <a:gd name="T4" fmla="*/ 16 w 32"/>
                  <a:gd name="T5" fmla="*/ 26 h 26"/>
                  <a:gd name="T6" fmla="*/ 0 w 32"/>
                  <a:gd name="T7" fmla="*/ 13 h 26"/>
                  <a:gd name="T8" fmla="*/ 16 w 32"/>
                  <a:gd name="T9" fmla="*/ 0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2" h="26">
                    <a:moveTo>
                      <a:pt x="16" y="0"/>
                    </a:moveTo>
                    <a:lnTo>
                      <a:pt x="32" y="13"/>
                    </a:lnTo>
                    <a:lnTo>
                      <a:pt x="16" y="26"/>
                    </a:lnTo>
                    <a:lnTo>
                      <a:pt x="0" y="13"/>
                    </a:lnTo>
                    <a:lnTo>
                      <a:pt x="16" y="0"/>
                    </a:lnTo>
                    <a:close/>
                  </a:path>
                </a:pathLst>
              </a:custGeom>
              <a:noFill/>
              <a:ln w="7938">
                <a:solidFill>
                  <a:schemeClr val="hlink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008000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64" name="Freeform 365">
                <a:extLst>
                  <a:ext uri="{FF2B5EF4-FFF2-40B4-BE49-F238E27FC236}">
                    <a16:creationId xmlns:a16="http://schemas.microsoft.com/office/drawing/2014/main" id="{8690D667-8FDD-4ACA-855B-2692C81121F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22" y="2820"/>
                <a:ext cx="32" cy="25"/>
              </a:xfrm>
              <a:custGeom>
                <a:avLst/>
                <a:gdLst>
                  <a:gd name="T0" fmla="*/ 16 w 32"/>
                  <a:gd name="T1" fmla="*/ 0 h 25"/>
                  <a:gd name="T2" fmla="*/ 32 w 32"/>
                  <a:gd name="T3" fmla="*/ 12 h 25"/>
                  <a:gd name="T4" fmla="*/ 16 w 32"/>
                  <a:gd name="T5" fmla="*/ 25 h 25"/>
                  <a:gd name="T6" fmla="*/ 0 w 32"/>
                  <a:gd name="T7" fmla="*/ 12 h 25"/>
                  <a:gd name="T8" fmla="*/ 16 w 32"/>
                  <a:gd name="T9" fmla="*/ 0 h 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2" h="25">
                    <a:moveTo>
                      <a:pt x="16" y="0"/>
                    </a:moveTo>
                    <a:lnTo>
                      <a:pt x="32" y="12"/>
                    </a:lnTo>
                    <a:lnTo>
                      <a:pt x="16" y="25"/>
                    </a:lnTo>
                    <a:lnTo>
                      <a:pt x="0" y="12"/>
                    </a:lnTo>
                    <a:lnTo>
                      <a:pt x="16" y="0"/>
                    </a:lnTo>
                    <a:close/>
                  </a:path>
                </a:pathLst>
              </a:custGeom>
              <a:noFill/>
              <a:ln w="7938">
                <a:solidFill>
                  <a:schemeClr val="hlink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008000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65" name="Freeform 366">
                <a:extLst>
                  <a:ext uri="{FF2B5EF4-FFF2-40B4-BE49-F238E27FC236}">
                    <a16:creationId xmlns:a16="http://schemas.microsoft.com/office/drawing/2014/main" id="{D8B7CA12-FE9C-2E80-CA36-95E362AB0EB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33" y="3044"/>
                <a:ext cx="32" cy="25"/>
              </a:xfrm>
              <a:custGeom>
                <a:avLst/>
                <a:gdLst>
                  <a:gd name="T0" fmla="*/ 16 w 32"/>
                  <a:gd name="T1" fmla="*/ 0 h 25"/>
                  <a:gd name="T2" fmla="*/ 32 w 32"/>
                  <a:gd name="T3" fmla="*/ 12 h 25"/>
                  <a:gd name="T4" fmla="*/ 16 w 32"/>
                  <a:gd name="T5" fmla="*/ 25 h 25"/>
                  <a:gd name="T6" fmla="*/ 0 w 32"/>
                  <a:gd name="T7" fmla="*/ 12 h 25"/>
                  <a:gd name="T8" fmla="*/ 16 w 32"/>
                  <a:gd name="T9" fmla="*/ 0 h 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2" h="25">
                    <a:moveTo>
                      <a:pt x="16" y="0"/>
                    </a:moveTo>
                    <a:lnTo>
                      <a:pt x="32" y="12"/>
                    </a:lnTo>
                    <a:lnTo>
                      <a:pt x="16" y="25"/>
                    </a:lnTo>
                    <a:lnTo>
                      <a:pt x="0" y="12"/>
                    </a:lnTo>
                    <a:lnTo>
                      <a:pt x="16" y="0"/>
                    </a:lnTo>
                    <a:close/>
                  </a:path>
                </a:pathLst>
              </a:custGeom>
              <a:noFill/>
              <a:ln w="7938">
                <a:solidFill>
                  <a:schemeClr val="hlink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008000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66" name="Freeform 367">
                <a:extLst>
                  <a:ext uri="{FF2B5EF4-FFF2-40B4-BE49-F238E27FC236}">
                    <a16:creationId xmlns:a16="http://schemas.microsoft.com/office/drawing/2014/main" id="{4BC7C21F-B34F-2C69-604B-55FBCB9529F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38" y="2913"/>
                <a:ext cx="32" cy="25"/>
              </a:xfrm>
              <a:custGeom>
                <a:avLst/>
                <a:gdLst>
                  <a:gd name="T0" fmla="*/ 16 w 32"/>
                  <a:gd name="T1" fmla="*/ 0 h 25"/>
                  <a:gd name="T2" fmla="*/ 32 w 32"/>
                  <a:gd name="T3" fmla="*/ 12 h 25"/>
                  <a:gd name="T4" fmla="*/ 16 w 32"/>
                  <a:gd name="T5" fmla="*/ 25 h 25"/>
                  <a:gd name="T6" fmla="*/ 0 w 32"/>
                  <a:gd name="T7" fmla="*/ 12 h 25"/>
                  <a:gd name="T8" fmla="*/ 16 w 32"/>
                  <a:gd name="T9" fmla="*/ 0 h 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2" h="25">
                    <a:moveTo>
                      <a:pt x="16" y="0"/>
                    </a:moveTo>
                    <a:lnTo>
                      <a:pt x="32" y="12"/>
                    </a:lnTo>
                    <a:lnTo>
                      <a:pt x="16" y="25"/>
                    </a:lnTo>
                    <a:lnTo>
                      <a:pt x="0" y="12"/>
                    </a:lnTo>
                    <a:lnTo>
                      <a:pt x="16" y="0"/>
                    </a:lnTo>
                    <a:close/>
                  </a:path>
                </a:pathLst>
              </a:custGeom>
              <a:noFill/>
              <a:ln w="7938">
                <a:solidFill>
                  <a:schemeClr val="hlink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008000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67" name="Freeform 368">
                <a:extLst>
                  <a:ext uri="{FF2B5EF4-FFF2-40B4-BE49-F238E27FC236}">
                    <a16:creationId xmlns:a16="http://schemas.microsoft.com/office/drawing/2014/main" id="{417CC3DC-2F10-1603-872E-B0F4E9CE6B0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49" y="2849"/>
                <a:ext cx="32" cy="26"/>
              </a:xfrm>
              <a:custGeom>
                <a:avLst/>
                <a:gdLst>
                  <a:gd name="T0" fmla="*/ 16 w 32"/>
                  <a:gd name="T1" fmla="*/ 0 h 26"/>
                  <a:gd name="T2" fmla="*/ 32 w 32"/>
                  <a:gd name="T3" fmla="*/ 13 h 26"/>
                  <a:gd name="T4" fmla="*/ 16 w 32"/>
                  <a:gd name="T5" fmla="*/ 26 h 26"/>
                  <a:gd name="T6" fmla="*/ 0 w 32"/>
                  <a:gd name="T7" fmla="*/ 13 h 26"/>
                  <a:gd name="T8" fmla="*/ 16 w 32"/>
                  <a:gd name="T9" fmla="*/ 0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2" h="26">
                    <a:moveTo>
                      <a:pt x="16" y="0"/>
                    </a:moveTo>
                    <a:lnTo>
                      <a:pt x="32" y="13"/>
                    </a:lnTo>
                    <a:lnTo>
                      <a:pt x="16" y="26"/>
                    </a:lnTo>
                    <a:lnTo>
                      <a:pt x="0" y="13"/>
                    </a:lnTo>
                    <a:lnTo>
                      <a:pt x="16" y="0"/>
                    </a:lnTo>
                    <a:close/>
                  </a:path>
                </a:pathLst>
              </a:custGeom>
              <a:noFill/>
              <a:ln w="7938">
                <a:solidFill>
                  <a:schemeClr val="hlink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008000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68" name="Freeform 369">
                <a:extLst>
                  <a:ext uri="{FF2B5EF4-FFF2-40B4-BE49-F238E27FC236}">
                    <a16:creationId xmlns:a16="http://schemas.microsoft.com/office/drawing/2014/main" id="{0AB01C2B-9B46-B781-88F2-4DC9AFFED99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54" y="2866"/>
                <a:ext cx="32" cy="25"/>
              </a:xfrm>
              <a:custGeom>
                <a:avLst/>
                <a:gdLst>
                  <a:gd name="T0" fmla="*/ 16 w 32"/>
                  <a:gd name="T1" fmla="*/ 0 h 25"/>
                  <a:gd name="T2" fmla="*/ 32 w 32"/>
                  <a:gd name="T3" fmla="*/ 13 h 25"/>
                  <a:gd name="T4" fmla="*/ 16 w 32"/>
                  <a:gd name="T5" fmla="*/ 25 h 25"/>
                  <a:gd name="T6" fmla="*/ 0 w 32"/>
                  <a:gd name="T7" fmla="*/ 13 h 25"/>
                  <a:gd name="T8" fmla="*/ 16 w 32"/>
                  <a:gd name="T9" fmla="*/ 0 h 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2" h="25">
                    <a:moveTo>
                      <a:pt x="16" y="0"/>
                    </a:moveTo>
                    <a:lnTo>
                      <a:pt x="32" y="13"/>
                    </a:lnTo>
                    <a:lnTo>
                      <a:pt x="16" y="25"/>
                    </a:lnTo>
                    <a:lnTo>
                      <a:pt x="0" y="13"/>
                    </a:lnTo>
                    <a:lnTo>
                      <a:pt x="16" y="0"/>
                    </a:lnTo>
                    <a:close/>
                  </a:path>
                </a:pathLst>
              </a:custGeom>
              <a:noFill/>
              <a:ln w="7938">
                <a:solidFill>
                  <a:schemeClr val="hlink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008000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69" name="Freeform 370">
                <a:extLst>
                  <a:ext uri="{FF2B5EF4-FFF2-40B4-BE49-F238E27FC236}">
                    <a16:creationId xmlns:a16="http://schemas.microsoft.com/office/drawing/2014/main" id="{92630014-F013-E136-C2FE-AB3DC51E9DF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65" y="2828"/>
                <a:ext cx="32" cy="25"/>
              </a:xfrm>
              <a:custGeom>
                <a:avLst/>
                <a:gdLst>
                  <a:gd name="T0" fmla="*/ 16 w 32"/>
                  <a:gd name="T1" fmla="*/ 0 h 25"/>
                  <a:gd name="T2" fmla="*/ 32 w 32"/>
                  <a:gd name="T3" fmla="*/ 13 h 25"/>
                  <a:gd name="T4" fmla="*/ 16 w 32"/>
                  <a:gd name="T5" fmla="*/ 25 h 25"/>
                  <a:gd name="T6" fmla="*/ 0 w 32"/>
                  <a:gd name="T7" fmla="*/ 13 h 25"/>
                  <a:gd name="T8" fmla="*/ 16 w 32"/>
                  <a:gd name="T9" fmla="*/ 0 h 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2" h="25">
                    <a:moveTo>
                      <a:pt x="16" y="0"/>
                    </a:moveTo>
                    <a:lnTo>
                      <a:pt x="32" y="13"/>
                    </a:lnTo>
                    <a:lnTo>
                      <a:pt x="16" y="25"/>
                    </a:lnTo>
                    <a:lnTo>
                      <a:pt x="0" y="13"/>
                    </a:lnTo>
                    <a:lnTo>
                      <a:pt x="16" y="0"/>
                    </a:lnTo>
                    <a:close/>
                  </a:path>
                </a:pathLst>
              </a:custGeom>
              <a:noFill/>
              <a:ln w="7938">
                <a:solidFill>
                  <a:schemeClr val="hlink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008000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70" name="Freeform 371">
                <a:extLst>
                  <a:ext uri="{FF2B5EF4-FFF2-40B4-BE49-F238E27FC236}">
                    <a16:creationId xmlns:a16="http://schemas.microsoft.com/office/drawing/2014/main" id="{9F907622-436B-7583-0303-DD9A2F38D56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70" y="2904"/>
                <a:ext cx="32" cy="25"/>
              </a:xfrm>
              <a:custGeom>
                <a:avLst/>
                <a:gdLst>
                  <a:gd name="T0" fmla="*/ 16 w 32"/>
                  <a:gd name="T1" fmla="*/ 0 h 25"/>
                  <a:gd name="T2" fmla="*/ 32 w 32"/>
                  <a:gd name="T3" fmla="*/ 13 h 25"/>
                  <a:gd name="T4" fmla="*/ 16 w 32"/>
                  <a:gd name="T5" fmla="*/ 25 h 25"/>
                  <a:gd name="T6" fmla="*/ 0 w 32"/>
                  <a:gd name="T7" fmla="*/ 13 h 25"/>
                  <a:gd name="T8" fmla="*/ 16 w 32"/>
                  <a:gd name="T9" fmla="*/ 0 h 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2" h="25">
                    <a:moveTo>
                      <a:pt x="16" y="0"/>
                    </a:moveTo>
                    <a:lnTo>
                      <a:pt x="32" y="13"/>
                    </a:lnTo>
                    <a:lnTo>
                      <a:pt x="16" y="25"/>
                    </a:lnTo>
                    <a:lnTo>
                      <a:pt x="0" y="13"/>
                    </a:lnTo>
                    <a:lnTo>
                      <a:pt x="16" y="0"/>
                    </a:lnTo>
                    <a:close/>
                  </a:path>
                </a:pathLst>
              </a:custGeom>
              <a:noFill/>
              <a:ln w="7938">
                <a:solidFill>
                  <a:schemeClr val="hlink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008000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71" name="Freeform 372">
                <a:extLst>
                  <a:ext uri="{FF2B5EF4-FFF2-40B4-BE49-F238E27FC236}">
                    <a16:creationId xmlns:a16="http://schemas.microsoft.com/office/drawing/2014/main" id="{F8D92702-CB9F-C202-C116-DE4CAA85BA4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81" y="3031"/>
                <a:ext cx="32" cy="25"/>
              </a:xfrm>
              <a:custGeom>
                <a:avLst/>
                <a:gdLst>
                  <a:gd name="T0" fmla="*/ 16 w 32"/>
                  <a:gd name="T1" fmla="*/ 0 h 25"/>
                  <a:gd name="T2" fmla="*/ 32 w 32"/>
                  <a:gd name="T3" fmla="*/ 13 h 25"/>
                  <a:gd name="T4" fmla="*/ 16 w 32"/>
                  <a:gd name="T5" fmla="*/ 25 h 25"/>
                  <a:gd name="T6" fmla="*/ 0 w 32"/>
                  <a:gd name="T7" fmla="*/ 13 h 25"/>
                  <a:gd name="T8" fmla="*/ 16 w 32"/>
                  <a:gd name="T9" fmla="*/ 0 h 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2" h="25">
                    <a:moveTo>
                      <a:pt x="16" y="0"/>
                    </a:moveTo>
                    <a:lnTo>
                      <a:pt x="32" y="13"/>
                    </a:lnTo>
                    <a:lnTo>
                      <a:pt x="16" y="25"/>
                    </a:lnTo>
                    <a:lnTo>
                      <a:pt x="0" y="13"/>
                    </a:lnTo>
                    <a:lnTo>
                      <a:pt x="16" y="0"/>
                    </a:lnTo>
                    <a:close/>
                  </a:path>
                </a:pathLst>
              </a:custGeom>
              <a:noFill/>
              <a:ln w="7938">
                <a:solidFill>
                  <a:schemeClr val="hlink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008000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72" name="Freeform 373">
                <a:extLst>
                  <a:ext uri="{FF2B5EF4-FFF2-40B4-BE49-F238E27FC236}">
                    <a16:creationId xmlns:a16="http://schemas.microsoft.com/office/drawing/2014/main" id="{A815A83C-3A49-AD7A-5B3B-DA8D7097A06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86" y="3280"/>
                <a:ext cx="32" cy="26"/>
              </a:xfrm>
              <a:custGeom>
                <a:avLst/>
                <a:gdLst>
                  <a:gd name="T0" fmla="*/ 16 w 32"/>
                  <a:gd name="T1" fmla="*/ 0 h 26"/>
                  <a:gd name="T2" fmla="*/ 32 w 32"/>
                  <a:gd name="T3" fmla="*/ 13 h 26"/>
                  <a:gd name="T4" fmla="*/ 16 w 32"/>
                  <a:gd name="T5" fmla="*/ 26 h 26"/>
                  <a:gd name="T6" fmla="*/ 0 w 32"/>
                  <a:gd name="T7" fmla="*/ 13 h 26"/>
                  <a:gd name="T8" fmla="*/ 16 w 32"/>
                  <a:gd name="T9" fmla="*/ 0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2" h="26">
                    <a:moveTo>
                      <a:pt x="16" y="0"/>
                    </a:moveTo>
                    <a:lnTo>
                      <a:pt x="32" y="13"/>
                    </a:lnTo>
                    <a:lnTo>
                      <a:pt x="16" y="26"/>
                    </a:lnTo>
                    <a:lnTo>
                      <a:pt x="0" y="13"/>
                    </a:lnTo>
                    <a:lnTo>
                      <a:pt x="16" y="0"/>
                    </a:lnTo>
                    <a:close/>
                  </a:path>
                </a:pathLst>
              </a:custGeom>
              <a:noFill/>
              <a:ln w="7938">
                <a:solidFill>
                  <a:schemeClr val="hlink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008000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73" name="Freeform 374">
                <a:extLst>
                  <a:ext uri="{FF2B5EF4-FFF2-40B4-BE49-F238E27FC236}">
                    <a16:creationId xmlns:a16="http://schemas.microsoft.com/office/drawing/2014/main" id="{F3536972-BE66-8843-94D1-C7E5202B857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97" y="3048"/>
                <a:ext cx="31" cy="25"/>
              </a:xfrm>
              <a:custGeom>
                <a:avLst/>
                <a:gdLst>
                  <a:gd name="T0" fmla="*/ 16 w 31"/>
                  <a:gd name="T1" fmla="*/ 0 h 25"/>
                  <a:gd name="T2" fmla="*/ 31 w 31"/>
                  <a:gd name="T3" fmla="*/ 12 h 25"/>
                  <a:gd name="T4" fmla="*/ 16 w 31"/>
                  <a:gd name="T5" fmla="*/ 25 h 25"/>
                  <a:gd name="T6" fmla="*/ 0 w 31"/>
                  <a:gd name="T7" fmla="*/ 12 h 25"/>
                  <a:gd name="T8" fmla="*/ 16 w 31"/>
                  <a:gd name="T9" fmla="*/ 0 h 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1" h="25">
                    <a:moveTo>
                      <a:pt x="16" y="0"/>
                    </a:moveTo>
                    <a:lnTo>
                      <a:pt x="31" y="12"/>
                    </a:lnTo>
                    <a:lnTo>
                      <a:pt x="16" y="25"/>
                    </a:lnTo>
                    <a:lnTo>
                      <a:pt x="0" y="12"/>
                    </a:lnTo>
                    <a:lnTo>
                      <a:pt x="16" y="0"/>
                    </a:lnTo>
                    <a:close/>
                  </a:path>
                </a:pathLst>
              </a:custGeom>
              <a:noFill/>
              <a:ln w="7938">
                <a:solidFill>
                  <a:schemeClr val="hlink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008000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74" name="Freeform 375">
                <a:extLst>
                  <a:ext uri="{FF2B5EF4-FFF2-40B4-BE49-F238E27FC236}">
                    <a16:creationId xmlns:a16="http://schemas.microsoft.com/office/drawing/2014/main" id="{1BEE2571-E59B-24DB-AD96-2975DFE7434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07" y="2989"/>
                <a:ext cx="32" cy="25"/>
              </a:xfrm>
              <a:custGeom>
                <a:avLst/>
                <a:gdLst>
                  <a:gd name="T0" fmla="*/ 16 w 32"/>
                  <a:gd name="T1" fmla="*/ 0 h 25"/>
                  <a:gd name="T2" fmla="*/ 32 w 32"/>
                  <a:gd name="T3" fmla="*/ 12 h 25"/>
                  <a:gd name="T4" fmla="*/ 16 w 32"/>
                  <a:gd name="T5" fmla="*/ 25 h 25"/>
                  <a:gd name="T6" fmla="*/ 0 w 32"/>
                  <a:gd name="T7" fmla="*/ 12 h 25"/>
                  <a:gd name="T8" fmla="*/ 16 w 32"/>
                  <a:gd name="T9" fmla="*/ 0 h 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2" h="25">
                    <a:moveTo>
                      <a:pt x="16" y="0"/>
                    </a:moveTo>
                    <a:lnTo>
                      <a:pt x="32" y="12"/>
                    </a:lnTo>
                    <a:lnTo>
                      <a:pt x="16" y="25"/>
                    </a:lnTo>
                    <a:lnTo>
                      <a:pt x="0" y="12"/>
                    </a:lnTo>
                    <a:lnTo>
                      <a:pt x="16" y="0"/>
                    </a:lnTo>
                    <a:close/>
                  </a:path>
                </a:pathLst>
              </a:custGeom>
              <a:noFill/>
              <a:ln w="7938">
                <a:solidFill>
                  <a:schemeClr val="hlink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008000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75" name="Freeform 376">
                <a:extLst>
                  <a:ext uri="{FF2B5EF4-FFF2-40B4-BE49-F238E27FC236}">
                    <a16:creationId xmlns:a16="http://schemas.microsoft.com/office/drawing/2014/main" id="{BDC79EB9-FA1C-866E-A0BF-B62CC148F2D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13" y="2853"/>
                <a:ext cx="31" cy="26"/>
              </a:xfrm>
              <a:custGeom>
                <a:avLst/>
                <a:gdLst>
                  <a:gd name="T0" fmla="*/ 15 w 31"/>
                  <a:gd name="T1" fmla="*/ 0 h 26"/>
                  <a:gd name="T2" fmla="*/ 31 w 31"/>
                  <a:gd name="T3" fmla="*/ 13 h 26"/>
                  <a:gd name="T4" fmla="*/ 15 w 31"/>
                  <a:gd name="T5" fmla="*/ 26 h 26"/>
                  <a:gd name="T6" fmla="*/ 0 w 31"/>
                  <a:gd name="T7" fmla="*/ 13 h 26"/>
                  <a:gd name="T8" fmla="*/ 15 w 31"/>
                  <a:gd name="T9" fmla="*/ 0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1" h="26">
                    <a:moveTo>
                      <a:pt x="15" y="0"/>
                    </a:moveTo>
                    <a:lnTo>
                      <a:pt x="31" y="13"/>
                    </a:lnTo>
                    <a:lnTo>
                      <a:pt x="15" y="26"/>
                    </a:lnTo>
                    <a:lnTo>
                      <a:pt x="0" y="13"/>
                    </a:lnTo>
                    <a:lnTo>
                      <a:pt x="15" y="0"/>
                    </a:lnTo>
                    <a:close/>
                  </a:path>
                </a:pathLst>
              </a:custGeom>
              <a:noFill/>
              <a:ln w="7938">
                <a:solidFill>
                  <a:schemeClr val="hlink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008000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76" name="Freeform 377">
                <a:extLst>
                  <a:ext uri="{FF2B5EF4-FFF2-40B4-BE49-F238E27FC236}">
                    <a16:creationId xmlns:a16="http://schemas.microsoft.com/office/drawing/2014/main" id="{FE9F8867-CDEA-7343-7712-64A6C485072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23" y="2862"/>
                <a:ext cx="32" cy="25"/>
              </a:xfrm>
              <a:custGeom>
                <a:avLst/>
                <a:gdLst>
                  <a:gd name="T0" fmla="*/ 16 w 32"/>
                  <a:gd name="T1" fmla="*/ 0 h 25"/>
                  <a:gd name="T2" fmla="*/ 32 w 32"/>
                  <a:gd name="T3" fmla="*/ 13 h 25"/>
                  <a:gd name="T4" fmla="*/ 16 w 32"/>
                  <a:gd name="T5" fmla="*/ 25 h 25"/>
                  <a:gd name="T6" fmla="*/ 0 w 32"/>
                  <a:gd name="T7" fmla="*/ 13 h 25"/>
                  <a:gd name="T8" fmla="*/ 16 w 32"/>
                  <a:gd name="T9" fmla="*/ 0 h 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2" h="25">
                    <a:moveTo>
                      <a:pt x="16" y="0"/>
                    </a:moveTo>
                    <a:lnTo>
                      <a:pt x="32" y="13"/>
                    </a:lnTo>
                    <a:lnTo>
                      <a:pt x="16" y="25"/>
                    </a:lnTo>
                    <a:lnTo>
                      <a:pt x="0" y="13"/>
                    </a:lnTo>
                    <a:lnTo>
                      <a:pt x="16" y="0"/>
                    </a:lnTo>
                    <a:close/>
                  </a:path>
                </a:pathLst>
              </a:custGeom>
              <a:noFill/>
              <a:ln w="7938">
                <a:solidFill>
                  <a:schemeClr val="hlink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008000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77" name="Freeform 378">
                <a:extLst>
                  <a:ext uri="{FF2B5EF4-FFF2-40B4-BE49-F238E27FC236}">
                    <a16:creationId xmlns:a16="http://schemas.microsoft.com/office/drawing/2014/main" id="{12506C23-2C44-52F4-8CB7-86048A9E9D2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28" y="2815"/>
                <a:ext cx="32" cy="26"/>
              </a:xfrm>
              <a:custGeom>
                <a:avLst/>
                <a:gdLst>
                  <a:gd name="T0" fmla="*/ 16 w 32"/>
                  <a:gd name="T1" fmla="*/ 0 h 26"/>
                  <a:gd name="T2" fmla="*/ 32 w 32"/>
                  <a:gd name="T3" fmla="*/ 13 h 26"/>
                  <a:gd name="T4" fmla="*/ 16 w 32"/>
                  <a:gd name="T5" fmla="*/ 26 h 26"/>
                  <a:gd name="T6" fmla="*/ 0 w 32"/>
                  <a:gd name="T7" fmla="*/ 13 h 26"/>
                  <a:gd name="T8" fmla="*/ 16 w 32"/>
                  <a:gd name="T9" fmla="*/ 0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2" h="26">
                    <a:moveTo>
                      <a:pt x="16" y="0"/>
                    </a:moveTo>
                    <a:lnTo>
                      <a:pt x="32" y="13"/>
                    </a:lnTo>
                    <a:lnTo>
                      <a:pt x="16" y="26"/>
                    </a:lnTo>
                    <a:lnTo>
                      <a:pt x="0" y="13"/>
                    </a:lnTo>
                    <a:lnTo>
                      <a:pt x="16" y="0"/>
                    </a:lnTo>
                    <a:close/>
                  </a:path>
                </a:pathLst>
              </a:custGeom>
              <a:noFill/>
              <a:ln w="7938">
                <a:solidFill>
                  <a:schemeClr val="hlink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008000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78" name="Freeform 379">
                <a:extLst>
                  <a:ext uri="{FF2B5EF4-FFF2-40B4-BE49-F238E27FC236}">
                    <a16:creationId xmlns:a16="http://schemas.microsoft.com/office/drawing/2014/main" id="{EFCCD972-9613-7450-57CA-3F729E610CE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39" y="3166"/>
                <a:ext cx="32" cy="25"/>
              </a:xfrm>
              <a:custGeom>
                <a:avLst/>
                <a:gdLst>
                  <a:gd name="T0" fmla="*/ 16 w 32"/>
                  <a:gd name="T1" fmla="*/ 0 h 25"/>
                  <a:gd name="T2" fmla="*/ 32 w 32"/>
                  <a:gd name="T3" fmla="*/ 13 h 25"/>
                  <a:gd name="T4" fmla="*/ 16 w 32"/>
                  <a:gd name="T5" fmla="*/ 25 h 25"/>
                  <a:gd name="T6" fmla="*/ 0 w 32"/>
                  <a:gd name="T7" fmla="*/ 13 h 25"/>
                  <a:gd name="T8" fmla="*/ 16 w 32"/>
                  <a:gd name="T9" fmla="*/ 0 h 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2" h="25">
                    <a:moveTo>
                      <a:pt x="16" y="0"/>
                    </a:moveTo>
                    <a:lnTo>
                      <a:pt x="32" y="13"/>
                    </a:lnTo>
                    <a:lnTo>
                      <a:pt x="16" y="25"/>
                    </a:lnTo>
                    <a:lnTo>
                      <a:pt x="0" y="13"/>
                    </a:lnTo>
                    <a:lnTo>
                      <a:pt x="16" y="0"/>
                    </a:lnTo>
                    <a:close/>
                  </a:path>
                </a:pathLst>
              </a:custGeom>
              <a:noFill/>
              <a:ln w="7938">
                <a:solidFill>
                  <a:schemeClr val="hlink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008000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79" name="Freeform 380">
                <a:extLst>
                  <a:ext uri="{FF2B5EF4-FFF2-40B4-BE49-F238E27FC236}">
                    <a16:creationId xmlns:a16="http://schemas.microsoft.com/office/drawing/2014/main" id="{00F8C327-A45F-5955-AACC-0BF86571AF1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44" y="3022"/>
                <a:ext cx="32" cy="26"/>
              </a:xfrm>
              <a:custGeom>
                <a:avLst/>
                <a:gdLst>
                  <a:gd name="T0" fmla="*/ 16 w 32"/>
                  <a:gd name="T1" fmla="*/ 0 h 26"/>
                  <a:gd name="T2" fmla="*/ 32 w 32"/>
                  <a:gd name="T3" fmla="*/ 13 h 26"/>
                  <a:gd name="T4" fmla="*/ 16 w 32"/>
                  <a:gd name="T5" fmla="*/ 26 h 26"/>
                  <a:gd name="T6" fmla="*/ 0 w 32"/>
                  <a:gd name="T7" fmla="*/ 13 h 26"/>
                  <a:gd name="T8" fmla="*/ 16 w 32"/>
                  <a:gd name="T9" fmla="*/ 0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2" h="26">
                    <a:moveTo>
                      <a:pt x="16" y="0"/>
                    </a:moveTo>
                    <a:lnTo>
                      <a:pt x="32" y="13"/>
                    </a:lnTo>
                    <a:lnTo>
                      <a:pt x="16" y="26"/>
                    </a:lnTo>
                    <a:lnTo>
                      <a:pt x="0" y="13"/>
                    </a:lnTo>
                    <a:lnTo>
                      <a:pt x="16" y="0"/>
                    </a:lnTo>
                    <a:close/>
                  </a:path>
                </a:pathLst>
              </a:custGeom>
              <a:noFill/>
              <a:ln w="7938">
                <a:solidFill>
                  <a:schemeClr val="hlink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008000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80" name="Freeform 381">
                <a:extLst>
                  <a:ext uri="{FF2B5EF4-FFF2-40B4-BE49-F238E27FC236}">
                    <a16:creationId xmlns:a16="http://schemas.microsoft.com/office/drawing/2014/main" id="{124CDED2-6022-C182-A9B8-3B8019FB651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55" y="2883"/>
                <a:ext cx="32" cy="25"/>
              </a:xfrm>
              <a:custGeom>
                <a:avLst/>
                <a:gdLst>
                  <a:gd name="T0" fmla="*/ 16 w 32"/>
                  <a:gd name="T1" fmla="*/ 0 h 25"/>
                  <a:gd name="T2" fmla="*/ 32 w 32"/>
                  <a:gd name="T3" fmla="*/ 13 h 25"/>
                  <a:gd name="T4" fmla="*/ 16 w 32"/>
                  <a:gd name="T5" fmla="*/ 25 h 25"/>
                  <a:gd name="T6" fmla="*/ 0 w 32"/>
                  <a:gd name="T7" fmla="*/ 13 h 25"/>
                  <a:gd name="T8" fmla="*/ 16 w 32"/>
                  <a:gd name="T9" fmla="*/ 0 h 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2" h="25">
                    <a:moveTo>
                      <a:pt x="16" y="0"/>
                    </a:moveTo>
                    <a:lnTo>
                      <a:pt x="32" y="13"/>
                    </a:lnTo>
                    <a:lnTo>
                      <a:pt x="16" y="25"/>
                    </a:lnTo>
                    <a:lnTo>
                      <a:pt x="0" y="13"/>
                    </a:lnTo>
                    <a:lnTo>
                      <a:pt x="16" y="0"/>
                    </a:lnTo>
                    <a:close/>
                  </a:path>
                </a:pathLst>
              </a:custGeom>
              <a:noFill/>
              <a:ln w="7938">
                <a:solidFill>
                  <a:schemeClr val="hlink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008000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81" name="Freeform 382">
                <a:extLst>
                  <a:ext uri="{FF2B5EF4-FFF2-40B4-BE49-F238E27FC236}">
                    <a16:creationId xmlns:a16="http://schemas.microsoft.com/office/drawing/2014/main" id="{278AF140-93D5-1425-3F44-FBBA0AA4239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60" y="2997"/>
                <a:ext cx="32" cy="25"/>
              </a:xfrm>
              <a:custGeom>
                <a:avLst/>
                <a:gdLst>
                  <a:gd name="T0" fmla="*/ 16 w 32"/>
                  <a:gd name="T1" fmla="*/ 0 h 25"/>
                  <a:gd name="T2" fmla="*/ 32 w 32"/>
                  <a:gd name="T3" fmla="*/ 13 h 25"/>
                  <a:gd name="T4" fmla="*/ 16 w 32"/>
                  <a:gd name="T5" fmla="*/ 25 h 25"/>
                  <a:gd name="T6" fmla="*/ 0 w 32"/>
                  <a:gd name="T7" fmla="*/ 13 h 25"/>
                  <a:gd name="T8" fmla="*/ 16 w 32"/>
                  <a:gd name="T9" fmla="*/ 0 h 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2" h="25">
                    <a:moveTo>
                      <a:pt x="16" y="0"/>
                    </a:moveTo>
                    <a:lnTo>
                      <a:pt x="32" y="13"/>
                    </a:lnTo>
                    <a:lnTo>
                      <a:pt x="16" y="25"/>
                    </a:lnTo>
                    <a:lnTo>
                      <a:pt x="0" y="13"/>
                    </a:lnTo>
                    <a:lnTo>
                      <a:pt x="16" y="0"/>
                    </a:lnTo>
                    <a:close/>
                  </a:path>
                </a:pathLst>
              </a:custGeom>
              <a:noFill/>
              <a:ln w="7938">
                <a:solidFill>
                  <a:schemeClr val="hlink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008000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82" name="Freeform 383">
                <a:extLst>
                  <a:ext uri="{FF2B5EF4-FFF2-40B4-BE49-F238E27FC236}">
                    <a16:creationId xmlns:a16="http://schemas.microsoft.com/office/drawing/2014/main" id="{F9A5CA7F-8B47-466A-8FF7-59D41C84CB2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71" y="2989"/>
                <a:ext cx="32" cy="25"/>
              </a:xfrm>
              <a:custGeom>
                <a:avLst/>
                <a:gdLst>
                  <a:gd name="T0" fmla="*/ 16 w 32"/>
                  <a:gd name="T1" fmla="*/ 0 h 25"/>
                  <a:gd name="T2" fmla="*/ 32 w 32"/>
                  <a:gd name="T3" fmla="*/ 12 h 25"/>
                  <a:gd name="T4" fmla="*/ 16 w 32"/>
                  <a:gd name="T5" fmla="*/ 25 h 25"/>
                  <a:gd name="T6" fmla="*/ 0 w 32"/>
                  <a:gd name="T7" fmla="*/ 12 h 25"/>
                  <a:gd name="T8" fmla="*/ 16 w 32"/>
                  <a:gd name="T9" fmla="*/ 0 h 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2" h="25">
                    <a:moveTo>
                      <a:pt x="16" y="0"/>
                    </a:moveTo>
                    <a:lnTo>
                      <a:pt x="32" y="12"/>
                    </a:lnTo>
                    <a:lnTo>
                      <a:pt x="16" y="25"/>
                    </a:lnTo>
                    <a:lnTo>
                      <a:pt x="0" y="12"/>
                    </a:lnTo>
                    <a:lnTo>
                      <a:pt x="16" y="0"/>
                    </a:lnTo>
                    <a:close/>
                  </a:path>
                </a:pathLst>
              </a:custGeom>
              <a:noFill/>
              <a:ln w="7938">
                <a:solidFill>
                  <a:schemeClr val="hlink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008000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83" name="Freeform 384">
                <a:extLst>
                  <a:ext uri="{FF2B5EF4-FFF2-40B4-BE49-F238E27FC236}">
                    <a16:creationId xmlns:a16="http://schemas.microsoft.com/office/drawing/2014/main" id="{0361E6B3-6F41-EC19-9377-35FE0B25971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82" y="3094"/>
                <a:ext cx="32" cy="26"/>
              </a:xfrm>
              <a:custGeom>
                <a:avLst/>
                <a:gdLst>
                  <a:gd name="T0" fmla="*/ 16 w 32"/>
                  <a:gd name="T1" fmla="*/ 0 h 26"/>
                  <a:gd name="T2" fmla="*/ 32 w 32"/>
                  <a:gd name="T3" fmla="*/ 13 h 26"/>
                  <a:gd name="T4" fmla="*/ 16 w 32"/>
                  <a:gd name="T5" fmla="*/ 26 h 26"/>
                  <a:gd name="T6" fmla="*/ 0 w 32"/>
                  <a:gd name="T7" fmla="*/ 13 h 26"/>
                  <a:gd name="T8" fmla="*/ 16 w 32"/>
                  <a:gd name="T9" fmla="*/ 0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2" h="26">
                    <a:moveTo>
                      <a:pt x="16" y="0"/>
                    </a:moveTo>
                    <a:lnTo>
                      <a:pt x="32" y="13"/>
                    </a:lnTo>
                    <a:lnTo>
                      <a:pt x="16" y="26"/>
                    </a:lnTo>
                    <a:lnTo>
                      <a:pt x="0" y="13"/>
                    </a:lnTo>
                    <a:lnTo>
                      <a:pt x="16" y="0"/>
                    </a:lnTo>
                    <a:close/>
                  </a:path>
                </a:pathLst>
              </a:custGeom>
              <a:noFill/>
              <a:ln w="7938">
                <a:solidFill>
                  <a:schemeClr val="hlink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008000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84" name="Freeform 385">
                <a:extLst>
                  <a:ext uri="{FF2B5EF4-FFF2-40B4-BE49-F238E27FC236}">
                    <a16:creationId xmlns:a16="http://schemas.microsoft.com/office/drawing/2014/main" id="{98B2A82D-686D-DCD4-DF74-FDE6ABF4678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87" y="3483"/>
                <a:ext cx="32" cy="25"/>
              </a:xfrm>
              <a:custGeom>
                <a:avLst/>
                <a:gdLst>
                  <a:gd name="T0" fmla="*/ 16 w 32"/>
                  <a:gd name="T1" fmla="*/ 0 h 25"/>
                  <a:gd name="T2" fmla="*/ 32 w 32"/>
                  <a:gd name="T3" fmla="*/ 13 h 25"/>
                  <a:gd name="T4" fmla="*/ 16 w 32"/>
                  <a:gd name="T5" fmla="*/ 25 h 25"/>
                  <a:gd name="T6" fmla="*/ 0 w 32"/>
                  <a:gd name="T7" fmla="*/ 13 h 25"/>
                  <a:gd name="T8" fmla="*/ 16 w 32"/>
                  <a:gd name="T9" fmla="*/ 0 h 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2" h="25">
                    <a:moveTo>
                      <a:pt x="16" y="0"/>
                    </a:moveTo>
                    <a:lnTo>
                      <a:pt x="32" y="13"/>
                    </a:lnTo>
                    <a:lnTo>
                      <a:pt x="16" y="25"/>
                    </a:lnTo>
                    <a:lnTo>
                      <a:pt x="0" y="13"/>
                    </a:lnTo>
                    <a:lnTo>
                      <a:pt x="16" y="0"/>
                    </a:lnTo>
                    <a:close/>
                  </a:path>
                </a:pathLst>
              </a:custGeom>
              <a:noFill/>
              <a:ln w="7938">
                <a:solidFill>
                  <a:schemeClr val="hlink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008000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85" name="Freeform 386">
                <a:extLst>
                  <a:ext uri="{FF2B5EF4-FFF2-40B4-BE49-F238E27FC236}">
                    <a16:creationId xmlns:a16="http://schemas.microsoft.com/office/drawing/2014/main" id="{87418E5E-F5A1-4BEB-171B-24A038DE891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98" y="2879"/>
                <a:ext cx="31" cy="25"/>
              </a:xfrm>
              <a:custGeom>
                <a:avLst/>
                <a:gdLst>
                  <a:gd name="T0" fmla="*/ 16 w 31"/>
                  <a:gd name="T1" fmla="*/ 0 h 25"/>
                  <a:gd name="T2" fmla="*/ 31 w 31"/>
                  <a:gd name="T3" fmla="*/ 12 h 25"/>
                  <a:gd name="T4" fmla="*/ 16 w 31"/>
                  <a:gd name="T5" fmla="*/ 25 h 25"/>
                  <a:gd name="T6" fmla="*/ 0 w 31"/>
                  <a:gd name="T7" fmla="*/ 12 h 25"/>
                  <a:gd name="T8" fmla="*/ 16 w 31"/>
                  <a:gd name="T9" fmla="*/ 0 h 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1" h="25">
                    <a:moveTo>
                      <a:pt x="16" y="0"/>
                    </a:moveTo>
                    <a:lnTo>
                      <a:pt x="31" y="12"/>
                    </a:lnTo>
                    <a:lnTo>
                      <a:pt x="16" y="25"/>
                    </a:lnTo>
                    <a:lnTo>
                      <a:pt x="0" y="12"/>
                    </a:lnTo>
                    <a:lnTo>
                      <a:pt x="16" y="0"/>
                    </a:lnTo>
                    <a:close/>
                  </a:path>
                </a:pathLst>
              </a:custGeom>
              <a:noFill/>
              <a:ln w="7938">
                <a:solidFill>
                  <a:schemeClr val="hlink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008000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86" name="Freeform 387">
                <a:extLst>
                  <a:ext uri="{FF2B5EF4-FFF2-40B4-BE49-F238E27FC236}">
                    <a16:creationId xmlns:a16="http://schemas.microsoft.com/office/drawing/2014/main" id="{3D1879B3-38A8-95A1-DE0A-67B50503C2A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03" y="2925"/>
                <a:ext cx="32" cy="26"/>
              </a:xfrm>
              <a:custGeom>
                <a:avLst/>
                <a:gdLst>
                  <a:gd name="T0" fmla="*/ 16 w 32"/>
                  <a:gd name="T1" fmla="*/ 0 h 26"/>
                  <a:gd name="T2" fmla="*/ 32 w 32"/>
                  <a:gd name="T3" fmla="*/ 13 h 26"/>
                  <a:gd name="T4" fmla="*/ 16 w 32"/>
                  <a:gd name="T5" fmla="*/ 26 h 26"/>
                  <a:gd name="T6" fmla="*/ 0 w 32"/>
                  <a:gd name="T7" fmla="*/ 13 h 26"/>
                  <a:gd name="T8" fmla="*/ 16 w 32"/>
                  <a:gd name="T9" fmla="*/ 0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2" h="26">
                    <a:moveTo>
                      <a:pt x="16" y="0"/>
                    </a:moveTo>
                    <a:lnTo>
                      <a:pt x="32" y="13"/>
                    </a:lnTo>
                    <a:lnTo>
                      <a:pt x="16" y="26"/>
                    </a:lnTo>
                    <a:lnTo>
                      <a:pt x="0" y="13"/>
                    </a:lnTo>
                    <a:lnTo>
                      <a:pt x="16" y="0"/>
                    </a:lnTo>
                    <a:close/>
                  </a:path>
                </a:pathLst>
              </a:custGeom>
              <a:noFill/>
              <a:ln w="7938">
                <a:solidFill>
                  <a:schemeClr val="hlink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008000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87" name="Freeform 388">
                <a:extLst>
                  <a:ext uri="{FF2B5EF4-FFF2-40B4-BE49-F238E27FC236}">
                    <a16:creationId xmlns:a16="http://schemas.microsoft.com/office/drawing/2014/main" id="{028506C5-DEF6-616D-9207-B4C48BA6D4C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14" y="3090"/>
                <a:ext cx="31" cy="25"/>
              </a:xfrm>
              <a:custGeom>
                <a:avLst/>
                <a:gdLst>
                  <a:gd name="T0" fmla="*/ 15 w 31"/>
                  <a:gd name="T1" fmla="*/ 0 h 25"/>
                  <a:gd name="T2" fmla="*/ 31 w 31"/>
                  <a:gd name="T3" fmla="*/ 13 h 25"/>
                  <a:gd name="T4" fmla="*/ 15 w 31"/>
                  <a:gd name="T5" fmla="*/ 25 h 25"/>
                  <a:gd name="T6" fmla="*/ 0 w 31"/>
                  <a:gd name="T7" fmla="*/ 13 h 25"/>
                  <a:gd name="T8" fmla="*/ 15 w 31"/>
                  <a:gd name="T9" fmla="*/ 0 h 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1" h="25">
                    <a:moveTo>
                      <a:pt x="15" y="0"/>
                    </a:moveTo>
                    <a:lnTo>
                      <a:pt x="31" y="13"/>
                    </a:lnTo>
                    <a:lnTo>
                      <a:pt x="15" y="25"/>
                    </a:lnTo>
                    <a:lnTo>
                      <a:pt x="0" y="13"/>
                    </a:lnTo>
                    <a:lnTo>
                      <a:pt x="15" y="0"/>
                    </a:lnTo>
                    <a:close/>
                  </a:path>
                </a:pathLst>
              </a:custGeom>
              <a:noFill/>
              <a:ln w="7938">
                <a:solidFill>
                  <a:schemeClr val="hlink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008000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88" name="Freeform 389">
                <a:extLst>
                  <a:ext uri="{FF2B5EF4-FFF2-40B4-BE49-F238E27FC236}">
                    <a16:creationId xmlns:a16="http://schemas.microsoft.com/office/drawing/2014/main" id="{7C5D976F-260E-65A5-0DE2-9258C07CC00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19" y="2921"/>
                <a:ext cx="32" cy="25"/>
              </a:xfrm>
              <a:custGeom>
                <a:avLst/>
                <a:gdLst>
                  <a:gd name="T0" fmla="*/ 16 w 32"/>
                  <a:gd name="T1" fmla="*/ 0 h 25"/>
                  <a:gd name="T2" fmla="*/ 32 w 32"/>
                  <a:gd name="T3" fmla="*/ 13 h 25"/>
                  <a:gd name="T4" fmla="*/ 16 w 32"/>
                  <a:gd name="T5" fmla="*/ 25 h 25"/>
                  <a:gd name="T6" fmla="*/ 0 w 32"/>
                  <a:gd name="T7" fmla="*/ 13 h 25"/>
                  <a:gd name="T8" fmla="*/ 16 w 32"/>
                  <a:gd name="T9" fmla="*/ 0 h 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2" h="25">
                    <a:moveTo>
                      <a:pt x="16" y="0"/>
                    </a:moveTo>
                    <a:lnTo>
                      <a:pt x="32" y="13"/>
                    </a:lnTo>
                    <a:lnTo>
                      <a:pt x="16" y="25"/>
                    </a:lnTo>
                    <a:lnTo>
                      <a:pt x="0" y="13"/>
                    </a:lnTo>
                    <a:lnTo>
                      <a:pt x="16" y="0"/>
                    </a:lnTo>
                    <a:close/>
                  </a:path>
                </a:pathLst>
              </a:custGeom>
              <a:noFill/>
              <a:ln w="7938">
                <a:solidFill>
                  <a:schemeClr val="hlink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008000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89" name="Freeform 390">
                <a:extLst>
                  <a:ext uri="{FF2B5EF4-FFF2-40B4-BE49-F238E27FC236}">
                    <a16:creationId xmlns:a16="http://schemas.microsoft.com/office/drawing/2014/main" id="{9A2AEEF7-105F-FA11-C9DD-285CDABBDEE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29" y="2976"/>
                <a:ext cx="32" cy="25"/>
              </a:xfrm>
              <a:custGeom>
                <a:avLst/>
                <a:gdLst>
                  <a:gd name="T0" fmla="*/ 16 w 32"/>
                  <a:gd name="T1" fmla="*/ 0 h 25"/>
                  <a:gd name="T2" fmla="*/ 32 w 32"/>
                  <a:gd name="T3" fmla="*/ 13 h 25"/>
                  <a:gd name="T4" fmla="*/ 16 w 32"/>
                  <a:gd name="T5" fmla="*/ 25 h 25"/>
                  <a:gd name="T6" fmla="*/ 0 w 32"/>
                  <a:gd name="T7" fmla="*/ 13 h 25"/>
                  <a:gd name="T8" fmla="*/ 16 w 32"/>
                  <a:gd name="T9" fmla="*/ 0 h 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2" h="25">
                    <a:moveTo>
                      <a:pt x="16" y="0"/>
                    </a:moveTo>
                    <a:lnTo>
                      <a:pt x="32" y="13"/>
                    </a:lnTo>
                    <a:lnTo>
                      <a:pt x="16" y="25"/>
                    </a:lnTo>
                    <a:lnTo>
                      <a:pt x="0" y="13"/>
                    </a:lnTo>
                    <a:lnTo>
                      <a:pt x="16" y="0"/>
                    </a:lnTo>
                    <a:close/>
                  </a:path>
                </a:pathLst>
              </a:custGeom>
              <a:noFill/>
              <a:ln w="7938">
                <a:solidFill>
                  <a:schemeClr val="hlink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008000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90" name="Freeform 391">
                <a:extLst>
                  <a:ext uri="{FF2B5EF4-FFF2-40B4-BE49-F238E27FC236}">
                    <a16:creationId xmlns:a16="http://schemas.microsoft.com/office/drawing/2014/main" id="{FA22ADE7-D990-2C79-6C25-3689293DBFD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35" y="2938"/>
                <a:ext cx="32" cy="25"/>
              </a:xfrm>
              <a:custGeom>
                <a:avLst/>
                <a:gdLst>
                  <a:gd name="T0" fmla="*/ 16 w 32"/>
                  <a:gd name="T1" fmla="*/ 0 h 25"/>
                  <a:gd name="T2" fmla="*/ 32 w 32"/>
                  <a:gd name="T3" fmla="*/ 13 h 25"/>
                  <a:gd name="T4" fmla="*/ 16 w 32"/>
                  <a:gd name="T5" fmla="*/ 25 h 25"/>
                  <a:gd name="T6" fmla="*/ 0 w 32"/>
                  <a:gd name="T7" fmla="*/ 13 h 25"/>
                  <a:gd name="T8" fmla="*/ 16 w 32"/>
                  <a:gd name="T9" fmla="*/ 0 h 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2" h="25">
                    <a:moveTo>
                      <a:pt x="16" y="0"/>
                    </a:moveTo>
                    <a:lnTo>
                      <a:pt x="32" y="13"/>
                    </a:lnTo>
                    <a:lnTo>
                      <a:pt x="16" y="25"/>
                    </a:lnTo>
                    <a:lnTo>
                      <a:pt x="0" y="13"/>
                    </a:lnTo>
                    <a:lnTo>
                      <a:pt x="16" y="0"/>
                    </a:lnTo>
                    <a:close/>
                  </a:path>
                </a:pathLst>
              </a:custGeom>
              <a:noFill/>
              <a:ln w="7938">
                <a:solidFill>
                  <a:schemeClr val="hlink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008000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91" name="Freeform 392">
                <a:extLst>
                  <a:ext uri="{FF2B5EF4-FFF2-40B4-BE49-F238E27FC236}">
                    <a16:creationId xmlns:a16="http://schemas.microsoft.com/office/drawing/2014/main" id="{E2CD16F9-505A-96C9-6599-BCF922979FE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45" y="3022"/>
                <a:ext cx="32" cy="26"/>
              </a:xfrm>
              <a:custGeom>
                <a:avLst/>
                <a:gdLst>
                  <a:gd name="T0" fmla="*/ 16 w 32"/>
                  <a:gd name="T1" fmla="*/ 0 h 26"/>
                  <a:gd name="T2" fmla="*/ 32 w 32"/>
                  <a:gd name="T3" fmla="*/ 13 h 26"/>
                  <a:gd name="T4" fmla="*/ 16 w 32"/>
                  <a:gd name="T5" fmla="*/ 26 h 26"/>
                  <a:gd name="T6" fmla="*/ 0 w 32"/>
                  <a:gd name="T7" fmla="*/ 13 h 26"/>
                  <a:gd name="T8" fmla="*/ 16 w 32"/>
                  <a:gd name="T9" fmla="*/ 0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2" h="26">
                    <a:moveTo>
                      <a:pt x="16" y="0"/>
                    </a:moveTo>
                    <a:lnTo>
                      <a:pt x="32" y="13"/>
                    </a:lnTo>
                    <a:lnTo>
                      <a:pt x="16" y="26"/>
                    </a:lnTo>
                    <a:lnTo>
                      <a:pt x="0" y="13"/>
                    </a:lnTo>
                    <a:lnTo>
                      <a:pt x="16" y="0"/>
                    </a:lnTo>
                    <a:close/>
                  </a:path>
                </a:pathLst>
              </a:custGeom>
              <a:noFill/>
              <a:ln w="7938">
                <a:solidFill>
                  <a:schemeClr val="hlink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008000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92" name="Freeform 393">
                <a:extLst>
                  <a:ext uri="{FF2B5EF4-FFF2-40B4-BE49-F238E27FC236}">
                    <a16:creationId xmlns:a16="http://schemas.microsoft.com/office/drawing/2014/main" id="{42268BF8-5A04-9F6C-3DFF-8661F298C57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56" y="2955"/>
                <a:ext cx="32" cy="25"/>
              </a:xfrm>
              <a:custGeom>
                <a:avLst/>
                <a:gdLst>
                  <a:gd name="T0" fmla="*/ 16 w 32"/>
                  <a:gd name="T1" fmla="*/ 0 h 25"/>
                  <a:gd name="T2" fmla="*/ 32 w 32"/>
                  <a:gd name="T3" fmla="*/ 12 h 25"/>
                  <a:gd name="T4" fmla="*/ 16 w 32"/>
                  <a:gd name="T5" fmla="*/ 25 h 25"/>
                  <a:gd name="T6" fmla="*/ 0 w 32"/>
                  <a:gd name="T7" fmla="*/ 12 h 25"/>
                  <a:gd name="T8" fmla="*/ 16 w 32"/>
                  <a:gd name="T9" fmla="*/ 0 h 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2" h="25">
                    <a:moveTo>
                      <a:pt x="16" y="0"/>
                    </a:moveTo>
                    <a:lnTo>
                      <a:pt x="32" y="12"/>
                    </a:lnTo>
                    <a:lnTo>
                      <a:pt x="16" y="25"/>
                    </a:lnTo>
                    <a:lnTo>
                      <a:pt x="0" y="12"/>
                    </a:lnTo>
                    <a:lnTo>
                      <a:pt x="16" y="0"/>
                    </a:lnTo>
                    <a:close/>
                  </a:path>
                </a:pathLst>
              </a:custGeom>
              <a:noFill/>
              <a:ln w="7938">
                <a:solidFill>
                  <a:schemeClr val="hlink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008000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93" name="Freeform 394">
                <a:extLst>
                  <a:ext uri="{FF2B5EF4-FFF2-40B4-BE49-F238E27FC236}">
                    <a16:creationId xmlns:a16="http://schemas.microsoft.com/office/drawing/2014/main" id="{C4BE5688-DB91-E12C-8E81-0723F46554C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61" y="2883"/>
                <a:ext cx="32" cy="25"/>
              </a:xfrm>
              <a:custGeom>
                <a:avLst/>
                <a:gdLst>
                  <a:gd name="T0" fmla="*/ 16 w 32"/>
                  <a:gd name="T1" fmla="*/ 0 h 25"/>
                  <a:gd name="T2" fmla="*/ 32 w 32"/>
                  <a:gd name="T3" fmla="*/ 13 h 25"/>
                  <a:gd name="T4" fmla="*/ 16 w 32"/>
                  <a:gd name="T5" fmla="*/ 25 h 25"/>
                  <a:gd name="T6" fmla="*/ 0 w 32"/>
                  <a:gd name="T7" fmla="*/ 13 h 25"/>
                  <a:gd name="T8" fmla="*/ 16 w 32"/>
                  <a:gd name="T9" fmla="*/ 0 h 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2" h="25">
                    <a:moveTo>
                      <a:pt x="16" y="0"/>
                    </a:moveTo>
                    <a:lnTo>
                      <a:pt x="32" y="13"/>
                    </a:lnTo>
                    <a:lnTo>
                      <a:pt x="16" y="25"/>
                    </a:lnTo>
                    <a:lnTo>
                      <a:pt x="0" y="13"/>
                    </a:lnTo>
                    <a:lnTo>
                      <a:pt x="16" y="0"/>
                    </a:lnTo>
                    <a:close/>
                  </a:path>
                </a:pathLst>
              </a:custGeom>
              <a:noFill/>
              <a:ln w="7938">
                <a:solidFill>
                  <a:schemeClr val="hlink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008000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94" name="Freeform 395">
                <a:extLst>
                  <a:ext uri="{FF2B5EF4-FFF2-40B4-BE49-F238E27FC236}">
                    <a16:creationId xmlns:a16="http://schemas.microsoft.com/office/drawing/2014/main" id="{CB55B75C-8579-AFC4-7F0F-BD215DC9DB2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72" y="2929"/>
                <a:ext cx="32" cy="26"/>
              </a:xfrm>
              <a:custGeom>
                <a:avLst/>
                <a:gdLst>
                  <a:gd name="T0" fmla="*/ 16 w 32"/>
                  <a:gd name="T1" fmla="*/ 0 h 26"/>
                  <a:gd name="T2" fmla="*/ 32 w 32"/>
                  <a:gd name="T3" fmla="*/ 13 h 26"/>
                  <a:gd name="T4" fmla="*/ 16 w 32"/>
                  <a:gd name="T5" fmla="*/ 26 h 26"/>
                  <a:gd name="T6" fmla="*/ 0 w 32"/>
                  <a:gd name="T7" fmla="*/ 13 h 26"/>
                  <a:gd name="T8" fmla="*/ 16 w 32"/>
                  <a:gd name="T9" fmla="*/ 0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2" h="26">
                    <a:moveTo>
                      <a:pt x="16" y="0"/>
                    </a:moveTo>
                    <a:lnTo>
                      <a:pt x="32" y="13"/>
                    </a:lnTo>
                    <a:lnTo>
                      <a:pt x="16" y="26"/>
                    </a:lnTo>
                    <a:lnTo>
                      <a:pt x="0" y="13"/>
                    </a:lnTo>
                    <a:lnTo>
                      <a:pt x="16" y="0"/>
                    </a:lnTo>
                    <a:close/>
                  </a:path>
                </a:pathLst>
              </a:custGeom>
              <a:noFill/>
              <a:ln w="7938">
                <a:solidFill>
                  <a:schemeClr val="hlink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008000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95" name="Freeform 396">
                <a:extLst>
                  <a:ext uri="{FF2B5EF4-FFF2-40B4-BE49-F238E27FC236}">
                    <a16:creationId xmlns:a16="http://schemas.microsoft.com/office/drawing/2014/main" id="{16E11298-1200-ACA2-4AE4-5597D9AFC81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77" y="2917"/>
                <a:ext cx="32" cy="25"/>
              </a:xfrm>
              <a:custGeom>
                <a:avLst/>
                <a:gdLst>
                  <a:gd name="T0" fmla="*/ 16 w 32"/>
                  <a:gd name="T1" fmla="*/ 0 h 25"/>
                  <a:gd name="T2" fmla="*/ 32 w 32"/>
                  <a:gd name="T3" fmla="*/ 12 h 25"/>
                  <a:gd name="T4" fmla="*/ 16 w 32"/>
                  <a:gd name="T5" fmla="*/ 25 h 25"/>
                  <a:gd name="T6" fmla="*/ 0 w 32"/>
                  <a:gd name="T7" fmla="*/ 12 h 25"/>
                  <a:gd name="T8" fmla="*/ 16 w 32"/>
                  <a:gd name="T9" fmla="*/ 0 h 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2" h="25">
                    <a:moveTo>
                      <a:pt x="16" y="0"/>
                    </a:moveTo>
                    <a:lnTo>
                      <a:pt x="32" y="12"/>
                    </a:lnTo>
                    <a:lnTo>
                      <a:pt x="16" y="25"/>
                    </a:lnTo>
                    <a:lnTo>
                      <a:pt x="0" y="12"/>
                    </a:lnTo>
                    <a:lnTo>
                      <a:pt x="16" y="0"/>
                    </a:lnTo>
                    <a:close/>
                  </a:path>
                </a:pathLst>
              </a:custGeom>
              <a:noFill/>
              <a:ln w="7938">
                <a:solidFill>
                  <a:schemeClr val="hlink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008000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96" name="Freeform 397">
                <a:extLst>
                  <a:ext uri="{FF2B5EF4-FFF2-40B4-BE49-F238E27FC236}">
                    <a16:creationId xmlns:a16="http://schemas.microsoft.com/office/drawing/2014/main" id="{23A8A9AA-07A9-37D0-F2D9-2D7A82DA4E1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88" y="3005"/>
                <a:ext cx="32" cy="26"/>
              </a:xfrm>
              <a:custGeom>
                <a:avLst/>
                <a:gdLst>
                  <a:gd name="T0" fmla="*/ 16 w 32"/>
                  <a:gd name="T1" fmla="*/ 0 h 26"/>
                  <a:gd name="T2" fmla="*/ 32 w 32"/>
                  <a:gd name="T3" fmla="*/ 13 h 26"/>
                  <a:gd name="T4" fmla="*/ 16 w 32"/>
                  <a:gd name="T5" fmla="*/ 26 h 26"/>
                  <a:gd name="T6" fmla="*/ 0 w 32"/>
                  <a:gd name="T7" fmla="*/ 13 h 26"/>
                  <a:gd name="T8" fmla="*/ 16 w 32"/>
                  <a:gd name="T9" fmla="*/ 0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2" h="26">
                    <a:moveTo>
                      <a:pt x="16" y="0"/>
                    </a:moveTo>
                    <a:lnTo>
                      <a:pt x="32" y="13"/>
                    </a:lnTo>
                    <a:lnTo>
                      <a:pt x="16" y="26"/>
                    </a:lnTo>
                    <a:lnTo>
                      <a:pt x="0" y="13"/>
                    </a:lnTo>
                    <a:lnTo>
                      <a:pt x="16" y="0"/>
                    </a:lnTo>
                    <a:close/>
                  </a:path>
                </a:pathLst>
              </a:custGeom>
              <a:noFill/>
              <a:ln w="7938">
                <a:solidFill>
                  <a:schemeClr val="hlink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008000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97" name="Freeform 398">
                <a:extLst>
                  <a:ext uri="{FF2B5EF4-FFF2-40B4-BE49-F238E27FC236}">
                    <a16:creationId xmlns:a16="http://schemas.microsoft.com/office/drawing/2014/main" id="{1760A9BB-2FD5-0067-EC9A-3D7781F5B01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93" y="3022"/>
                <a:ext cx="32" cy="26"/>
              </a:xfrm>
              <a:custGeom>
                <a:avLst/>
                <a:gdLst>
                  <a:gd name="T0" fmla="*/ 16 w 32"/>
                  <a:gd name="T1" fmla="*/ 0 h 26"/>
                  <a:gd name="T2" fmla="*/ 32 w 32"/>
                  <a:gd name="T3" fmla="*/ 13 h 26"/>
                  <a:gd name="T4" fmla="*/ 16 w 32"/>
                  <a:gd name="T5" fmla="*/ 26 h 26"/>
                  <a:gd name="T6" fmla="*/ 0 w 32"/>
                  <a:gd name="T7" fmla="*/ 13 h 26"/>
                  <a:gd name="T8" fmla="*/ 16 w 32"/>
                  <a:gd name="T9" fmla="*/ 0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2" h="26">
                    <a:moveTo>
                      <a:pt x="16" y="0"/>
                    </a:moveTo>
                    <a:lnTo>
                      <a:pt x="32" y="13"/>
                    </a:lnTo>
                    <a:lnTo>
                      <a:pt x="16" y="26"/>
                    </a:lnTo>
                    <a:lnTo>
                      <a:pt x="0" y="13"/>
                    </a:lnTo>
                    <a:lnTo>
                      <a:pt x="16" y="0"/>
                    </a:lnTo>
                    <a:close/>
                  </a:path>
                </a:pathLst>
              </a:custGeom>
              <a:noFill/>
              <a:ln w="7938">
                <a:solidFill>
                  <a:schemeClr val="hlink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008000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98" name="Freeform 399">
                <a:extLst>
                  <a:ext uri="{FF2B5EF4-FFF2-40B4-BE49-F238E27FC236}">
                    <a16:creationId xmlns:a16="http://schemas.microsoft.com/office/drawing/2014/main" id="{FEC50780-4446-1F1A-6B8E-05E65175111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04" y="3010"/>
                <a:ext cx="32" cy="25"/>
              </a:xfrm>
              <a:custGeom>
                <a:avLst/>
                <a:gdLst>
                  <a:gd name="T0" fmla="*/ 16 w 32"/>
                  <a:gd name="T1" fmla="*/ 0 h 25"/>
                  <a:gd name="T2" fmla="*/ 32 w 32"/>
                  <a:gd name="T3" fmla="*/ 12 h 25"/>
                  <a:gd name="T4" fmla="*/ 16 w 32"/>
                  <a:gd name="T5" fmla="*/ 25 h 25"/>
                  <a:gd name="T6" fmla="*/ 0 w 32"/>
                  <a:gd name="T7" fmla="*/ 12 h 25"/>
                  <a:gd name="T8" fmla="*/ 16 w 32"/>
                  <a:gd name="T9" fmla="*/ 0 h 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2" h="25">
                    <a:moveTo>
                      <a:pt x="16" y="0"/>
                    </a:moveTo>
                    <a:lnTo>
                      <a:pt x="32" y="12"/>
                    </a:lnTo>
                    <a:lnTo>
                      <a:pt x="16" y="25"/>
                    </a:lnTo>
                    <a:lnTo>
                      <a:pt x="0" y="12"/>
                    </a:lnTo>
                    <a:lnTo>
                      <a:pt x="16" y="0"/>
                    </a:lnTo>
                    <a:close/>
                  </a:path>
                </a:pathLst>
              </a:custGeom>
              <a:noFill/>
              <a:ln w="7938">
                <a:solidFill>
                  <a:schemeClr val="hlink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008000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99" name="Freeform 400">
                <a:extLst>
                  <a:ext uri="{FF2B5EF4-FFF2-40B4-BE49-F238E27FC236}">
                    <a16:creationId xmlns:a16="http://schemas.microsoft.com/office/drawing/2014/main" id="{6A8658EE-2A46-AECB-1FBC-A8A346C1D0D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09" y="2938"/>
                <a:ext cx="32" cy="25"/>
              </a:xfrm>
              <a:custGeom>
                <a:avLst/>
                <a:gdLst>
                  <a:gd name="T0" fmla="*/ 16 w 32"/>
                  <a:gd name="T1" fmla="*/ 0 h 25"/>
                  <a:gd name="T2" fmla="*/ 32 w 32"/>
                  <a:gd name="T3" fmla="*/ 13 h 25"/>
                  <a:gd name="T4" fmla="*/ 16 w 32"/>
                  <a:gd name="T5" fmla="*/ 25 h 25"/>
                  <a:gd name="T6" fmla="*/ 0 w 32"/>
                  <a:gd name="T7" fmla="*/ 13 h 25"/>
                  <a:gd name="T8" fmla="*/ 16 w 32"/>
                  <a:gd name="T9" fmla="*/ 0 h 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2" h="25">
                    <a:moveTo>
                      <a:pt x="16" y="0"/>
                    </a:moveTo>
                    <a:lnTo>
                      <a:pt x="32" y="13"/>
                    </a:lnTo>
                    <a:lnTo>
                      <a:pt x="16" y="25"/>
                    </a:lnTo>
                    <a:lnTo>
                      <a:pt x="0" y="13"/>
                    </a:lnTo>
                    <a:lnTo>
                      <a:pt x="16" y="0"/>
                    </a:lnTo>
                    <a:close/>
                  </a:path>
                </a:pathLst>
              </a:custGeom>
              <a:noFill/>
              <a:ln w="7938">
                <a:solidFill>
                  <a:schemeClr val="hlink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008000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00" name="Freeform 401">
                <a:extLst>
                  <a:ext uri="{FF2B5EF4-FFF2-40B4-BE49-F238E27FC236}">
                    <a16:creationId xmlns:a16="http://schemas.microsoft.com/office/drawing/2014/main" id="{102402AA-C54E-1D0A-103F-F01122EC545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20" y="2946"/>
                <a:ext cx="32" cy="26"/>
              </a:xfrm>
              <a:custGeom>
                <a:avLst/>
                <a:gdLst>
                  <a:gd name="T0" fmla="*/ 16 w 32"/>
                  <a:gd name="T1" fmla="*/ 0 h 26"/>
                  <a:gd name="T2" fmla="*/ 32 w 32"/>
                  <a:gd name="T3" fmla="*/ 13 h 26"/>
                  <a:gd name="T4" fmla="*/ 16 w 32"/>
                  <a:gd name="T5" fmla="*/ 26 h 26"/>
                  <a:gd name="T6" fmla="*/ 0 w 32"/>
                  <a:gd name="T7" fmla="*/ 13 h 26"/>
                  <a:gd name="T8" fmla="*/ 16 w 32"/>
                  <a:gd name="T9" fmla="*/ 0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2" h="26">
                    <a:moveTo>
                      <a:pt x="16" y="0"/>
                    </a:moveTo>
                    <a:lnTo>
                      <a:pt x="32" y="13"/>
                    </a:lnTo>
                    <a:lnTo>
                      <a:pt x="16" y="26"/>
                    </a:lnTo>
                    <a:lnTo>
                      <a:pt x="0" y="13"/>
                    </a:lnTo>
                    <a:lnTo>
                      <a:pt x="16" y="0"/>
                    </a:lnTo>
                    <a:close/>
                  </a:path>
                </a:pathLst>
              </a:custGeom>
              <a:noFill/>
              <a:ln w="7938">
                <a:solidFill>
                  <a:schemeClr val="hlink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008000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01" name="Freeform 402">
                <a:extLst>
                  <a:ext uri="{FF2B5EF4-FFF2-40B4-BE49-F238E27FC236}">
                    <a16:creationId xmlns:a16="http://schemas.microsoft.com/office/drawing/2014/main" id="{0F4F14B0-DB8A-3210-0792-912FA1FDF5F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31" y="2858"/>
                <a:ext cx="31" cy="25"/>
              </a:xfrm>
              <a:custGeom>
                <a:avLst/>
                <a:gdLst>
                  <a:gd name="T0" fmla="*/ 15 w 31"/>
                  <a:gd name="T1" fmla="*/ 0 h 25"/>
                  <a:gd name="T2" fmla="*/ 31 w 31"/>
                  <a:gd name="T3" fmla="*/ 12 h 25"/>
                  <a:gd name="T4" fmla="*/ 15 w 31"/>
                  <a:gd name="T5" fmla="*/ 25 h 25"/>
                  <a:gd name="T6" fmla="*/ 0 w 31"/>
                  <a:gd name="T7" fmla="*/ 12 h 25"/>
                  <a:gd name="T8" fmla="*/ 15 w 31"/>
                  <a:gd name="T9" fmla="*/ 0 h 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1" h="25">
                    <a:moveTo>
                      <a:pt x="15" y="0"/>
                    </a:moveTo>
                    <a:lnTo>
                      <a:pt x="31" y="12"/>
                    </a:lnTo>
                    <a:lnTo>
                      <a:pt x="15" y="25"/>
                    </a:lnTo>
                    <a:lnTo>
                      <a:pt x="0" y="12"/>
                    </a:lnTo>
                    <a:lnTo>
                      <a:pt x="15" y="0"/>
                    </a:lnTo>
                    <a:close/>
                  </a:path>
                </a:pathLst>
              </a:custGeom>
              <a:noFill/>
              <a:ln w="7938">
                <a:solidFill>
                  <a:schemeClr val="hlink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008000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02" name="Freeform 403">
                <a:extLst>
                  <a:ext uri="{FF2B5EF4-FFF2-40B4-BE49-F238E27FC236}">
                    <a16:creationId xmlns:a16="http://schemas.microsoft.com/office/drawing/2014/main" id="{C223379D-FF80-D5D2-2CA1-4ECBEC7D696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36" y="2841"/>
                <a:ext cx="32" cy="25"/>
              </a:xfrm>
              <a:custGeom>
                <a:avLst/>
                <a:gdLst>
                  <a:gd name="T0" fmla="*/ 16 w 32"/>
                  <a:gd name="T1" fmla="*/ 0 h 25"/>
                  <a:gd name="T2" fmla="*/ 32 w 32"/>
                  <a:gd name="T3" fmla="*/ 12 h 25"/>
                  <a:gd name="T4" fmla="*/ 16 w 32"/>
                  <a:gd name="T5" fmla="*/ 25 h 25"/>
                  <a:gd name="T6" fmla="*/ 0 w 32"/>
                  <a:gd name="T7" fmla="*/ 12 h 25"/>
                  <a:gd name="T8" fmla="*/ 16 w 32"/>
                  <a:gd name="T9" fmla="*/ 0 h 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2" h="25">
                    <a:moveTo>
                      <a:pt x="16" y="0"/>
                    </a:moveTo>
                    <a:lnTo>
                      <a:pt x="32" y="12"/>
                    </a:lnTo>
                    <a:lnTo>
                      <a:pt x="16" y="25"/>
                    </a:lnTo>
                    <a:lnTo>
                      <a:pt x="0" y="12"/>
                    </a:lnTo>
                    <a:lnTo>
                      <a:pt x="16" y="0"/>
                    </a:lnTo>
                    <a:close/>
                  </a:path>
                </a:pathLst>
              </a:custGeom>
              <a:noFill/>
              <a:ln w="7938">
                <a:solidFill>
                  <a:schemeClr val="hlink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008000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03" name="Freeform 404">
                <a:extLst>
                  <a:ext uri="{FF2B5EF4-FFF2-40B4-BE49-F238E27FC236}">
                    <a16:creationId xmlns:a16="http://schemas.microsoft.com/office/drawing/2014/main" id="{8457D701-E19D-0E00-D9E7-59A688D19D5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46" y="2790"/>
                <a:ext cx="32" cy="25"/>
              </a:xfrm>
              <a:custGeom>
                <a:avLst/>
                <a:gdLst>
                  <a:gd name="T0" fmla="*/ 16 w 32"/>
                  <a:gd name="T1" fmla="*/ 0 h 25"/>
                  <a:gd name="T2" fmla="*/ 32 w 32"/>
                  <a:gd name="T3" fmla="*/ 13 h 25"/>
                  <a:gd name="T4" fmla="*/ 16 w 32"/>
                  <a:gd name="T5" fmla="*/ 25 h 25"/>
                  <a:gd name="T6" fmla="*/ 0 w 32"/>
                  <a:gd name="T7" fmla="*/ 13 h 25"/>
                  <a:gd name="T8" fmla="*/ 16 w 32"/>
                  <a:gd name="T9" fmla="*/ 0 h 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2" h="25">
                    <a:moveTo>
                      <a:pt x="16" y="0"/>
                    </a:moveTo>
                    <a:lnTo>
                      <a:pt x="32" y="13"/>
                    </a:lnTo>
                    <a:lnTo>
                      <a:pt x="16" y="25"/>
                    </a:lnTo>
                    <a:lnTo>
                      <a:pt x="0" y="13"/>
                    </a:lnTo>
                    <a:lnTo>
                      <a:pt x="16" y="0"/>
                    </a:lnTo>
                    <a:close/>
                  </a:path>
                </a:pathLst>
              </a:custGeom>
              <a:noFill/>
              <a:ln w="7938">
                <a:solidFill>
                  <a:schemeClr val="hlink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008000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04" name="Freeform 405">
                <a:extLst>
                  <a:ext uri="{FF2B5EF4-FFF2-40B4-BE49-F238E27FC236}">
                    <a16:creationId xmlns:a16="http://schemas.microsoft.com/office/drawing/2014/main" id="{730F245E-6306-CE3B-0D43-17FB24FDB89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52" y="2820"/>
                <a:ext cx="32" cy="25"/>
              </a:xfrm>
              <a:custGeom>
                <a:avLst/>
                <a:gdLst>
                  <a:gd name="T0" fmla="*/ 16 w 32"/>
                  <a:gd name="T1" fmla="*/ 0 h 25"/>
                  <a:gd name="T2" fmla="*/ 32 w 32"/>
                  <a:gd name="T3" fmla="*/ 12 h 25"/>
                  <a:gd name="T4" fmla="*/ 16 w 32"/>
                  <a:gd name="T5" fmla="*/ 25 h 25"/>
                  <a:gd name="T6" fmla="*/ 0 w 32"/>
                  <a:gd name="T7" fmla="*/ 12 h 25"/>
                  <a:gd name="T8" fmla="*/ 16 w 32"/>
                  <a:gd name="T9" fmla="*/ 0 h 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2" h="25">
                    <a:moveTo>
                      <a:pt x="16" y="0"/>
                    </a:moveTo>
                    <a:lnTo>
                      <a:pt x="32" y="12"/>
                    </a:lnTo>
                    <a:lnTo>
                      <a:pt x="16" y="25"/>
                    </a:lnTo>
                    <a:lnTo>
                      <a:pt x="0" y="12"/>
                    </a:lnTo>
                    <a:lnTo>
                      <a:pt x="16" y="0"/>
                    </a:lnTo>
                    <a:close/>
                  </a:path>
                </a:pathLst>
              </a:custGeom>
              <a:noFill/>
              <a:ln w="7938">
                <a:solidFill>
                  <a:schemeClr val="hlink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008000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05" name="Freeform 406">
                <a:extLst>
                  <a:ext uri="{FF2B5EF4-FFF2-40B4-BE49-F238E27FC236}">
                    <a16:creationId xmlns:a16="http://schemas.microsoft.com/office/drawing/2014/main" id="{B7E17827-F0AF-77A8-CC92-F8A95419FA0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62" y="2942"/>
                <a:ext cx="32" cy="25"/>
              </a:xfrm>
              <a:custGeom>
                <a:avLst/>
                <a:gdLst>
                  <a:gd name="T0" fmla="*/ 16 w 32"/>
                  <a:gd name="T1" fmla="*/ 0 h 25"/>
                  <a:gd name="T2" fmla="*/ 32 w 32"/>
                  <a:gd name="T3" fmla="*/ 13 h 25"/>
                  <a:gd name="T4" fmla="*/ 16 w 32"/>
                  <a:gd name="T5" fmla="*/ 25 h 25"/>
                  <a:gd name="T6" fmla="*/ 0 w 32"/>
                  <a:gd name="T7" fmla="*/ 13 h 25"/>
                  <a:gd name="T8" fmla="*/ 16 w 32"/>
                  <a:gd name="T9" fmla="*/ 0 h 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2" h="25">
                    <a:moveTo>
                      <a:pt x="16" y="0"/>
                    </a:moveTo>
                    <a:lnTo>
                      <a:pt x="32" y="13"/>
                    </a:lnTo>
                    <a:lnTo>
                      <a:pt x="16" y="25"/>
                    </a:lnTo>
                    <a:lnTo>
                      <a:pt x="0" y="13"/>
                    </a:lnTo>
                    <a:lnTo>
                      <a:pt x="16" y="0"/>
                    </a:lnTo>
                    <a:close/>
                  </a:path>
                </a:pathLst>
              </a:custGeom>
              <a:noFill/>
              <a:ln w="7938">
                <a:solidFill>
                  <a:schemeClr val="hlink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008000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06" name="Freeform 407">
                <a:extLst>
                  <a:ext uri="{FF2B5EF4-FFF2-40B4-BE49-F238E27FC236}">
                    <a16:creationId xmlns:a16="http://schemas.microsoft.com/office/drawing/2014/main" id="{752642D1-CD78-7B48-954E-5F406C0F79D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68" y="3158"/>
                <a:ext cx="32" cy="25"/>
              </a:xfrm>
              <a:custGeom>
                <a:avLst/>
                <a:gdLst>
                  <a:gd name="T0" fmla="*/ 16 w 32"/>
                  <a:gd name="T1" fmla="*/ 0 h 25"/>
                  <a:gd name="T2" fmla="*/ 32 w 32"/>
                  <a:gd name="T3" fmla="*/ 12 h 25"/>
                  <a:gd name="T4" fmla="*/ 16 w 32"/>
                  <a:gd name="T5" fmla="*/ 25 h 25"/>
                  <a:gd name="T6" fmla="*/ 0 w 32"/>
                  <a:gd name="T7" fmla="*/ 12 h 25"/>
                  <a:gd name="T8" fmla="*/ 16 w 32"/>
                  <a:gd name="T9" fmla="*/ 0 h 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2" h="25">
                    <a:moveTo>
                      <a:pt x="16" y="0"/>
                    </a:moveTo>
                    <a:lnTo>
                      <a:pt x="32" y="12"/>
                    </a:lnTo>
                    <a:lnTo>
                      <a:pt x="16" y="25"/>
                    </a:lnTo>
                    <a:lnTo>
                      <a:pt x="0" y="12"/>
                    </a:lnTo>
                    <a:lnTo>
                      <a:pt x="16" y="0"/>
                    </a:lnTo>
                    <a:close/>
                  </a:path>
                </a:pathLst>
              </a:custGeom>
              <a:noFill/>
              <a:ln w="7938">
                <a:solidFill>
                  <a:schemeClr val="hlink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008000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07" name="Freeform 408">
                <a:extLst>
                  <a:ext uri="{FF2B5EF4-FFF2-40B4-BE49-F238E27FC236}">
                    <a16:creationId xmlns:a16="http://schemas.microsoft.com/office/drawing/2014/main" id="{76DC02B5-00AF-6EAF-359D-13B91BA6E38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78" y="3044"/>
                <a:ext cx="32" cy="25"/>
              </a:xfrm>
              <a:custGeom>
                <a:avLst/>
                <a:gdLst>
                  <a:gd name="T0" fmla="*/ 16 w 32"/>
                  <a:gd name="T1" fmla="*/ 0 h 25"/>
                  <a:gd name="T2" fmla="*/ 32 w 32"/>
                  <a:gd name="T3" fmla="*/ 12 h 25"/>
                  <a:gd name="T4" fmla="*/ 16 w 32"/>
                  <a:gd name="T5" fmla="*/ 25 h 25"/>
                  <a:gd name="T6" fmla="*/ 0 w 32"/>
                  <a:gd name="T7" fmla="*/ 12 h 25"/>
                  <a:gd name="T8" fmla="*/ 16 w 32"/>
                  <a:gd name="T9" fmla="*/ 0 h 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2" h="25">
                    <a:moveTo>
                      <a:pt x="16" y="0"/>
                    </a:moveTo>
                    <a:lnTo>
                      <a:pt x="32" y="12"/>
                    </a:lnTo>
                    <a:lnTo>
                      <a:pt x="16" y="25"/>
                    </a:lnTo>
                    <a:lnTo>
                      <a:pt x="0" y="12"/>
                    </a:lnTo>
                    <a:lnTo>
                      <a:pt x="16" y="0"/>
                    </a:lnTo>
                    <a:close/>
                  </a:path>
                </a:pathLst>
              </a:custGeom>
              <a:noFill/>
              <a:ln w="7938">
                <a:solidFill>
                  <a:schemeClr val="hlink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008000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08" name="Freeform 409">
                <a:extLst>
                  <a:ext uri="{FF2B5EF4-FFF2-40B4-BE49-F238E27FC236}">
                    <a16:creationId xmlns:a16="http://schemas.microsoft.com/office/drawing/2014/main" id="{0B7D0647-EBA0-40FD-FBFE-387C337E152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89" y="2697"/>
                <a:ext cx="32" cy="25"/>
              </a:xfrm>
              <a:custGeom>
                <a:avLst/>
                <a:gdLst>
                  <a:gd name="T0" fmla="*/ 16 w 32"/>
                  <a:gd name="T1" fmla="*/ 0 h 25"/>
                  <a:gd name="T2" fmla="*/ 32 w 32"/>
                  <a:gd name="T3" fmla="*/ 13 h 25"/>
                  <a:gd name="T4" fmla="*/ 16 w 32"/>
                  <a:gd name="T5" fmla="*/ 25 h 25"/>
                  <a:gd name="T6" fmla="*/ 0 w 32"/>
                  <a:gd name="T7" fmla="*/ 13 h 25"/>
                  <a:gd name="T8" fmla="*/ 16 w 32"/>
                  <a:gd name="T9" fmla="*/ 0 h 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2" h="25">
                    <a:moveTo>
                      <a:pt x="16" y="0"/>
                    </a:moveTo>
                    <a:lnTo>
                      <a:pt x="32" y="13"/>
                    </a:lnTo>
                    <a:lnTo>
                      <a:pt x="16" y="25"/>
                    </a:lnTo>
                    <a:lnTo>
                      <a:pt x="0" y="13"/>
                    </a:lnTo>
                    <a:lnTo>
                      <a:pt x="16" y="0"/>
                    </a:lnTo>
                    <a:close/>
                  </a:path>
                </a:pathLst>
              </a:custGeom>
              <a:noFill/>
              <a:ln w="7938">
                <a:solidFill>
                  <a:schemeClr val="hlink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008000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09" name="Freeform 410">
                <a:extLst>
                  <a:ext uri="{FF2B5EF4-FFF2-40B4-BE49-F238E27FC236}">
                    <a16:creationId xmlns:a16="http://schemas.microsoft.com/office/drawing/2014/main" id="{467F5D00-502C-6DF3-13C8-04F9098269D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94" y="2828"/>
                <a:ext cx="32" cy="25"/>
              </a:xfrm>
              <a:custGeom>
                <a:avLst/>
                <a:gdLst>
                  <a:gd name="T0" fmla="*/ 16 w 32"/>
                  <a:gd name="T1" fmla="*/ 0 h 25"/>
                  <a:gd name="T2" fmla="*/ 32 w 32"/>
                  <a:gd name="T3" fmla="*/ 13 h 25"/>
                  <a:gd name="T4" fmla="*/ 16 w 32"/>
                  <a:gd name="T5" fmla="*/ 25 h 25"/>
                  <a:gd name="T6" fmla="*/ 0 w 32"/>
                  <a:gd name="T7" fmla="*/ 13 h 25"/>
                  <a:gd name="T8" fmla="*/ 16 w 32"/>
                  <a:gd name="T9" fmla="*/ 0 h 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2" h="25">
                    <a:moveTo>
                      <a:pt x="16" y="0"/>
                    </a:moveTo>
                    <a:lnTo>
                      <a:pt x="32" y="13"/>
                    </a:lnTo>
                    <a:lnTo>
                      <a:pt x="16" y="25"/>
                    </a:lnTo>
                    <a:lnTo>
                      <a:pt x="0" y="13"/>
                    </a:lnTo>
                    <a:lnTo>
                      <a:pt x="16" y="0"/>
                    </a:lnTo>
                    <a:close/>
                  </a:path>
                </a:pathLst>
              </a:custGeom>
              <a:noFill/>
              <a:ln w="7938">
                <a:solidFill>
                  <a:schemeClr val="hlink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008000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10" name="Freeform 411">
                <a:extLst>
                  <a:ext uri="{FF2B5EF4-FFF2-40B4-BE49-F238E27FC236}">
                    <a16:creationId xmlns:a16="http://schemas.microsoft.com/office/drawing/2014/main" id="{4FB35C90-80C0-0737-F071-2237E34A666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05" y="2807"/>
                <a:ext cx="32" cy="25"/>
              </a:xfrm>
              <a:custGeom>
                <a:avLst/>
                <a:gdLst>
                  <a:gd name="T0" fmla="*/ 16 w 32"/>
                  <a:gd name="T1" fmla="*/ 0 h 25"/>
                  <a:gd name="T2" fmla="*/ 32 w 32"/>
                  <a:gd name="T3" fmla="*/ 13 h 25"/>
                  <a:gd name="T4" fmla="*/ 16 w 32"/>
                  <a:gd name="T5" fmla="*/ 25 h 25"/>
                  <a:gd name="T6" fmla="*/ 0 w 32"/>
                  <a:gd name="T7" fmla="*/ 13 h 25"/>
                  <a:gd name="T8" fmla="*/ 16 w 32"/>
                  <a:gd name="T9" fmla="*/ 0 h 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2" h="25">
                    <a:moveTo>
                      <a:pt x="16" y="0"/>
                    </a:moveTo>
                    <a:lnTo>
                      <a:pt x="32" y="13"/>
                    </a:lnTo>
                    <a:lnTo>
                      <a:pt x="16" y="25"/>
                    </a:lnTo>
                    <a:lnTo>
                      <a:pt x="0" y="13"/>
                    </a:lnTo>
                    <a:lnTo>
                      <a:pt x="16" y="0"/>
                    </a:lnTo>
                    <a:close/>
                  </a:path>
                </a:pathLst>
              </a:custGeom>
              <a:noFill/>
              <a:ln w="7938">
                <a:solidFill>
                  <a:schemeClr val="hlink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008000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11" name="Freeform 412">
                <a:extLst>
                  <a:ext uri="{FF2B5EF4-FFF2-40B4-BE49-F238E27FC236}">
                    <a16:creationId xmlns:a16="http://schemas.microsoft.com/office/drawing/2014/main" id="{BF98BDC3-8128-9FDF-2E8A-993F8AB4EE9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10" y="2739"/>
                <a:ext cx="32" cy="26"/>
              </a:xfrm>
              <a:custGeom>
                <a:avLst/>
                <a:gdLst>
                  <a:gd name="T0" fmla="*/ 16 w 32"/>
                  <a:gd name="T1" fmla="*/ 0 h 26"/>
                  <a:gd name="T2" fmla="*/ 32 w 32"/>
                  <a:gd name="T3" fmla="*/ 13 h 26"/>
                  <a:gd name="T4" fmla="*/ 16 w 32"/>
                  <a:gd name="T5" fmla="*/ 26 h 26"/>
                  <a:gd name="T6" fmla="*/ 0 w 32"/>
                  <a:gd name="T7" fmla="*/ 13 h 26"/>
                  <a:gd name="T8" fmla="*/ 16 w 32"/>
                  <a:gd name="T9" fmla="*/ 0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2" h="26">
                    <a:moveTo>
                      <a:pt x="16" y="0"/>
                    </a:moveTo>
                    <a:lnTo>
                      <a:pt x="32" y="13"/>
                    </a:lnTo>
                    <a:lnTo>
                      <a:pt x="16" y="26"/>
                    </a:lnTo>
                    <a:lnTo>
                      <a:pt x="0" y="13"/>
                    </a:lnTo>
                    <a:lnTo>
                      <a:pt x="16" y="0"/>
                    </a:lnTo>
                    <a:close/>
                  </a:path>
                </a:pathLst>
              </a:custGeom>
              <a:noFill/>
              <a:ln w="7938">
                <a:solidFill>
                  <a:schemeClr val="hlink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008000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12" name="Freeform 413">
                <a:extLst>
                  <a:ext uri="{FF2B5EF4-FFF2-40B4-BE49-F238E27FC236}">
                    <a16:creationId xmlns:a16="http://schemas.microsoft.com/office/drawing/2014/main" id="{5ABB2102-7CDF-B66A-88B0-AC50BD97685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21" y="2727"/>
                <a:ext cx="32" cy="25"/>
              </a:xfrm>
              <a:custGeom>
                <a:avLst/>
                <a:gdLst>
                  <a:gd name="T0" fmla="*/ 16 w 32"/>
                  <a:gd name="T1" fmla="*/ 0 h 25"/>
                  <a:gd name="T2" fmla="*/ 32 w 32"/>
                  <a:gd name="T3" fmla="*/ 12 h 25"/>
                  <a:gd name="T4" fmla="*/ 16 w 32"/>
                  <a:gd name="T5" fmla="*/ 25 h 25"/>
                  <a:gd name="T6" fmla="*/ 0 w 32"/>
                  <a:gd name="T7" fmla="*/ 12 h 25"/>
                  <a:gd name="T8" fmla="*/ 16 w 32"/>
                  <a:gd name="T9" fmla="*/ 0 h 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2" h="25">
                    <a:moveTo>
                      <a:pt x="16" y="0"/>
                    </a:moveTo>
                    <a:lnTo>
                      <a:pt x="32" y="12"/>
                    </a:lnTo>
                    <a:lnTo>
                      <a:pt x="16" y="25"/>
                    </a:lnTo>
                    <a:lnTo>
                      <a:pt x="0" y="12"/>
                    </a:lnTo>
                    <a:lnTo>
                      <a:pt x="16" y="0"/>
                    </a:lnTo>
                    <a:close/>
                  </a:path>
                </a:pathLst>
              </a:custGeom>
              <a:noFill/>
              <a:ln w="7938">
                <a:solidFill>
                  <a:schemeClr val="hlink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008000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13" name="Freeform 414">
                <a:extLst>
                  <a:ext uri="{FF2B5EF4-FFF2-40B4-BE49-F238E27FC236}">
                    <a16:creationId xmlns:a16="http://schemas.microsoft.com/office/drawing/2014/main" id="{03167795-74C1-632F-A840-A016ACEAE9A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26" y="2731"/>
                <a:ext cx="32" cy="25"/>
              </a:xfrm>
              <a:custGeom>
                <a:avLst/>
                <a:gdLst>
                  <a:gd name="T0" fmla="*/ 16 w 32"/>
                  <a:gd name="T1" fmla="*/ 0 h 25"/>
                  <a:gd name="T2" fmla="*/ 32 w 32"/>
                  <a:gd name="T3" fmla="*/ 13 h 25"/>
                  <a:gd name="T4" fmla="*/ 16 w 32"/>
                  <a:gd name="T5" fmla="*/ 25 h 25"/>
                  <a:gd name="T6" fmla="*/ 0 w 32"/>
                  <a:gd name="T7" fmla="*/ 13 h 25"/>
                  <a:gd name="T8" fmla="*/ 16 w 32"/>
                  <a:gd name="T9" fmla="*/ 0 h 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2" h="25">
                    <a:moveTo>
                      <a:pt x="16" y="0"/>
                    </a:moveTo>
                    <a:lnTo>
                      <a:pt x="32" y="13"/>
                    </a:lnTo>
                    <a:lnTo>
                      <a:pt x="16" y="25"/>
                    </a:lnTo>
                    <a:lnTo>
                      <a:pt x="0" y="13"/>
                    </a:lnTo>
                    <a:lnTo>
                      <a:pt x="16" y="0"/>
                    </a:lnTo>
                    <a:close/>
                  </a:path>
                </a:pathLst>
              </a:custGeom>
              <a:noFill/>
              <a:ln w="7938">
                <a:solidFill>
                  <a:schemeClr val="hlink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008000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14" name="Freeform 415">
                <a:extLst>
                  <a:ext uri="{FF2B5EF4-FFF2-40B4-BE49-F238E27FC236}">
                    <a16:creationId xmlns:a16="http://schemas.microsoft.com/office/drawing/2014/main" id="{3EDCD11F-2B12-3C40-EF20-04E7CF92567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37" y="2786"/>
                <a:ext cx="32" cy="25"/>
              </a:xfrm>
              <a:custGeom>
                <a:avLst/>
                <a:gdLst>
                  <a:gd name="T0" fmla="*/ 16 w 32"/>
                  <a:gd name="T1" fmla="*/ 0 h 25"/>
                  <a:gd name="T2" fmla="*/ 32 w 32"/>
                  <a:gd name="T3" fmla="*/ 12 h 25"/>
                  <a:gd name="T4" fmla="*/ 16 w 32"/>
                  <a:gd name="T5" fmla="*/ 25 h 25"/>
                  <a:gd name="T6" fmla="*/ 0 w 32"/>
                  <a:gd name="T7" fmla="*/ 12 h 25"/>
                  <a:gd name="T8" fmla="*/ 16 w 32"/>
                  <a:gd name="T9" fmla="*/ 0 h 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2" h="25">
                    <a:moveTo>
                      <a:pt x="16" y="0"/>
                    </a:moveTo>
                    <a:lnTo>
                      <a:pt x="32" y="12"/>
                    </a:lnTo>
                    <a:lnTo>
                      <a:pt x="16" y="25"/>
                    </a:lnTo>
                    <a:lnTo>
                      <a:pt x="0" y="12"/>
                    </a:lnTo>
                    <a:lnTo>
                      <a:pt x="16" y="0"/>
                    </a:lnTo>
                    <a:close/>
                  </a:path>
                </a:pathLst>
              </a:custGeom>
              <a:noFill/>
              <a:ln w="7938">
                <a:solidFill>
                  <a:schemeClr val="hlink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008000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15" name="Freeform 416">
                <a:extLst>
                  <a:ext uri="{FF2B5EF4-FFF2-40B4-BE49-F238E27FC236}">
                    <a16:creationId xmlns:a16="http://schemas.microsoft.com/office/drawing/2014/main" id="{4A943FD2-7C39-5442-6142-AFD0056C7B5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42" y="2727"/>
                <a:ext cx="32" cy="25"/>
              </a:xfrm>
              <a:custGeom>
                <a:avLst/>
                <a:gdLst>
                  <a:gd name="T0" fmla="*/ 16 w 32"/>
                  <a:gd name="T1" fmla="*/ 0 h 25"/>
                  <a:gd name="T2" fmla="*/ 32 w 32"/>
                  <a:gd name="T3" fmla="*/ 12 h 25"/>
                  <a:gd name="T4" fmla="*/ 16 w 32"/>
                  <a:gd name="T5" fmla="*/ 25 h 25"/>
                  <a:gd name="T6" fmla="*/ 0 w 32"/>
                  <a:gd name="T7" fmla="*/ 12 h 25"/>
                  <a:gd name="T8" fmla="*/ 16 w 32"/>
                  <a:gd name="T9" fmla="*/ 0 h 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2" h="25">
                    <a:moveTo>
                      <a:pt x="16" y="0"/>
                    </a:moveTo>
                    <a:lnTo>
                      <a:pt x="32" y="12"/>
                    </a:lnTo>
                    <a:lnTo>
                      <a:pt x="16" y="25"/>
                    </a:lnTo>
                    <a:lnTo>
                      <a:pt x="0" y="12"/>
                    </a:lnTo>
                    <a:lnTo>
                      <a:pt x="16" y="0"/>
                    </a:lnTo>
                    <a:close/>
                  </a:path>
                </a:pathLst>
              </a:custGeom>
              <a:noFill/>
              <a:ln w="7938">
                <a:solidFill>
                  <a:schemeClr val="hlink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008000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16" name="Freeform 417">
                <a:extLst>
                  <a:ext uri="{FF2B5EF4-FFF2-40B4-BE49-F238E27FC236}">
                    <a16:creationId xmlns:a16="http://schemas.microsoft.com/office/drawing/2014/main" id="{F7742264-C1E2-E3AE-BDBF-F1839936B57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53" y="2718"/>
                <a:ext cx="32" cy="26"/>
              </a:xfrm>
              <a:custGeom>
                <a:avLst/>
                <a:gdLst>
                  <a:gd name="T0" fmla="*/ 16 w 32"/>
                  <a:gd name="T1" fmla="*/ 0 h 26"/>
                  <a:gd name="T2" fmla="*/ 32 w 32"/>
                  <a:gd name="T3" fmla="*/ 13 h 26"/>
                  <a:gd name="T4" fmla="*/ 16 w 32"/>
                  <a:gd name="T5" fmla="*/ 26 h 26"/>
                  <a:gd name="T6" fmla="*/ 0 w 32"/>
                  <a:gd name="T7" fmla="*/ 13 h 26"/>
                  <a:gd name="T8" fmla="*/ 16 w 32"/>
                  <a:gd name="T9" fmla="*/ 0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2" h="26">
                    <a:moveTo>
                      <a:pt x="16" y="0"/>
                    </a:moveTo>
                    <a:lnTo>
                      <a:pt x="32" y="13"/>
                    </a:lnTo>
                    <a:lnTo>
                      <a:pt x="16" y="26"/>
                    </a:lnTo>
                    <a:lnTo>
                      <a:pt x="0" y="13"/>
                    </a:lnTo>
                    <a:lnTo>
                      <a:pt x="16" y="0"/>
                    </a:lnTo>
                    <a:close/>
                  </a:path>
                </a:pathLst>
              </a:custGeom>
              <a:noFill/>
              <a:ln w="7938">
                <a:solidFill>
                  <a:schemeClr val="hlink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008000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17" name="Freeform 418">
                <a:extLst>
                  <a:ext uri="{FF2B5EF4-FFF2-40B4-BE49-F238E27FC236}">
                    <a16:creationId xmlns:a16="http://schemas.microsoft.com/office/drawing/2014/main" id="{8D601A0C-FF07-56AB-F2B5-69C0CE366CE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63" y="2680"/>
                <a:ext cx="32" cy="25"/>
              </a:xfrm>
              <a:custGeom>
                <a:avLst/>
                <a:gdLst>
                  <a:gd name="T0" fmla="*/ 16 w 32"/>
                  <a:gd name="T1" fmla="*/ 0 h 25"/>
                  <a:gd name="T2" fmla="*/ 32 w 32"/>
                  <a:gd name="T3" fmla="*/ 13 h 25"/>
                  <a:gd name="T4" fmla="*/ 16 w 32"/>
                  <a:gd name="T5" fmla="*/ 25 h 25"/>
                  <a:gd name="T6" fmla="*/ 0 w 32"/>
                  <a:gd name="T7" fmla="*/ 13 h 25"/>
                  <a:gd name="T8" fmla="*/ 16 w 32"/>
                  <a:gd name="T9" fmla="*/ 0 h 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2" h="25">
                    <a:moveTo>
                      <a:pt x="16" y="0"/>
                    </a:moveTo>
                    <a:lnTo>
                      <a:pt x="32" y="13"/>
                    </a:lnTo>
                    <a:lnTo>
                      <a:pt x="16" y="25"/>
                    </a:lnTo>
                    <a:lnTo>
                      <a:pt x="0" y="13"/>
                    </a:lnTo>
                    <a:lnTo>
                      <a:pt x="16" y="0"/>
                    </a:lnTo>
                    <a:close/>
                  </a:path>
                </a:pathLst>
              </a:custGeom>
              <a:noFill/>
              <a:ln w="7938">
                <a:solidFill>
                  <a:schemeClr val="hlink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008000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18" name="Freeform 419">
                <a:extLst>
                  <a:ext uri="{FF2B5EF4-FFF2-40B4-BE49-F238E27FC236}">
                    <a16:creationId xmlns:a16="http://schemas.microsoft.com/office/drawing/2014/main" id="{7B3C5206-4CC1-EA04-D465-E5F56C7860E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69" y="2722"/>
                <a:ext cx="32" cy="26"/>
              </a:xfrm>
              <a:custGeom>
                <a:avLst/>
                <a:gdLst>
                  <a:gd name="T0" fmla="*/ 16 w 32"/>
                  <a:gd name="T1" fmla="*/ 0 h 26"/>
                  <a:gd name="T2" fmla="*/ 32 w 32"/>
                  <a:gd name="T3" fmla="*/ 13 h 26"/>
                  <a:gd name="T4" fmla="*/ 16 w 32"/>
                  <a:gd name="T5" fmla="*/ 26 h 26"/>
                  <a:gd name="T6" fmla="*/ 0 w 32"/>
                  <a:gd name="T7" fmla="*/ 13 h 26"/>
                  <a:gd name="T8" fmla="*/ 16 w 32"/>
                  <a:gd name="T9" fmla="*/ 0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2" h="26">
                    <a:moveTo>
                      <a:pt x="16" y="0"/>
                    </a:moveTo>
                    <a:lnTo>
                      <a:pt x="32" y="13"/>
                    </a:lnTo>
                    <a:lnTo>
                      <a:pt x="16" y="26"/>
                    </a:lnTo>
                    <a:lnTo>
                      <a:pt x="0" y="13"/>
                    </a:lnTo>
                    <a:lnTo>
                      <a:pt x="16" y="0"/>
                    </a:lnTo>
                    <a:close/>
                  </a:path>
                </a:pathLst>
              </a:custGeom>
              <a:noFill/>
              <a:ln w="7938">
                <a:solidFill>
                  <a:schemeClr val="hlink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008000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19" name="Freeform 420">
                <a:extLst>
                  <a:ext uri="{FF2B5EF4-FFF2-40B4-BE49-F238E27FC236}">
                    <a16:creationId xmlns:a16="http://schemas.microsoft.com/office/drawing/2014/main" id="{5E496426-E16B-ABFA-3434-527AA492A52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79" y="2883"/>
                <a:ext cx="32" cy="25"/>
              </a:xfrm>
              <a:custGeom>
                <a:avLst/>
                <a:gdLst>
                  <a:gd name="T0" fmla="*/ 16 w 32"/>
                  <a:gd name="T1" fmla="*/ 0 h 25"/>
                  <a:gd name="T2" fmla="*/ 32 w 32"/>
                  <a:gd name="T3" fmla="*/ 13 h 25"/>
                  <a:gd name="T4" fmla="*/ 16 w 32"/>
                  <a:gd name="T5" fmla="*/ 25 h 25"/>
                  <a:gd name="T6" fmla="*/ 0 w 32"/>
                  <a:gd name="T7" fmla="*/ 13 h 25"/>
                  <a:gd name="T8" fmla="*/ 16 w 32"/>
                  <a:gd name="T9" fmla="*/ 0 h 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2" h="25">
                    <a:moveTo>
                      <a:pt x="16" y="0"/>
                    </a:moveTo>
                    <a:lnTo>
                      <a:pt x="32" y="13"/>
                    </a:lnTo>
                    <a:lnTo>
                      <a:pt x="16" y="25"/>
                    </a:lnTo>
                    <a:lnTo>
                      <a:pt x="0" y="13"/>
                    </a:lnTo>
                    <a:lnTo>
                      <a:pt x="16" y="0"/>
                    </a:lnTo>
                    <a:close/>
                  </a:path>
                </a:pathLst>
              </a:custGeom>
              <a:noFill/>
              <a:ln w="7938">
                <a:solidFill>
                  <a:schemeClr val="hlink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008000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20" name="Freeform 421">
                <a:extLst>
                  <a:ext uri="{FF2B5EF4-FFF2-40B4-BE49-F238E27FC236}">
                    <a16:creationId xmlns:a16="http://schemas.microsoft.com/office/drawing/2014/main" id="{F7329E47-24B0-8D49-C185-2BE95C40414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85" y="2667"/>
                <a:ext cx="32" cy="26"/>
              </a:xfrm>
              <a:custGeom>
                <a:avLst/>
                <a:gdLst>
                  <a:gd name="T0" fmla="*/ 16 w 32"/>
                  <a:gd name="T1" fmla="*/ 0 h 26"/>
                  <a:gd name="T2" fmla="*/ 32 w 32"/>
                  <a:gd name="T3" fmla="*/ 13 h 26"/>
                  <a:gd name="T4" fmla="*/ 16 w 32"/>
                  <a:gd name="T5" fmla="*/ 26 h 26"/>
                  <a:gd name="T6" fmla="*/ 0 w 32"/>
                  <a:gd name="T7" fmla="*/ 13 h 26"/>
                  <a:gd name="T8" fmla="*/ 16 w 32"/>
                  <a:gd name="T9" fmla="*/ 0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2" h="26">
                    <a:moveTo>
                      <a:pt x="16" y="0"/>
                    </a:moveTo>
                    <a:lnTo>
                      <a:pt x="32" y="13"/>
                    </a:lnTo>
                    <a:lnTo>
                      <a:pt x="16" y="26"/>
                    </a:lnTo>
                    <a:lnTo>
                      <a:pt x="0" y="13"/>
                    </a:lnTo>
                    <a:lnTo>
                      <a:pt x="16" y="0"/>
                    </a:lnTo>
                    <a:close/>
                  </a:path>
                </a:pathLst>
              </a:custGeom>
              <a:noFill/>
              <a:ln w="7938">
                <a:solidFill>
                  <a:schemeClr val="hlink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008000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21" name="Freeform 422">
                <a:extLst>
                  <a:ext uri="{FF2B5EF4-FFF2-40B4-BE49-F238E27FC236}">
                    <a16:creationId xmlns:a16="http://schemas.microsoft.com/office/drawing/2014/main" id="{4E0674BA-52CE-48C2-69EA-4C98FF7A5BD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95" y="2625"/>
                <a:ext cx="32" cy="26"/>
              </a:xfrm>
              <a:custGeom>
                <a:avLst/>
                <a:gdLst>
                  <a:gd name="T0" fmla="*/ 16 w 32"/>
                  <a:gd name="T1" fmla="*/ 0 h 26"/>
                  <a:gd name="T2" fmla="*/ 32 w 32"/>
                  <a:gd name="T3" fmla="*/ 13 h 26"/>
                  <a:gd name="T4" fmla="*/ 16 w 32"/>
                  <a:gd name="T5" fmla="*/ 26 h 26"/>
                  <a:gd name="T6" fmla="*/ 0 w 32"/>
                  <a:gd name="T7" fmla="*/ 13 h 26"/>
                  <a:gd name="T8" fmla="*/ 16 w 32"/>
                  <a:gd name="T9" fmla="*/ 0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2" h="26">
                    <a:moveTo>
                      <a:pt x="16" y="0"/>
                    </a:moveTo>
                    <a:lnTo>
                      <a:pt x="32" y="13"/>
                    </a:lnTo>
                    <a:lnTo>
                      <a:pt x="16" y="26"/>
                    </a:lnTo>
                    <a:lnTo>
                      <a:pt x="0" y="13"/>
                    </a:lnTo>
                    <a:lnTo>
                      <a:pt x="16" y="0"/>
                    </a:lnTo>
                    <a:close/>
                  </a:path>
                </a:pathLst>
              </a:custGeom>
              <a:noFill/>
              <a:ln w="7938">
                <a:solidFill>
                  <a:schemeClr val="hlink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008000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22" name="Freeform 423">
                <a:extLst>
                  <a:ext uri="{FF2B5EF4-FFF2-40B4-BE49-F238E27FC236}">
                    <a16:creationId xmlns:a16="http://schemas.microsoft.com/office/drawing/2014/main" id="{D7607B28-C3B5-AEBC-CC44-F1C73C67132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01" y="2596"/>
                <a:ext cx="32" cy="25"/>
              </a:xfrm>
              <a:custGeom>
                <a:avLst/>
                <a:gdLst>
                  <a:gd name="T0" fmla="*/ 16 w 32"/>
                  <a:gd name="T1" fmla="*/ 0 h 25"/>
                  <a:gd name="T2" fmla="*/ 32 w 32"/>
                  <a:gd name="T3" fmla="*/ 12 h 25"/>
                  <a:gd name="T4" fmla="*/ 16 w 32"/>
                  <a:gd name="T5" fmla="*/ 25 h 25"/>
                  <a:gd name="T6" fmla="*/ 0 w 32"/>
                  <a:gd name="T7" fmla="*/ 12 h 25"/>
                  <a:gd name="T8" fmla="*/ 16 w 32"/>
                  <a:gd name="T9" fmla="*/ 0 h 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2" h="25">
                    <a:moveTo>
                      <a:pt x="16" y="0"/>
                    </a:moveTo>
                    <a:lnTo>
                      <a:pt x="32" y="12"/>
                    </a:lnTo>
                    <a:lnTo>
                      <a:pt x="16" y="25"/>
                    </a:lnTo>
                    <a:lnTo>
                      <a:pt x="0" y="12"/>
                    </a:lnTo>
                    <a:lnTo>
                      <a:pt x="16" y="0"/>
                    </a:lnTo>
                    <a:close/>
                  </a:path>
                </a:pathLst>
              </a:custGeom>
              <a:noFill/>
              <a:ln w="7938">
                <a:solidFill>
                  <a:schemeClr val="hlink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008000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23" name="Freeform 424">
                <a:extLst>
                  <a:ext uri="{FF2B5EF4-FFF2-40B4-BE49-F238E27FC236}">
                    <a16:creationId xmlns:a16="http://schemas.microsoft.com/office/drawing/2014/main" id="{98FDC018-0D94-D22D-C4E4-FBEAFC75C00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11" y="2456"/>
                <a:ext cx="32" cy="26"/>
              </a:xfrm>
              <a:custGeom>
                <a:avLst/>
                <a:gdLst>
                  <a:gd name="T0" fmla="*/ 16 w 32"/>
                  <a:gd name="T1" fmla="*/ 0 h 26"/>
                  <a:gd name="T2" fmla="*/ 32 w 32"/>
                  <a:gd name="T3" fmla="*/ 13 h 26"/>
                  <a:gd name="T4" fmla="*/ 16 w 32"/>
                  <a:gd name="T5" fmla="*/ 26 h 26"/>
                  <a:gd name="T6" fmla="*/ 0 w 32"/>
                  <a:gd name="T7" fmla="*/ 13 h 26"/>
                  <a:gd name="T8" fmla="*/ 16 w 32"/>
                  <a:gd name="T9" fmla="*/ 0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2" h="26">
                    <a:moveTo>
                      <a:pt x="16" y="0"/>
                    </a:moveTo>
                    <a:lnTo>
                      <a:pt x="32" y="13"/>
                    </a:lnTo>
                    <a:lnTo>
                      <a:pt x="16" y="26"/>
                    </a:lnTo>
                    <a:lnTo>
                      <a:pt x="0" y="13"/>
                    </a:lnTo>
                    <a:lnTo>
                      <a:pt x="16" y="0"/>
                    </a:lnTo>
                    <a:close/>
                  </a:path>
                </a:pathLst>
              </a:custGeom>
              <a:noFill/>
              <a:ln w="7938">
                <a:solidFill>
                  <a:schemeClr val="hlink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008000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24" name="Freeform 425">
                <a:extLst>
                  <a:ext uri="{FF2B5EF4-FFF2-40B4-BE49-F238E27FC236}">
                    <a16:creationId xmlns:a16="http://schemas.microsoft.com/office/drawing/2014/main" id="{67052947-9F49-2553-3AD6-FAAA87A0EA5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17" y="2355"/>
                <a:ext cx="32" cy="25"/>
              </a:xfrm>
              <a:custGeom>
                <a:avLst/>
                <a:gdLst>
                  <a:gd name="T0" fmla="*/ 16 w 32"/>
                  <a:gd name="T1" fmla="*/ 0 h 25"/>
                  <a:gd name="T2" fmla="*/ 32 w 32"/>
                  <a:gd name="T3" fmla="*/ 12 h 25"/>
                  <a:gd name="T4" fmla="*/ 16 w 32"/>
                  <a:gd name="T5" fmla="*/ 25 h 25"/>
                  <a:gd name="T6" fmla="*/ 0 w 32"/>
                  <a:gd name="T7" fmla="*/ 12 h 25"/>
                  <a:gd name="T8" fmla="*/ 16 w 32"/>
                  <a:gd name="T9" fmla="*/ 0 h 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2" h="25">
                    <a:moveTo>
                      <a:pt x="16" y="0"/>
                    </a:moveTo>
                    <a:lnTo>
                      <a:pt x="32" y="12"/>
                    </a:lnTo>
                    <a:lnTo>
                      <a:pt x="16" y="25"/>
                    </a:lnTo>
                    <a:lnTo>
                      <a:pt x="0" y="12"/>
                    </a:lnTo>
                    <a:lnTo>
                      <a:pt x="16" y="0"/>
                    </a:lnTo>
                    <a:close/>
                  </a:path>
                </a:pathLst>
              </a:custGeom>
              <a:noFill/>
              <a:ln w="7938">
                <a:solidFill>
                  <a:schemeClr val="hlink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008000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25" name="Freeform 426">
                <a:extLst>
                  <a:ext uri="{FF2B5EF4-FFF2-40B4-BE49-F238E27FC236}">
                    <a16:creationId xmlns:a16="http://schemas.microsoft.com/office/drawing/2014/main" id="{7D5A8515-49A4-8764-76CE-3CFF82E0293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27" y="2528"/>
                <a:ext cx="32" cy="25"/>
              </a:xfrm>
              <a:custGeom>
                <a:avLst/>
                <a:gdLst>
                  <a:gd name="T0" fmla="*/ 16 w 32"/>
                  <a:gd name="T1" fmla="*/ 0 h 25"/>
                  <a:gd name="T2" fmla="*/ 32 w 32"/>
                  <a:gd name="T3" fmla="*/ 13 h 25"/>
                  <a:gd name="T4" fmla="*/ 16 w 32"/>
                  <a:gd name="T5" fmla="*/ 25 h 25"/>
                  <a:gd name="T6" fmla="*/ 0 w 32"/>
                  <a:gd name="T7" fmla="*/ 13 h 25"/>
                  <a:gd name="T8" fmla="*/ 16 w 32"/>
                  <a:gd name="T9" fmla="*/ 0 h 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2" h="25">
                    <a:moveTo>
                      <a:pt x="16" y="0"/>
                    </a:moveTo>
                    <a:lnTo>
                      <a:pt x="32" y="13"/>
                    </a:lnTo>
                    <a:lnTo>
                      <a:pt x="16" y="25"/>
                    </a:lnTo>
                    <a:lnTo>
                      <a:pt x="0" y="13"/>
                    </a:lnTo>
                    <a:lnTo>
                      <a:pt x="16" y="0"/>
                    </a:lnTo>
                    <a:close/>
                  </a:path>
                </a:pathLst>
              </a:custGeom>
              <a:noFill/>
              <a:ln w="7938">
                <a:solidFill>
                  <a:schemeClr val="hlink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008000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26" name="Freeform 427">
                <a:extLst>
                  <a:ext uri="{FF2B5EF4-FFF2-40B4-BE49-F238E27FC236}">
                    <a16:creationId xmlns:a16="http://schemas.microsoft.com/office/drawing/2014/main" id="{6BA86E89-BCC0-CF7B-B7A6-CC2346248F2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38" y="2697"/>
                <a:ext cx="32" cy="25"/>
              </a:xfrm>
              <a:custGeom>
                <a:avLst/>
                <a:gdLst>
                  <a:gd name="T0" fmla="*/ 16 w 32"/>
                  <a:gd name="T1" fmla="*/ 0 h 25"/>
                  <a:gd name="T2" fmla="*/ 32 w 32"/>
                  <a:gd name="T3" fmla="*/ 13 h 25"/>
                  <a:gd name="T4" fmla="*/ 16 w 32"/>
                  <a:gd name="T5" fmla="*/ 25 h 25"/>
                  <a:gd name="T6" fmla="*/ 0 w 32"/>
                  <a:gd name="T7" fmla="*/ 13 h 25"/>
                  <a:gd name="T8" fmla="*/ 16 w 32"/>
                  <a:gd name="T9" fmla="*/ 0 h 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2" h="25">
                    <a:moveTo>
                      <a:pt x="16" y="0"/>
                    </a:moveTo>
                    <a:lnTo>
                      <a:pt x="32" y="13"/>
                    </a:lnTo>
                    <a:lnTo>
                      <a:pt x="16" y="25"/>
                    </a:lnTo>
                    <a:lnTo>
                      <a:pt x="0" y="13"/>
                    </a:lnTo>
                    <a:lnTo>
                      <a:pt x="16" y="0"/>
                    </a:lnTo>
                    <a:close/>
                  </a:path>
                </a:pathLst>
              </a:custGeom>
              <a:noFill/>
              <a:ln w="7938">
                <a:solidFill>
                  <a:schemeClr val="hlink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008000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27" name="Freeform 428">
                <a:extLst>
                  <a:ext uri="{FF2B5EF4-FFF2-40B4-BE49-F238E27FC236}">
                    <a16:creationId xmlns:a16="http://schemas.microsoft.com/office/drawing/2014/main" id="{DE85EE6B-4DD5-3FFA-BA5E-5D1CF8BD3E0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43" y="2456"/>
                <a:ext cx="32" cy="26"/>
              </a:xfrm>
              <a:custGeom>
                <a:avLst/>
                <a:gdLst>
                  <a:gd name="T0" fmla="*/ 16 w 32"/>
                  <a:gd name="T1" fmla="*/ 0 h 26"/>
                  <a:gd name="T2" fmla="*/ 32 w 32"/>
                  <a:gd name="T3" fmla="*/ 13 h 26"/>
                  <a:gd name="T4" fmla="*/ 16 w 32"/>
                  <a:gd name="T5" fmla="*/ 26 h 26"/>
                  <a:gd name="T6" fmla="*/ 0 w 32"/>
                  <a:gd name="T7" fmla="*/ 13 h 26"/>
                  <a:gd name="T8" fmla="*/ 16 w 32"/>
                  <a:gd name="T9" fmla="*/ 0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2" h="26">
                    <a:moveTo>
                      <a:pt x="16" y="0"/>
                    </a:moveTo>
                    <a:lnTo>
                      <a:pt x="32" y="13"/>
                    </a:lnTo>
                    <a:lnTo>
                      <a:pt x="16" y="26"/>
                    </a:lnTo>
                    <a:lnTo>
                      <a:pt x="0" y="13"/>
                    </a:lnTo>
                    <a:lnTo>
                      <a:pt x="16" y="0"/>
                    </a:lnTo>
                    <a:close/>
                  </a:path>
                </a:pathLst>
              </a:custGeom>
              <a:noFill/>
              <a:ln w="7938">
                <a:solidFill>
                  <a:schemeClr val="hlink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008000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28" name="Freeform 429">
                <a:extLst>
                  <a:ext uri="{FF2B5EF4-FFF2-40B4-BE49-F238E27FC236}">
                    <a16:creationId xmlns:a16="http://schemas.microsoft.com/office/drawing/2014/main" id="{964D7466-88CC-023B-9691-54B7751B07C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54" y="2490"/>
                <a:ext cx="32" cy="25"/>
              </a:xfrm>
              <a:custGeom>
                <a:avLst/>
                <a:gdLst>
                  <a:gd name="T0" fmla="*/ 16 w 32"/>
                  <a:gd name="T1" fmla="*/ 0 h 25"/>
                  <a:gd name="T2" fmla="*/ 32 w 32"/>
                  <a:gd name="T3" fmla="*/ 13 h 25"/>
                  <a:gd name="T4" fmla="*/ 16 w 32"/>
                  <a:gd name="T5" fmla="*/ 25 h 25"/>
                  <a:gd name="T6" fmla="*/ 0 w 32"/>
                  <a:gd name="T7" fmla="*/ 13 h 25"/>
                  <a:gd name="T8" fmla="*/ 16 w 32"/>
                  <a:gd name="T9" fmla="*/ 0 h 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2" h="25">
                    <a:moveTo>
                      <a:pt x="16" y="0"/>
                    </a:moveTo>
                    <a:lnTo>
                      <a:pt x="32" y="13"/>
                    </a:lnTo>
                    <a:lnTo>
                      <a:pt x="16" y="25"/>
                    </a:lnTo>
                    <a:lnTo>
                      <a:pt x="0" y="13"/>
                    </a:lnTo>
                    <a:lnTo>
                      <a:pt x="16" y="0"/>
                    </a:lnTo>
                    <a:close/>
                  </a:path>
                </a:pathLst>
              </a:custGeom>
              <a:noFill/>
              <a:ln w="7938">
                <a:solidFill>
                  <a:schemeClr val="hlink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008000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29" name="Freeform 430">
                <a:extLst>
                  <a:ext uri="{FF2B5EF4-FFF2-40B4-BE49-F238E27FC236}">
                    <a16:creationId xmlns:a16="http://schemas.microsoft.com/office/drawing/2014/main" id="{A9914612-DD63-7758-5908-03CC86DF459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59" y="2422"/>
                <a:ext cx="32" cy="26"/>
              </a:xfrm>
              <a:custGeom>
                <a:avLst/>
                <a:gdLst>
                  <a:gd name="T0" fmla="*/ 16 w 32"/>
                  <a:gd name="T1" fmla="*/ 0 h 26"/>
                  <a:gd name="T2" fmla="*/ 32 w 32"/>
                  <a:gd name="T3" fmla="*/ 13 h 26"/>
                  <a:gd name="T4" fmla="*/ 16 w 32"/>
                  <a:gd name="T5" fmla="*/ 26 h 26"/>
                  <a:gd name="T6" fmla="*/ 0 w 32"/>
                  <a:gd name="T7" fmla="*/ 13 h 26"/>
                  <a:gd name="T8" fmla="*/ 16 w 32"/>
                  <a:gd name="T9" fmla="*/ 0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2" h="26">
                    <a:moveTo>
                      <a:pt x="16" y="0"/>
                    </a:moveTo>
                    <a:lnTo>
                      <a:pt x="32" y="13"/>
                    </a:lnTo>
                    <a:lnTo>
                      <a:pt x="16" y="26"/>
                    </a:lnTo>
                    <a:lnTo>
                      <a:pt x="0" y="13"/>
                    </a:lnTo>
                    <a:lnTo>
                      <a:pt x="16" y="0"/>
                    </a:lnTo>
                    <a:close/>
                  </a:path>
                </a:pathLst>
              </a:custGeom>
              <a:noFill/>
              <a:ln w="7938">
                <a:solidFill>
                  <a:schemeClr val="hlink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008000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30" name="Freeform 431">
                <a:extLst>
                  <a:ext uri="{FF2B5EF4-FFF2-40B4-BE49-F238E27FC236}">
                    <a16:creationId xmlns:a16="http://schemas.microsoft.com/office/drawing/2014/main" id="{2625E244-C27D-94CB-7DB5-B20B0E1306E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70" y="2325"/>
                <a:ext cx="32" cy="26"/>
              </a:xfrm>
              <a:custGeom>
                <a:avLst/>
                <a:gdLst>
                  <a:gd name="T0" fmla="*/ 16 w 32"/>
                  <a:gd name="T1" fmla="*/ 0 h 26"/>
                  <a:gd name="T2" fmla="*/ 32 w 32"/>
                  <a:gd name="T3" fmla="*/ 13 h 26"/>
                  <a:gd name="T4" fmla="*/ 16 w 32"/>
                  <a:gd name="T5" fmla="*/ 26 h 26"/>
                  <a:gd name="T6" fmla="*/ 0 w 32"/>
                  <a:gd name="T7" fmla="*/ 13 h 26"/>
                  <a:gd name="T8" fmla="*/ 16 w 32"/>
                  <a:gd name="T9" fmla="*/ 0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2" h="26">
                    <a:moveTo>
                      <a:pt x="16" y="0"/>
                    </a:moveTo>
                    <a:lnTo>
                      <a:pt x="32" y="13"/>
                    </a:lnTo>
                    <a:lnTo>
                      <a:pt x="16" y="26"/>
                    </a:lnTo>
                    <a:lnTo>
                      <a:pt x="0" y="13"/>
                    </a:lnTo>
                    <a:lnTo>
                      <a:pt x="16" y="0"/>
                    </a:lnTo>
                    <a:close/>
                  </a:path>
                </a:pathLst>
              </a:custGeom>
              <a:noFill/>
              <a:ln w="7938">
                <a:solidFill>
                  <a:schemeClr val="hlink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008000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31" name="Freeform 432">
                <a:extLst>
                  <a:ext uri="{FF2B5EF4-FFF2-40B4-BE49-F238E27FC236}">
                    <a16:creationId xmlns:a16="http://schemas.microsoft.com/office/drawing/2014/main" id="{4BC35100-72F8-62D1-B2B5-4A7A83B18D3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75" y="2342"/>
                <a:ext cx="32" cy="25"/>
              </a:xfrm>
              <a:custGeom>
                <a:avLst/>
                <a:gdLst>
                  <a:gd name="T0" fmla="*/ 16 w 32"/>
                  <a:gd name="T1" fmla="*/ 0 h 25"/>
                  <a:gd name="T2" fmla="*/ 32 w 32"/>
                  <a:gd name="T3" fmla="*/ 13 h 25"/>
                  <a:gd name="T4" fmla="*/ 16 w 32"/>
                  <a:gd name="T5" fmla="*/ 25 h 25"/>
                  <a:gd name="T6" fmla="*/ 0 w 32"/>
                  <a:gd name="T7" fmla="*/ 13 h 25"/>
                  <a:gd name="T8" fmla="*/ 16 w 32"/>
                  <a:gd name="T9" fmla="*/ 0 h 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2" h="25">
                    <a:moveTo>
                      <a:pt x="16" y="0"/>
                    </a:moveTo>
                    <a:lnTo>
                      <a:pt x="32" y="13"/>
                    </a:lnTo>
                    <a:lnTo>
                      <a:pt x="16" y="25"/>
                    </a:lnTo>
                    <a:lnTo>
                      <a:pt x="0" y="13"/>
                    </a:lnTo>
                    <a:lnTo>
                      <a:pt x="16" y="0"/>
                    </a:lnTo>
                    <a:close/>
                  </a:path>
                </a:pathLst>
              </a:custGeom>
              <a:noFill/>
              <a:ln w="7938">
                <a:solidFill>
                  <a:schemeClr val="hlink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008000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32" name="Freeform 433">
                <a:extLst>
                  <a:ext uri="{FF2B5EF4-FFF2-40B4-BE49-F238E27FC236}">
                    <a16:creationId xmlns:a16="http://schemas.microsoft.com/office/drawing/2014/main" id="{68C8B590-10F4-DE12-0B12-ED22C6B20B4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86" y="2629"/>
                <a:ext cx="32" cy="26"/>
              </a:xfrm>
              <a:custGeom>
                <a:avLst/>
                <a:gdLst>
                  <a:gd name="T0" fmla="*/ 16 w 32"/>
                  <a:gd name="T1" fmla="*/ 0 h 26"/>
                  <a:gd name="T2" fmla="*/ 32 w 32"/>
                  <a:gd name="T3" fmla="*/ 13 h 26"/>
                  <a:gd name="T4" fmla="*/ 16 w 32"/>
                  <a:gd name="T5" fmla="*/ 26 h 26"/>
                  <a:gd name="T6" fmla="*/ 0 w 32"/>
                  <a:gd name="T7" fmla="*/ 13 h 26"/>
                  <a:gd name="T8" fmla="*/ 16 w 32"/>
                  <a:gd name="T9" fmla="*/ 0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2" h="26">
                    <a:moveTo>
                      <a:pt x="16" y="0"/>
                    </a:moveTo>
                    <a:lnTo>
                      <a:pt x="32" y="13"/>
                    </a:lnTo>
                    <a:lnTo>
                      <a:pt x="16" y="26"/>
                    </a:lnTo>
                    <a:lnTo>
                      <a:pt x="0" y="13"/>
                    </a:lnTo>
                    <a:lnTo>
                      <a:pt x="16" y="0"/>
                    </a:lnTo>
                    <a:close/>
                  </a:path>
                </a:pathLst>
              </a:custGeom>
              <a:noFill/>
              <a:ln w="7938">
                <a:solidFill>
                  <a:schemeClr val="hlink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008000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33" name="Freeform 434">
                <a:extLst>
                  <a:ext uri="{FF2B5EF4-FFF2-40B4-BE49-F238E27FC236}">
                    <a16:creationId xmlns:a16="http://schemas.microsoft.com/office/drawing/2014/main" id="{21F48F52-3270-7609-22BA-AF3C42F8896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91" y="2414"/>
                <a:ext cx="32" cy="25"/>
              </a:xfrm>
              <a:custGeom>
                <a:avLst/>
                <a:gdLst>
                  <a:gd name="T0" fmla="*/ 16 w 32"/>
                  <a:gd name="T1" fmla="*/ 0 h 25"/>
                  <a:gd name="T2" fmla="*/ 32 w 32"/>
                  <a:gd name="T3" fmla="*/ 13 h 25"/>
                  <a:gd name="T4" fmla="*/ 16 w 32"/>
                  <a:gd name="T5" fmla="*/ 25 h 25"/>
                  <a:gd name="T6" fmla="*/ 0 w 32"/>
                  <a:gd name="T7" fmla="*/ 13 h 25"/>
                  <a:gd name="T8" fmla="*/ 16 w 32"/>
                  <a:gd name="T9" fmla="*/ 0 h 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2" h="25">
                    <a:moveTo>
                      <a:pt x="16" y="0"/>
                    </a:moveTo>
                    <a:lnTo>
                      <a:pt x="32" y="13"/>
                    </a:lnTo>
                    <a:lnTo>
                      <a:pt x="16" y="25"/>
                    </a:lnTo>
                    <a:lnTo>
                      <a:pt x="0" y="13"/>
                    </a:lnTo>
                    <a:lnTo>
                      <a:pt x="16" y="0"/>
                    </a:lnTo>
                    <a:close/>
                  </a:path>
                </a:pathLst>
              </a:custGeom>
              <a:noFill/>
              <a:ln w="7938">
                <a:solidFill>
                  <a:schemeClr val="hlink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008000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34" name="Freeform 435">
                <a:extLst>
                  <a:ext uri="{FF2B5EF4-FFF2-40B4-BE49-F238E27FC236}">
                    <a16:creationId xmlns:a16="http://schemas.microsoft.com/office/drawing/2014/main" id="{39731823-243A-3A4D-502D-C923A16F1B1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02" y="2346"/>
                <a:ext cx="32" cy="26"/>
              </a:xfrm>
              <a:custGeom>
                <a:avLst/>
                <a:gdLst>
                  <a:gd name="T0" fmla="*/ 16 w 32"/>
                  <a:gd name="T1" fmla="*/ 0 h 26"/>
                  <a:gd name="T2" fmla="*/ 32 w 32"/>
                  <a:gd name="T3" fmla="*/ 13 h 26"/>
                  <a:gd name="T4" fmla="*/ 16 w 32"/>
                  <a:gd name="T5" fmla="*/ 26 h 26"/>
                  <a:gd name="T6" fmla="*/ 0 w 32"/>
                  <a:gd name="T7" fmla="*/ 13 h 26"/>
                  <a:gd name="T8" fmla="*/ 16 w 32"/>
                  <a:gd name="T9" fmla="*/ 0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2" h="26">
                    <a:moveTo>
                      <a:pt x="16" y="0"/>
                    </a:moveTo>
                    <a:lnTo>
                      <a:pt x="32" y="13"/>
                    </a:lnTo>
                    <a:lnTo>
                      <a:pt x="16" y="26"/>
                    </a:lnTo>
                    <a:lnTo>
                      <a:pt x="0" y="13"/>
                    </a:lnTo>
                    <a:lnTo>
                      <a:pt x="16" y="0"/>
                    </a:lnTo>
                    <a:close/>
                  </a:path>
                </a:pathLst>
              </a:custGeom>
              <a:noFill/>
              <a:ln w="7938">
                <a:solidFill>
                  <a:schemeClr val="hlink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008000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35" name="Freeform 436">
                <a:extLst>
                  <a:ext uri="{FF2B5EF4-FFF2-40B4-BE49-F238E27FC236}">
                    <a16:creationId xmlns:a16="http://schemas.microsoft.com/office/drawing/2014/main" id="{6D4C3BE0-E7F3-EB5F-9AB7-18B6B5000FF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12" y="2359"/>
                <a:ext cx="32" cy="25"/>
              </a:xfrm>
              <a:custGeom>
                <a:avLst/>
                <a:gdLst>
                  <a:gd name="T0" fmla="*/ 16 w 32"/>
                  <a:gd name="T1" fmla="*/ 0 h 25"/>
                  <a:gd name="T2" fmla="*/ 32 w 32"/>
                  <a:gd name="T3" fmla="*/ 13 h 25"/>
                  <a:gd name="T4" fmla="*/ 16 w 32"/>
                  <a:gd name="T5" fmla="*/ 25 h 25"/>
                  <a:gd name="T6" fmla="*/ 0 w 32"/>
                  <a:gd name="T7" fmla="*/ 13 h 25"/>
                  <a:gd name="T8" fmla="*/ 16 w 32"/>
                  <a:gd name="T9" fmla="*/ 0 h 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2" h="25">
                    <a:moveTo>
                      <a:pt x="16" y="0"/>
                    </a:moveTo>
                    <a:lnTo>
                      <a:pt x="32" y="13"/>
                    </a:lnTo>
                    <a:lnTo>
                      <a:pt x="16" y="25"/>
                    </a:lnTo>
                    <a:lnTo>
                      <a:pt x="0" y="13"/>
                    </a:lnTo>
                    <a:lnTo>
                      <a:pt x="16" y="0"/>
                    </a:lnTo>
                    <a:close/>
                  </a:path>
                </a:pathLst>
              </a:custGeom>
              <a:noFill/>
              <a:ln w="7938">
                <a:solidFill>
                  <a:schemeClr val="hlink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008000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36" name="Freeform 437">
                <a:extLst>
                  <a:ext uri="{FF2B5EF4-FFF2-40B4-BE49-F238E27FC236}">
                    <a16:creationId xmlns:a16="http://schemas.microsoft.com/office/drawing/2014/main" id="{DD750FD5-29DB-5DBD-C16F-651E7029A93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18" y="2317"/>
                <a:ext cx="32" cy="25"/>
              </a:xfrm>
              <a:custGeom>
                <a:avLst/>
                <a:gdLst>
                  <a:gd name="T0" fmla="*/ 16 w 32"/>
                  <a:gd name="T1" fmla="*/ 0 h 25"/>
                  <a:gd name="T2" fmla="*/ 32 w 32"/>
                  <a:gd name="T3" fmla="*/ 12 h 25"/>
                  <a:gd name="T4" fmla="*/ 16 w 32"/>
                  <a:gd name="T5" fmla="*/ 25 h 25"/>
                  <a:gd name="T6" fmla="*/ 0 w 32"/>
                  <a:gd name="T7" fmla="*/ 12 h 25"/>
                  <a:gd name="T8" fmla="*/ 16 w 32"/>
                  <a:gd name="T9" fmla="*/ 0 h 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2" h="25">
                    <a:moveTo>
                      <a:pt x="16" y="0"/>
                    </a:moveTo>
                    <a:lnTo>
                      <a:pt x="32" y="12"/>
                    </a:lnTo>
                    <a:lnTo>
                      <a:pt x="16" y="25"/>
                    </a:lnTo>
                    <a:lnTo>
                      <a:pt x="0" y="12"/>
                    </a:lnTo>
                    <a:lnTo>
                      <a:pt x="16" y="0"/>
                    </a:lnTo>
                    <a:close/>
                  </a:path>
                </a:pathLst>
              </a:custGeom>
              <a:noFill/>
              <a:ln w="7938">
                <a:solidFill>
                  <a:schemeClr val="hlink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008000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37" name="Freeform 438">
                <a:extLst>
                  <a:ext uri="{FF2B5EF4-FFF2-40B4-BE49-F238E27FC236}">
                    <a16:creationId xmlns:a16="http://schemas.microsoft.com/office/drawing/2014/main" id="{EF8B167F-AEB6-78D2-52B4-E9A6A78B3C4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28" y="2279"/>
                <a:ext cx="32" cy="25"/>
              </a:xfrm>
              <a:custGeom>
                <a:avLst/>
                <a:gdLst>
                  <a:gd name="T0" fmla="*/ 16 w 32"/>
                  <a:gd name="T1" fmla="*/ 0 h 25"/>
                  <a:gd name="T2" fmla="*/ 32 w 32"/>
                  <a:gd name="T3" fmla="*/ 12 h 25"/>
                  <a:gd name="T4" fmla="*/ 16 w 32"/>
                  <a:gd name="T5" fmla="*/ 25 h 25"/>
                  <a:gd name="T6" fmla="*/ 0 w 32"/>
                  <a:gd name="T7" fmla="*/ 12 h 25"/>
                  <a:gd name="T8" fmla="*/ 16 w 32"/>
                  <a:gd name="T9" fmla="*/ 0 h 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2" h="25">
                    <a:moveTo>
                      <a:pt x="16" y="0"/>
                    </a:moveTo>
                    <a:lnTo>
                      <a:pt x="32" y="12"/>
                    </a:lnTo>
                    <a:lnTo>
                      <a:pt x="16" y="25"/>
                    </a:lnTo>
                    <a:lnTo>
                      <a:pt x="0" y="12"/>
                    </a:lnTo>
                    <a:lnTo>
                      <a:pt x="16" y="0"/>
                    </a:lnTo>
                    <a:close/>
                  </a:path>
                </a:pathLst>
              </a:custGeom>
              <a:noFill/>
              <a:ln w="7938">
                <a:solidFill>
                  <a:schemeClr val="hlink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008000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38" name="Freeform 439">
                <a:extLst>
                  <a:ext uri="{FF2B5EF4-FFF2-40B4-BE49-F238E27FC236}">
                    <a16:creationId xmlns:a16="http://schemas.microsoft.com/office/drawing/2014/main" id="{7A9F227B-79A6-86E6-60CF-1F9417747FA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34" y="2236"/>
                <a:ext cx="32" cy="26"/>
              </a:xfrm>
              <a:custGeom>
                <a:avLst/>
                <a:gdLst>
                  <a:gd name="T0" fmla="*/ 16 w 32"/>
                  <a:gd name="T1" fmla="*/ 0 h 26"/>
                  <a:gd name="T2" fmla="*/ 32 w 32"/>
                  <a:gd name="T3" fmla="*/ 13 h 26"/>
                  <a:gd name="T4" fmla="*/ 16 w 32"/>
                  <a:gd name="T5" fmla="*/ 26 h 26"/>
                  <a:gd name="T6" fmla="*/ 0 w 32"/>
                  <a:gd name="T7" fmla="*/ 13 h 26"/>
                  <a:gd name="T8" fmla="*/ 16 w 32"/>
                  <a:gd name="T9" fmla="*/ 0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2" h="26">
                    <a:moveTo>
                      <a:pt x="16" y="0"/>
                    </a:moveTo>
                    <a:lnTo>
                      <a:pt x="32" y="13"/>
                    </a:lnTo>
                    <a:lnTo>
                      <a:pt x="16" y="26"/>
                    </a:lnTo>
                    <a:lnTo>
                      <a:pt x="0" y="13"/>
                    </a:lnTo>
                    <a:lnTo>
                      <a:pt x="16" y="0"/>
                    </a:lnTo>
                    <a:close/>
                  </a:path>
                </a:pathLst>
              </a:custGeom>
              <a:noFill/>
              <a:ln w="7938">
                <a:solidFill>
                  <a:schemeClr val="hlink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008000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39" name="Freeform 440">
                <a:extLst>
                  <a:ext uri="{FF2B5EF4-FFF2-40B4-BE49-F238E27FC236}">
                    <a16:creationId xmlns:a16="http://schemas.microsoft.com/office/drawing/2014/main" id="{6B5B91A7-C4F9-1156-941E-C3088BA3AE7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44" y="2165"/>
                <a:ext cx="32" cy="25"/>
              </a:xfrm>
              <a:custGeom>
                <a:avLst/>
                <a:gdLst>
                  <a:gd name="T0" fmla="*/ 16 w 32"/>
                  <a:gd name="T1" fmla="*/ 0 h 25"/>
                  <a:gd name="T2" fmla="*/ 32 w 32"/>
                  <a:gd name="T3" fmla="*/ 12 h 25"/>
                  <a:gd name="T4" fmla="*/ 16 w 32"/>
                  <a:gd name="T5" fmla="*/ 25 h 25"/>
                  <a:gd name="T6" fmla="*/ 0 w 32"/>
                  <a:gd name="T7" fmla="*/ 12 h 25"/>
                  <a:gd name="T8" fmla="*/ 16 w 32"/>
                  <a:gd name="T9" fmla="*/ 0 h 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2" h="25">
                    <a:moveTo>
                      <a:pt x="16" y="0"/>
                    </a:moveTo>
                    <a:lnTo>
                      <a:pt x="32" y="12"/>
                    </a:lnTo>
                    <a:lnTo>
                      <a:pt x="16" y="25"/>
                    </a:lnTo>
                    <a:lnTo>
                      <a:pt x="0" y="12"/>
                    </a:lnTo>
                    <a:lnTo>
                      <a:pt x="16" y="0"/>
                    </a:lnTo>
                    <a:close/>
                  </a:path>
                </a:pathLst>
              </a:custGeom>
              <a:noFill/>
              <a:ln w="7938">
                <a:solidFill>
                  <a:schemeClr val="hlink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008000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40" name="Line 441">
                <a:extLst>
                  <a:ext uri="{FF2B5EF4-FFF2-40B4-BE49-F238E27FC236}">
                    <a16:creationId xmlns:a16="http://schemas.microsoft.com/office/drawing/2014/main" id="{7B2BB79D-87CD-DB0D-1EF6-AC46AA5DC91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01" y="3690"/>
                <a:ext cx="22" cy="1"/>
              </a:xfrm>
              <a:prstGeom prst="line">
                <a:avLst/>
              </a:prstGeom>
              <a:noFill/>
              <a:ln w="0">
                <a:solidFill>
                  <a:schemeClr val="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41" name="Line 442">
                <a:extLst>
                  <a:ext uri="{FF2B5EF4-FFF2-40B4-BE49-F238E27FC236}">
                    <a16:creationId xmlns:a16="http://schemas.microsoft.com/office/drawing/2014/main" id="{8CE40D15-054B-1E89-B344-201B52CD8E0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623" y="3690"/>
                <a:ext cx="1" cy="17"/>
              </a:xfrm>
              <a:prstGeom prst="line">
                <a:avLst/>
              </a:prstGeom>
              <a:noFill/>
              <a:ln w="0">
                <a:solidFill>
                  <a:schemeClr val="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42" name="Line 443">
                <a:extLst>
                  <a:ext uri="{FF2B5EF4-FFF2-40B4-BE49-F238E27FC236}">
                    <a16:creationId xmlns:a16="http://schemas.microsoft.com/office/drawing/2014/main" id="{CB87E147-BF79-93C5-53F9-2C6B1C1F64E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639" y="3344"/>
                <a:ext cx="10" cy="21"/>
              </a:xfrm>
              <a:prstGeom prst="line">
                <a:avLst/>
              </a:prstGeom>
              <a:noFill/>
              <a:ln w="7938">
                <a:solidFill>
                  <a:schemeClr val="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43" name="Line 444">
                <a:extLst>
                  <a:ext uri="{FF2B5EF4-FFF2-40B4-BE49-F238E27FC236}">
                    <a16:creationId xmlns:a16="http://schemas.microsoft.com/office/drawing/2014/main" id="{8AE35D8E-3859-3E85-1B9F-C474449172D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49" y="3344"/>
                <a:ext cx="5" cy="42"/>
              </a:xfrm>
              <a:prstGeom prst="line">
                <a:avLst/>
              </a:prstGeom>
              <a:noFill/>
              <a:ln w="7938">
                <a:solidFill>
                  <a:schemeClr val="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44" name="Line 445">
                <a:extLst>
                  <a:ext uri="{FF2B5EF4-FFF2-40B4-BE49-F238E27FC236}">
                    <a16:creationId xmlns:a16="http://schemas.microsoft.com/office/drawing/2014/main" id="{1585044E-5EB7-0F30-21EF-49967535773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654" y="3301"/>
                <a:ext cx="11" cy="85"/>
              </a:xfrm>
              <a:prstGeom prst="line">
                <a:avLst/>
              </a:prstGeom>
              <a:noFill/>
              <a:ln w="7938">
                <a:solidFill>
                  <a:schemeClr val="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45" name="Line 446">
                <a:extLst>
                  <a:ext uri="{FF2B5EF4-FFF2-40B4-BE49-F238E27FC236}">
                    <a16:creationId xmlns:a16="http://schemas.microsoft.com/office/drawing/2014/main" id="{705F28B3-5635-0AAA-BA09-B0AE2D4F196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665" y="3196"/>
                <a:ext cx="5" cy="105"/>
              </a:xfrm>
              <a:prstGeom prst="line">
                <a:avLst/>
              </a:prstGeom>
              <a:noFill/>
              <a:ln w="7938">
                <a:solidFill>
                  <a:schemeClr val="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46" name="Line 447">
                <a:extLst>
                  <a:ext uri="{FF2B5EF4-FFF2-40B4-BE49-F238E27FC236}">
                    <a16:creationId xmlns:a16="http://schemas.microsoft.com/office/drawing/2014/main" id="{433FA79E-578D-C742-1369-E3E56CB10C6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670" y="3124"/>
                <a:ext cx="11" cy="72"/>
              </a:xfrm>
              <a:prstGeom prst="line">
                <a:avLst/>
              </a:prstGeom>
              <a:noFill/>
              <a:ln w="7938">
                <a:solidFill>
                  <a:schemeClr val="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47" name="Line 448">
                <a:extLst>
                  <a:ext uri="{FF2B5EF4-FFF2-40B4-BE49-F238E27FC236}">
                    <a16:creationId xmlns:a16="http://schemas.microsoft.com/office/drawing/2014/main" id="{B77623AC-12D9-F38E-63A6-8D378884822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681" y="3010"/>
                <a:ext cx="5" cy="114"/>
              </a:xfrm>
              <a:prstGeom prst="line">
                <a:avLst/>
              </a:prstGeom>
              <a:noFill/>
              <a:ln w="7938">
                <a:solidFill>
                  <a:schemeClr val="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48" name="Line 449">
                <a:extLst>
                  <a:ext uri="{FF2B5EF4-FFF2-40B4-BE49-F238E27FC236}">
                    <a16:creationId xmlns:a16="http://schemas.microsoft.com/office/drawing/2014/main" id="{A934FE1D-D5B2-0C7C-5AD3-53F84B8A04B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686" y="2993"/>
                <a:ext cx="11" cy="17"/>
              </a:xfrm>
              <a:prstGeom prst="line">
                <a:avLst/>
              </a:prstGeom>
              <a:noFill/>
              <a:ln w="7938">
                <a:solidFill>
                  <a:schemeClr val="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49" name="Line 450">
                <a:extLst>
                  <a:ext uri="{FF2B5EF4-FFF2-40B4-BE49-F238E27FC236}">
                    <a16:creationId xmlns:a16="http://schemas.microsoft.com/office/drawing/2014/main" id="{12411568-32AD-E3DD-8CAD-D9BCB64AAF2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697" y="2896"/>
                <a:ext cx="11" cy="97"/>
              </a:xfrm>
              <a:prstGeom prst="line">
                <a:avLst/>
              </a:prstGeom>
              <a:noFill/>
              <a:ln w="7938">
                <a:solidFill>
                  <a:schemeClr val="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50" name="Line 451">
                <a:extLst>
                  <a:ext uri="{FF2B5EF4-FFF2-40B4-BE49-F238E27FC236}">
                    <a16:creationId xmlns:a16="http://schemas.microsoft.com/office/drawing/2014/main" id="{7AADCD2C-3D4C-E8BF-DEED-A91C0BBDC24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708" y="2782"/>
                <a:ext cx="5" cy="114"/>
              </a:xfrm>
              <a:prstGeom prst="line">
                <a:avLst/>
              </a:prstGeom>
              <a:noFill/>
              <a:ln w="7938">
                <a:solidFill>
                  <a:schemeClr val="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51" name="Line 452">
                <a:extLst>
                  <a:ext uri="{FF2B5EF4-FFF2-40B4-BE49-F238E27FC236}">
                    <a16:creationId xmlns:a16="http://schemas.microsoft.com/office/drawing/2014/main" id="{BB07B904-20BD-3CD0-7208-5BC9034EF4A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713" y="2714"/>
                <a:ext cx="11" cy="68"/>
              </a:xfrm>
              <a:prstGeom prst="line">
                <a:avLst/>
              </a:prstGeom>
              <a:noFill/>
              <a:ln w="7938">
                <a:solidFill>
                  <a:schemeClr val="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52" name="Line 453">
                <a:extLst>
                  <a:ext uri="{FF2B5EF4-FFF2-40B4-BE49-F238E27FC236}">
                    <a16:creationId xmlns:a16="http://schemas.microsoft.com/office/drawing/2014/main" id="{A1A4BF33-C63B-7D87-FEFA-53F4E2A6CD1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724" y="2714"/>
                <a:ext cx="5" cy="1"/>
              </a:xfrm>
              <a:prstGeom prst="line">
                <a:avLst/>
              </a:prstGeom>
              <a:noFill/>
              <a:ln w="7938">
                <a:solidFill>
                  <a:schemeClr val="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53" name="Line 454">
                <a:extLst>
                  <a:ext uri="{FF2B5EF4-FFF2-40B4-BE49-F238E27FC236}">
                    <a16:creationId xmlns:a16="http://schemas.microsoft.com/office/drawing/2014/main" id="{DA1B3B2C-0ECD-8287-0C40-81016C5E396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729" y="2591"/>
                <a:ext cx="11" cy="123"/>
              </a:xfrm>
              <a:prstGeom prst="line">
                <a:avLst/>
              </a:prstGeom>
              <a:noFill/>
              <a:ln w="7938">
                <a:solidFill>
                  <a:schemeClr val="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54" name="Line 455">
                <a:extLst>
                  <a:ext uri="{FF2B5EF4-FFF2-40B4-BE49-F238E27FC236}">
                    <a16:creationId xmlns:a16="http://schemas.microsoft.com/office/drawing/2014/main" id="{F02FADE0-55D9-A90F-EBCB-B407C62EC70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740" y="2591"/>
                <a:ext cx="5" cy="68"/>
              </a:xfrm>
              <a:prstGeom prst="line">
                <a:avLst/>
              </a:prstGeom>
              <a:noFill/>
              <a:ln w="7938">
                <a:solidFill>
                  <a:schemeClr val="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55" name="Line 456">
                <a:extLst>
                  <a:ext uri="{FF2B5EF4-FFF2-40B4-BE49-F238E27FC236}">
                    <a16:creationId xmlns:a16="http://schemas.microsoft.com/office/drawing/2014/main" id="{8B494C16-2EA9-D279-1994-ED018E86251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745" y="2659"/>
                <a:ext cx="11" cy="59"/>
              </a:xfrm>
              <a:prstGeom prst="line">
                <a:avLst/>
              </a:prstGeom>
              <a:noFill/>
              <a:ln w="7938">
                <a:solidFill>
                  <a:schemeClr val="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56" name="Line 457">
                <a:extLst>
                  <a:ext uri="{FF2B5EF4-FFF2-40B4-BE49-F238E27FC236}">
                    <a16:creationId xmlns:a16="http://schemas.microsoft.com/office/drawing/2014/main" id="{1563F1CD-5378-F963-F985-B0ABFA6AD28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756" y="2718"/>
                <a:ext cx="5" cy="4"/>
              </a:xfrm>
              <a:prstGeom prst="line">
                <a:avLst/>
              </a:prstGeom>
              <a:noFill/>
              <a:ln w="7938">
                <a:solidFill>
                  <a:schemeClr val="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57" name="Line 458">
                <a:extLst>
                  <a:ext uri="{FF2B5EF4-FFF2-40B4-BE49-F238E27FC236}">
                    <a16:creationId xmlns:a16="http://schemas.microsoft.com/office/drawing/2014/main" id="{E2D5EB03-DDC4-4483-CFF3-3CFCC727DB2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761" y="2722"/>
                <a:ext cx="10" cy="43"/>
              </a:xfrm>
              <a:prstGeom prst="line">
                <a:avLst/>
              </a:prstGeom>
              <a:noFill/>
              <a:ln w="7938">
                <a:solidFill>
                  <a:schemeClr val="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58" name="Line 459">
                <a:extLst>
                  <a:ext uri="{FF2B5EF4-FFF2-40B4-BE49-F238E27FC236}">
                    <a16:creationId xmlns:a16="http://schemas.microsoft.com/office/drawing/2014/main" id="{4E24659E-82C7-036B-26D2-E22BEC6BB39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771" y="2629"/>
                <a:ext cx="11" cy="136"/>
              </a:xfrm>
              <a:prstGeom prst="line">
                <a:avLst/>
              </a:prstGeom>
              <a:noFill/>
              <a:ln w="7938">
                <a:solidFill>
                  <a:schemeClr val="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59" name="Line 460">
                <a:extLst>
                  <a:ext uri="{FF2B5EF4-FFF2-40B4-BE49-F238E27FC236}">
                    <a16:creationId xmlns:a16="http://schemas.microsoft.com/office/drawing/2014/main" id="{2D073778-D714-56C7-F3EB-C5B76592DA2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782" y="2427"/>
                <a:ext cx="5" cy="202"/>
              </a:xfrm>
              <a:prstGeom prst="line">
                <a:avLst/>
              </a:prstGeom>
              <a:noFill/>
              <a:ln w="7938">
                <a:solidFill>
                  <a:schemeClr val="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60" name="Line 461">
                <a:extLst>
                  <a:ext uri="{FF2B5EF4-FFF2-40B4-BE49-F238E27FC236}">
                    <a16:creationId xmlns:a16="http://schemas.microsoft.com/office/drawing/2014/main" id="{2477EB4C-4E3A-B284-79EA-4D560941E7C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787" y="2422"/>
                <a:ext cx="11" cy="5"/>
              </a:xfrm>
              <a:prstGeom prst="line">
                <a:avLst/>
              </a:prstGeom>
              <a:noFill/>
              <a:ln w="7938">
                <a:solidFill>
                  <a:schemeClr val="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61" name="Line 462">
                <a:extLst>
                  <a:ext uri="{FF2B5EF4-FFF2-40B4-BE49-F238E27FC236}">
                    <a16:creationId xmlns:a16="http://schemas.microsoft.com/office/drawing/2014/main" id="{84E4AEF9-4A74-4962-5710-AAAF9B12538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798" y="2397"/>
                <a:ext cx="5" cy="25"/>
              </a:xfrm>
              <a:prstGeom prst="line">
                <a:avLst/>
              </a:prstGeom>
              <a:noFill/>
              <a:ln w="7938">
                <a:solidFill>
                  <a:schemeClr val="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62" name="Line 463">
                <a:extLst>
                  <a:ext uri="{FF2B5EF4-FFF2-40B4-BE49-F238E27FC236}">
                    <a16:creationId xmlns:a16="http://schemas.microsoft.com/office/drawing/2014/main" id="{5760A12F-D2C4-21FE-F45F-C09C2D854B5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803" y="2004"/>
                <a:ext cx="11" cy="393"/>
              </a:xfrm>
              <a:prstGeom prst="line">
                <a:avLst/>
              </a:prstGeom>
              <a:noFill/>
              <a:ln w="7938">
                <a:solidFill>
                  <a:schemeClr val="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63" name="Line 464">
                <a:extLst>
                  <a:ext uri="{FF2B5EF4-FFF2-40B4-BE49-F238E27FC236}">
                    <a16:creationId xmlns:a16="http://schemas.microsoft.com/office/drawing/2014/main" id="{B7913247-340F-6038-ABCA-C0E9BFB25CE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814" y="1949"/>
                <a:ext cx="5" cy="55"/>
              </a:xfrm>
              <a:prstGeom prst="line">
                <a:avLst/>
              </a:prstGeom>
              <a:noFill/>
              <a:ln w="7938">
                <a:solidFill>
                  <a:schemeClr val="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64" name="Line 465">
                <a:extLst>
                  <a:ext uri="{FF2B5EF4-FFF2-40B4-BE49-F238E27FC236}">
                    <a16:creationId xmlns:a16="http://schemas.microsoft.com/office/drawing/2014/main" id="{B4BC7050-A05A-63B2-F896-F1D783723EB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819" y="1928"/>
                <a:ext cx="11" cy="21"/>
              </a:xfrm>
              <a:prstGeom prst="line">
                <a:avLst/>
              </a:prstGeom>
              <a:noFill/>
              <a:ln w="7938">
                <a:solidFill>
                  <a:schemeClr val="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65" name="Line 466">
                <a:extLst>
                  <a:ext uri="{FF2B5EF4-FFF2-40B4-BE49-F238E27FC236}">
                    <a16:creationId xmlns:a16="http://schemas.microsoft.com/office/drawing/2014/main" id="{FE72A42F-A60F-3887-56E3-8ADC9D2AD39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830" y="1928"/>
                <a:ext cx="5" cy="42"/>
              </a:xfrm>
              <a:prstGeom prst="line">
                <a:avLst/>
              </a:prstGeom>
              <a:noFill/>
              <a:ln w="7938">
                <a:solidFill>
                  <a:schemeClr val="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66" name="Line 467">
                <a:extLst>
                  <a:ext uri="{FF2B5EF4-FFF2-40B4-BE49-F238E27FC236}">
                    <a16:creationId xmlns:a16="http://schemas.microsoft.com/office/drawing/2014/main" id="{AD8E4857-F6CB-E494-E6AC-A90361A8CE8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835" y="1970"/>
                <a:ext cx="11" cy="106"/>
              </a:xfrm>
              <a:prstGeom prst="line">
                <a:avLst/>
              </a:prstGeom>
              <a:noFill/>
              <a:ln w="7938">
                <a:solidFill>
                  <a:schemeClr val="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67" name="Line 468">
                <a:extLst>
                  <a:ext uri="{FF2B5EF4-FFF2-40B4-BE49-F238E27FC236}">
                    <a16:creationId xmlns:a16="http://schemas.microsoft.com/office/drawing/2014/main" id="{FE43AF40-C3EE-91E4-33F2-B6D4EF7C67B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846" y="2076"/>
                <a:ext cx="11" cy="13"/>
              </a:xfrm>
              <a:prstGeom prst="line">
                <a:avLst/>
              </a:prstGeom>
              <a:noFill/>
              <a:ln w="7938">
                <a:solidFill>
                  <a:schemeClr val="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68" name="Line 469">
                <a:extLst>
                  <a:ext uri="{FF2B5EF4-FFF2-40B4-BE49-F238E27FC236}">
                    <a16:creationId xmlns:a16="http://schemas.microsoft.com/office/drawing/2014/main" id="{8A8FBFD7-38D5-A365-7411-377FF4C3488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857" y="2089"/>
                <a:ext cx="5" cy="67"/>
              </a:xfrm>
              <a:prstGeom prst="line">
                <a:avLst/>
              </a:prstGeom>
              <a:noFill/>
              <a:ln w="7938">
                <a:solidFill>
                  <a:schemeClr val="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69" name="Line 470">
                <a:extLst>
                  <a:ext uri="{FF2B5EF4-FFF2-40B4-BE49-F238E27FC236}">
                    <a16:creationId xmlns:a16="http://schemas.microsoft.com/office/drawing/2014/main" id="{3E587FAE-90A7-7675-D3AB-9F47F9D2D06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862" y="2156"/>
                <a:ext cx="10" cy="64"/>
              </a:xfrm>
              <a:prstGeom prst="line">
                <a:avLst/>
              </a:prstGeom>
              <a:noFill/>
              <a:ln w="7938">
                <a:solidFill>
                  <a:schemeClr val="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70" name="Line 471">
                <a:extLst>
                  <a:ext uri="{FF2B5EF4-FFF2-40B4-BE49-F238E27FC236}">
                    <a16:creationId xmlns:a16="http://schemas.microsoft.com/office/drawing/2014/main" id="{10A515D0-B4CC-BC16-C4FC-D94E227F28B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872" y="2215"/>
                <a:ext cx="6" cy="5"/>
              </a:xfrm>
              <a:prstGeom prst="line">
                <a:avLst/>
              </a:prstGeom>
              <a:noFill/>
              <a:ln w="7938">
                <a:solidFill>
                  <a:schemeClr val="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71" name="Line 472">
                <a:extLst>
                  <a:ext uri="{FF2B5EF4-FFF2-40B4-BE49-F238E27FC236}">
                    <a16:creationId xmlns:a16="http://schemas.microsoft.com/office/drawing/2014/main" id="{F1416F45-DC51-544A-31BD-C664B2D7415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878" y="2215"/>
                <a:ext cx="10" cy="43"/>
              </a:xfrm>
              <a:prstGeom prst="line">
                <a:avLst/>
              </a:prstGeom>
              <a:noFill/>
              <a:ln w="7938">
                <a:solidFill>
                  <a:schemeClr val="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72" name="Line 473">
                <a:extLst>
                  <a:ext uri="{FF2B5EF4-FFF2-40B4-BE49-F238E27FC236}">
                    <a16:creationId xmlns:a16="http://schemas.microsoft.com/office/drawing/2014/main" id="{9F64F322-B982-D8A7-53B0-B346232CCE4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888" y="2258"/>
                <a:ext cx="6" cy="21"/>
              </a:xfrm>
              <a:prstGeom prst="line">
                <a:avLst/>
              </a:prstGeom>
              <a:noFill/>
              <a:ln w="7938">
                <a:solidFill>
                  <a:schemeClr val="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73" name="Line 474">
                <a:extLst>
                  <a:ext uri="{FF2B5EF4-FFF2-40B4-BE49-F238E27FC236}">
                    <a16:creationId xmlns:a16="http://schemas.microsoft.com/office/drawing/2014/main" id="{3CA3F890-7AB6-75A1-7B80-241B155F0B1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894" y="2186"/>
                <a:ext cx="10" cy="93"/>
              </a:xfrm>
              <a:prstGeom prst="line">
                <a:avLst/>
              </a:prstGeom>
              <a:noFill/>
              <a:ln w="7938">
                <a:solidFill>
                  <a:schemeClr val="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74" name="Line 475">
                <a:extLst>
                  <a:ext uri="{FF2B5EF4-FFF2-40B4-BE49-F238E27FC236}">
                    <a16:creationId xmlns:a16="http://schemas.microsoft.com/office/drawing/2014/main" id="{A4C043D6-096B-1615-49FF-D27A9A0256F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904" y="2186"/>
                <a:ext cx="11" cy="17"/>
              </a:xfrm>
              <a:prstGeom prst="line">
                <a:avLst/>
              </a:prstGeom>
              <a:noFill/>
              <a:ln w="7938">
                <a:solidFill>
                  <a:schemeClr val="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75" name="Line 476">
                <a:extLst>
                  <a:ext uri="{FF2B5EF4-FFF2-40B4-BE49-F238E27FC236}">
                    <a16:creationId xmlns:a16="http://schemas.microsoft.com/office/drawing/2014/main" id="{2D610A7F-32F2-0E9D-BEE6-870D8B6D923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915" y="2143"/>
                <a:ext cx="5" cy="60"/>
              </a:xfrm>
              <a:prstGeom prst="line">
                <a:avLst/>
              </a:prstGeom>
              <a:noFill/>
              <a:ln w="7938">
                <a:solidFill>
                  <a:schemeClr val="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76" name="Line 477">
                <a:extLst>
                  <a:ext uri="{FF2B5EF4-FFF2-40B4-BE49-F238E27FC236}">
                    <a16:creationId xmlns:a16="http://schemas.microsoft.com/office/drawing/2014/main" id="{5FE0F0EC-C1C0-AF8D-5DBD-0AA962FE644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920" y="2143"/>
                <a:ext cx="11" cy="13"/>
              </a:xfrm>
              <a:prstGeom prst="line">
                <a:avLst/>
              </a:prstGeom>
              <a:noFill/>
              <a:ln w="7938">
                <a:solidFill>
                  <a:schemeClr val="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77" name="Line 478">
                <a:extLst>
                  <a:ext uri="{FF2B5EF4-FFF2-40B4-BE49-F238E27FC236}">
                    <a16:creationId xmlns:a16="http://schemas.microsoft.com/office/drawing/2014/main" id="{3F275689-936F-3530-5D2D-B68EDFE1255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931" y="2025"/>
                <a:ext cx="5" cy="131"/>
              </a:xfrm>
              <a:prstGeom prst="line">
                <a:avLst/>
              </a:prstGeom>
              <a:noFill/>
              <a:ln w="7938">
                <a:solidFill>
                  <a:schemeClr val="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78" name="Line 479">
                <a:extLst>
                  <a:ext uri="{FF2B5EF4-FFF2-40B4-BE49-F238E27FC236}">
                    <a16:creationId xmlns:a16="http://schemas.microsoft.com/office/drawing/2014/main" id="{79EBE238-0C1C-B454-ABB8-6C8E6527845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936" y="1987"/>
                <a:ext cx="11" cy="38"/>
              </a:xfrm>
              <a:prstGeom prst="line">
                <a:avLst/>
              </a:prstGeom>
              <a:noFill/>
              <a:ln w="7938">
                <a:solidFill>
                  <a:schemeClr val="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79" name="Line 480">
                <a:extLst>
                  <a:ext uri="{FF2B5EF4-FFF2-40B4-BE49-F238E27FC236}">
                    <a16:creationId xmlns:a16="http://schemas.microsoft.com/office/drawing/2014/main" id="{630D5220-2FEC-08E7-AD5F-BB5EDEB8BF2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947" y="1987"/>
                <a:ext cx="5" cy="68"/>
              </a:xfrm>
              <a:prstGeom prst="line">
                <a:avLst/>
              </a:prstGeom>
              <a:noFill/>
              <a:ln w="7938">
                <a:solidFill>
                  <a:schemeClr val="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80" name="Line 481">
                <a:extLst>
                  <a:ext uri="{FF2B5EF4-FFF2-40B4-BE49-F238E27FC236}">
                    <a16:creationId xmlns:a16="http://schemas.microsoft.com/office/drawing/2014/main" id="{7A111361-4C3D-311F-6E59-919E9663829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952" y="2051"/>
                <a:ext cx="11" cy="4"/>
              </a:xfrm>
              <a:prstGeom prst="line">
                <a:avLst/>
              </a:prstGeom>
              <a:noFill/>
              <a:ln w="7938">
                <a:solidFill>
                  <a:schemeClr val="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81" name="Line 482">
                <a:extLst>
                  <a:ext uri="{FF2B5EF4-FFF2-40B4-BE49-F238E27FC236}">
                    <a16:creationId xmlns:a16="http://schemas.microsoft.com/office/drawing/2014/main" id="{BBF8AE3C-D65D-EB9A-DECC-1416C4D5A55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963" y="2051"/>
                <a:ext cx="5" cy="16"/>
              </a:xfrm>
              <a:prstGeom prst="line">
                <a:avLst/>
              </a:prstGeom>
              <a:noFill/>
              <a:ln w="7938">
                <a:solidFill>
                  <a:schemeClr val="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82" name="Line 483">
                <a:extLst>
                  <a:ext uri="{FF2B5EF4-FFF2-40B4-BE49-F238E27FC236}">
                    <a16:creationId xmlns:a16="http://schemas.microsoft.com/office/drawing/2014/main" id="{8276F4EA-D628-5342-765E-F225DD23BAC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968" y="2067"/>
                <a:ext cx="11" cy="17"/>
              </a:xfrm>
              <a:prstGeom prst="line">
                <a:avLst/>
              </a:prstGeom>
              <a:noFill/>
              <a:ln w="7938">
                <a:solidFill>
                  <a:schemeClr val="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83" name="Line 484">
                <a:extLst>
                  <a:ext uri="{FF2B5EF4-FFF2-40B4-BE49-F238E27FC236}">
                    <a16:creationId xmlns:a16="http://schemas.microsoft.com/office/drawing/2014/main" id="{2CB17878-2468-7174-56A3-F57C758D7A7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979" y="2084"/>
                <a:ext cx="10" cy="76"/>
              </a:xfrm>
              <a:prstGeom prst="line">
                <a:avLst/>
              </a:prstGeom>
              <a:noFill/>
              <a:ln w="7938">
                <a:solidFill>
                  <a:schemeClr val="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84" name="Line 485">
                <a:extLst>
                  <a:ext uri="{FF2B5EF4-FFF2-40B4-BE49-F238E27FC236}">
                    <a16:creationId xmlns:a16="http://schemas.microsoft.com/office/drawing/2014/main" id="{F6179486-CFB4-BEF9-CDF9-E7F7999F4E4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989" y="2160"/>
                <a:ext cx="6" cy="76"/>
              </a:xfrm>
              <a:prstGeom prst="line">
                <a:avLst/>
              </a:prstGeom>
              <a:noFill/>
              <a:ln w="7938">
                <a:solidFill>
                  <a:schemeClr val="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85" name="Line 486">
                <a:extLst>
                  <a:ext uri="{FF2B5EF4-FFF2-40B4-BE49-F238E27FC236}">
                    <a16:creationId xmlns:a16="http://schemas.microsoft.com/office/drawing/2014/main" id="{9FB7DF29-4CDF-C88C-3CEF-C3BC122D2D8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995" y="2236"/>
                <a:ext cx="10" cy="98"/>
              </a:xfrm>
              <a:prstGeom prst="line">
                <a:avLst/>
              </a:prstGeom>
              <a:noFill/>
              <a:ln w="7938">
                <a:solidFill>
                  <a:schemeClr val="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86" name="Line 487">
                <a:extLst>
                  <a:ext uri="{FF2B5EF4-FFF2-40B4-BE49-F238E27FC236}">
                    <a16:creationId xmlns:a16="http://schemas.microsoft.com/office/drawing/2014/main" id="{89EF35EE-FE27-EDEA-526C-E27433B212E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005" y="2334"/>
                <a:ext cx="6" cy="71"/>
              </a:xfrm>
              <a:prstGeom prst="line">
                <a:avLst/>
              </a:prstGeom>
              <a:noFill/>
              <a:ln w="7938">
                <a:solidFill>
                  <a:schemeClr val="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87" name="Line 488">
                <a:extLst>
                  <a:ext uri="{FF2B5EF4-FFF2-40B4-BE49-F238E27FC236}">
                    <a16:creationId xmlns:a16="http://schemas.microsoft.com/office/drawing/2014/main" id="{FA63DD16-A54F-6285-0D66-DFF1D85C0FA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011" y="2405"/>
                <a:ext cx="10" cy="119"/>
              </a:xfrm>
              <a:prstGeom prst="line">
                <a:avLst/>
              </a:prstGeom>
              <a:noFill/>
              <a:ln w="7938">
                <a:solidFill>
                  <a:schemeClr val="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88" name="Line 489">
                <a:extLst>
                  <a:ext uri="{FF2B5EF4-FFF2-40B4-BE49-F238E27FC236}">
                    <a16:creationId xmlns:a16="http://schemas.microsoft.com/office/drawing/2014/main" id="{237DFAE9-604A-A855-E310-28D65B1DFF8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021" y="2482"/>
                <a:ext cx="6" cy="42"/>
              </a:xfrm>
              <a:prstGeom prst="line">
                <a:avLst/>
              </a:prstGeom>
              <a:noFill/>
              <a:ln w="7938">
                <a:solidFill>
                  <a:schemeClr val="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89" name="Line 490">
                <a:extLst>
                  <a:ext uri="{FF2B5EF4-FFF2-40B4-BE49-F238E27FC236}">
                    <a16:creationId xmlns:a16="http://schemas.microsoft.com/office/drawing/2014/main" id="{479713EF-3BB7-96CA-2AEF-25CEECEAB7B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027" y="2435"/>
                <a:ext cx="10" cy="47"/>
              </a:xfrm>
              <a:prstGeom prst="line">
                <a:avLst/>
              </a:prstGeom>
              <a:noFill/>
              <a:ln w="7938">
                <a:solidFill>
                  <a:schemeClr val="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90" name="Line 491">
                <a:extLst>
                  <a:ext uri="{FF2B5EF4-FFF2-40B4-BE49-F238E27FC236}">
                    <a16:creationId xmlns:a16="http://schemas.microsoft.com/office/drawing/2014/main" id="{D414360F-54F0-AED4-67E4-607FD788DB4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037" y="2435"/>
                <a:ext cx="6" cy="127"/>
              </a:xfrm>
              <a:prstGeom prst="line">
                <a:avLst/>
              </a:prstGeom>
              <a:noFill/>
              <a:ln w="7938">
                <a:solidFill>
                  <a:schemeClr val="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91" name="Line 492">
                <a:extLst>
                  <a:ext uri="{FF2B5EF4-FFF2-40B4-BE49-F238E27FC236}">
                    <a16:creationId xmlns:a16="http://schemas.microsoft.com/office/drawing/2014/main" id="{CA398D83-1E5F-AEAE-C389-D9C76E78DEF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043" y="2498"/>
                <a:ext cx="10" cy="64"/>
              </a:xfrm>
              <a:prstGeom prst="line">
                <a:avLst/>
              </a:prstGeom>
              <a:noFill/>
              <a:ln w="7938">
                <a:solidFill>
                  <a:schemeClr val="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92" name="Line 493">
                <a:extLst>
                  <a:ext uri="{FF2B5EF4-FFF2-40B4-BE49-F238E27FC236}">
                    <a16:creationId xmlns:a16="http://schemas.microsoft.com/office/drawing/2014/main" id="{2F597549-B67C-975E-78EC-61CBD69C73D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053" y="2498"/>
                <a:ext cx="11" cy="174"/>
              </a:xfrm>
              <a:prstGeom prst="line">
                <a:avLst/>
              </a:prstGeom>
              <a:noFill/>
              <a:ln w="7938">
                <a:solidFill>
                  <a:schemeClr val="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93" name="Line 494">
                <a:extLst>
                  <a:ext uri="{FF2B5EF4-FFF2-40B4-BE49-F238E27FC236}">
                    <a16:creationId xmlns:a16="http://schemas.microsoft.com/office/drawing/2014/main" id="{0924DD23-A3A6-82F6-AFFD-627199613D6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064" y="2384"/>
                <a:ext cx="5" cy="288"/>
              </a:xfrm>
              <a:prstGeom prst="line">
                <a:avLst/>
              </a:prstGeom>
              <a:noFill/>
              <a:ln w="7938">
                <a:solidFill>
                  <a:schemeClr val="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94" name="Line 495">
                <a:extLst>
                  <a:ext uri="{FF2B5EF4-FFF2-40B4-BE49-F238E27FC236}">
                    <a16:creationId xmlns:a16="http://schemas.microsoft.com/office/drawing/2014/main" id="{6E438C67-45FC-AAEA-1E25-CDDAD07D316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069" y="2279"/>
                <a:ext cx="11" cy="105"/>
              </a:xfrm>
              <a:prstGeom prst="line">
                <a:avLst/>
              </a:prstGeom>
              <a:noFill/>
              <a:ln w="7938">
                <a:solidFill>
                  <a:schemeClr val="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95" name="Line 496">
                <a:extLst>
                  <a:ext uri="{FF2B5EF4-FFF2-40B4-BE49-F238E27FC236}">
                    <a16:creationId xmlns:a16="http://schemas.microsoft.com/office/drawing/2014/main" id="{B8B247FA-6535-CC32-FC06-42149D8D71B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080" y="2215"/>
                <a:ext cx="5" cy="64"/>
              </a:xfrm>
              <a:prstGeom prst="line">
                <a:avLst/>
              </a:prstGeom>
              <a:noFill/>
              <a:ln w="7938">
                <a:solidFill>
                  <a:schemeClr val="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96" name="Line 497">
                <a:extLst>
                  <a:ext uri="{FF2B5EF4-FFF2-40B4-BE49-F238E27FC236}">
                    <a16:creationId xmlns:a16="http://schemas.microsoft.com/office/drawing/2014/main" id="{995253F3-A8EA-E6F2-5CF9-E95AB9FA2FE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085" y="2215"/>
                <a:ext cx="11" cy="97"/>
              </a:xfrm>
              <a:prstGeom prst="line">
                <a:avLst/>
              </a:prstGeom>
              <a:noFill/>
              <a:ln w="7938">
                <a:solidFill>
                  <a:schemeClr val="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97" name="Line 498">
                <a:extLst>
                  <a:ext uri="{FF2B5EF4-FFF2-40B4-BE49-F238E27FC236}">
                    <a16:creationId xmlns:a16="http://schemas.microsoft.com/office/drawing/2014/main" id="{A2A4C31F-4B8F-F450-DCB6-54A10093ABD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096" y="2312"/>
                <a:ext cx="5" cy="72"/>
              </a:xfrm>
              <a:prstGeom prst="line">
                <a:avLst/>
              </a:prstGeom>
              <a:noFill/>
              <a:ln w="7938">
                <a:solidFill>
                  <a:schemeClr val="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98" name="Line 499">
                <a:extLst>
                  <a:ext uri="{FF2B5EF4-FFF2-40B4-BE49-F238E27FC236}">
                    <a16:creationId xmlns:a16="http://schemas.microsoft.com/office/drawing/2014/main" id="{0EE272C3-5D94-ACEE-F17F-001BB144CC0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101" y="2384"/>
                <a:ext cx="11" cy="47"/>
              </a:xfrm>
              <a:prstGeom prst="line">
                <a:avLst/>
              </a:prstGeom>
              <a:noFill/>
              <a:ln w="7938">
                <a:solidFill>
                  <a:schemeClr val="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99" name="Line 500">
                <a:extLst>
                  <a:ext uri="{FF2B5EF4-FFF2-40B4-BE49-F238E27FC236}">
                    <a16:creationId xmlns:a16="http://schemas.microsoft.com/office/drawing/2014/main" id="{DA9714C7-29B5-EAED-C693-50B93F99307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112" y="2418"/>
                <a:ext cx="5" cy="13"/>
              </a:xfrm>
              <a:prstGeom prst="line">
                <a:avLst/>
              </a:prstGeom>
              <a:noFill/>
              <a:ln w="7938">
                <a:solidFill>
                  <a:schemeClr val="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00" name="Line 501">
                <a:extLst>
                  <a:ext uri="{FF2B5EF4-FFF2-40B4-BE49-F238E27FC236}">
                    <a16:creationId xmlns:a16="http://schemas.microsoft.com/office/drawing/2014/main" id="{2F48C073-B6D3-7A64-9336-F84343C3F47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117" y="2405"/>
                <a:ext cx="11" cy="13"/>
              </a:xfrm>
              <a:prstGeom prst="line">
                <a:avLst/>
              </a:prstGeom>
              <a:noFill/>
              <a:ln w="7938">
                <a:solidFill>
                  <a:schemeClr val="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01" name="Line 502">
                <a:extLst>
                  <a:ext uri="{FF2B5EF4-FFF2-40B4-BE49-F238E27FC236}">
                    <a16:creationId xmlns:a16="http://schemas.microsoft.com/office/drawing/2014/main" id="{0FEABE41-542E-F3CA-50E7-EB898261E53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128" y="2405"/>
                <a:ext cx="10" cy="89"/>
              </a:xfrm>
              <a:prstGeom prst="line">
                <a:avLst/>
              </a:prstGeom>
              <a:noFill/>
              <a:ln w="7938">
                <a:solidFill>
                  <a:schemeClr val="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02" name="Line 503">
                <a:extLst>
                  <a:ext uri="{FF2B5EF4-FFF2-40B4-BE49-F238E27FC236}">
                    <a16:creationId xmlns:a16="http://schemas.microsoft.com/office/drawing/2014/main" id="{29767221-DC54-78B6-AAD1-DE5BEA539CB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138" y="2473"/>
                <a:ext cx="6" cy="21"/>
              </a:xfrm>
              <a:prstGeom prst="line">
                <a:avLst/>
              </a:prstGeom>
              <a:noFill/>
              <a:ln w="7938">
                <a:solidFill>
                  <a:schemeClr val="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03" name="Line 504">
                <a:extLst>
                  <a:ext uri="{FF2B5EF4-FFF2-40B4-BE49-F238E27FC236}">
                    <a16:creationId xmlns:a16="http://schemas.microsoft.com/office/drawing/2014/main" id="{BC69A72D-4011-D187-F140-8245EDD5F80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144" y="2473"/>
                <a:ext cx="10" cy="21"/>
              </a:xfrm>
              <a:prstGeom prst="line">
                <a:avLst/>
              </a:prstGeom>
              <a:noFill/>
              <a:ln w="7938">
                <a:solidFill>
                  <a:schemeClr val="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04" name="Line 505">
                <a:extLst>
                  <a:ext uri="{FF2B5EF4-FFF2-40B4-BE49-F238E27FC236}">
                    <a16:creationId xmlns:a16="http://schemas.microsoft.com/office/drawing/2014/main" id="{979CD213-2B00-D133-1480-D572186295C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160" y="2748"/>
                <a:ext cx="10" cy="228"/>
              </a:xfrm>
              <a:prstGeom prst="line">
                <a:avLst/>
              </a:prstGeom>
              <a:noFill/>
              <a:ln w="7938">
                <a:solidFill>
                  <a:schemeClr val="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05" name="Line 506">
                <a:extLst>
                  <a:ext uri="{FF2B5EF4-FFF2-40B4-BE49-F238E27FC236}">
                    <a16:creationId xmlns:a16="http://schemas.microsoft.com/office/drawing/2014/main" id="{685F6E05-8079-18B8-2A76-E188E35BBC9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170" y="2976"/>
                <a:ext cx="6" cy="4"/>
              </a:xfrm>
              <a:prstGeom prst="line">
                <a:avLst/>
              </a:prstGeom>
              <a:noFill/>
              <a:ln w="7938">
                <a:solidFill>
                  <a:schemeClr val="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06" name="Line 507">
                <a:extLst>
                  <a:ext uri="{FF2B5EF4-FFF2-40B4-BE49-F238E27FC236}">
                    <a16:creationId xmlns:a16="http://schemas.microsoft.com/office/drawing/2014/main" id="{1B26379C-1C56-904D-1D80-DE6F913E567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176" y="2980"/>
                <a:ext cx="10" cy="13"/>
              </a:xfrm>
              <a:prstGeom prst="line">
                <a:avLst/>
              </a:prstGeom>
              <a:noFill/>
              <a:ln w="7938">
                <a:solidFill>
                  <a:schemeClr val="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07" name="Line 508">
                <a:extLst>
                  <a:ext uri="{FF2B5EF4-FFF2-40B4-BE49-F238E27FC236}">
                    <a16:creationId xmlns:a16="http://schemas.microsoft.com/office/drawing/2014/main" id="{3C31134E-57F2-33DD-8642-C65A5D1FA61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186" y="2993"/>
                <a:ext cx="6" cy="63"/>
              </a:xfrm>
              <a:prstGeom prst="line">
                <a:avLst/>
              </a:prstGeom>
              <a:noFill/>
              <a:ln w="7938">
                <a:solidFill>
                  <a:schemeClr val="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08" name="Line 509">
                <a:extLst>
                  <a:ext uri="{FF2B5EF4-FFF2-40B4-BE49-F238E27FC236}">
                    <a16:creationId xmlns:a16="http://schemas.microsoft.com/office/drawing/2014/main" id="{AA2C7B2E-0508-13BF-67EE-77925408774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192" y="3056"/>
                <a:ext cx="10" cy="4"/>
              </a:xfrm>
              <a:prstGeom prst="line">
                <a:avLst/>
              </a:prstGeom>
              <a:noFill/>
              <a:ln w="7938">
                <a:solidFill>
                  <a:schemeClr val="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09" name="Line 510">
                <a:extLst>
                  <a:ext uri="{FF2B5EF4-FFF2-40B4-BE49-F238E27FC236}">
                    <a16:creationId xmlns:a16="http://schemas.microsoft.com/office/drawing/2014/main" id="{DC4228FC-2D6C-1190-63DC-7E37F4C8BFB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202" y="3022"/>
                <a:ext cx="11" cy="38"/>
              </a:xfrm>
              <a:prstGeom prst="line">
                <a:avLst/>
              </a:prstGeom>
              <a:noFill/>
              <a:ln w="7938">
                <a:solidFill>
                  <a:schemeClr val="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10" name="Line 511">
                <a:extLst>
                  <a:ext uri="{FF2B5EF4-FFF2-40B4-BE49-F238E27FC236}">
                    <a16:creationId xmlns:a16="http://schemas.microsoft.com/office/drawing/2014/main" id="{132B5327-9B2E-AD62-56FC-C49C1D43699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213" y="3022"/>
                <a:ext cx="5" cy="43"/>
              </a:xfrm>
              <a:prstGeom prst="line">
                <a:avLst/>
              </a:prstGeom>
              <a:noFill/>
              <a:ln w="7938">
                <a:solidFill>
                  <a:schemeClr val="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11" name="Line 512">
                <a:extLst>
                  <a:ext uri="{FF2B5EF4-FFF2-40B4-BE49-F238E27FC236}">
                    <a16:creationId xmlns:a16="http://schemas.microsoft.com/office/drawing/2014/main" id="{D9833513-FBE3-4A81-D9CC-4E3CC507C9E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218" y="3065"/>
                <a:ext cx="11" cy="55"/>
              </a:xfrm>
              <a:prstGeom prst="line">
                <a:avLst/>
              </a:prstGeom>
              <a:noFill/>
              <a:ln w="7938">
                <a:solidFill>
                  <a:schemeClr val="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12" name="Line 513">
                <a:extLst>
                  <a:ext uri="{FF2B5EF4-FFF2-40B4-BE49-F238E27FC236}">
                    <a16:creationId xmlns:a16="http://schemas.microsoft.com/office/drawing/2014/main" id="{C1280AAF-3289-D2DE-DB55-0703483F35D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229" y="3111"/>
                <a:ext cx="5" cy="9"/>
              </a:xfrm>
              <a:prstGeom prst="line">
                <a:avLst/>
              </a:prstGeom>
              <a:noFill/>
              <a:ln w="7938">
                <a:solidFill>
                  <a:schemeClr val="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13" name="Line 514">
                <a:extLst>
                  <a:ext uri="{FF2B5EF4-FFF2-40B4-BE49-F238E27FC236}">
                    <a16:creationId xmlns:a16="http://schemas.microsoft.com/office/drawing/2014/main" id="{4BA12F18-BA45-E0C9-6648-7EE0114C57C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234" y="3111"/>
                <a:ext cx="11" cy="42"/>
              </a:xfrm>
              <a:prstGeom prst="line">
                <a:avLst/>
              </a:prstGeom>
              <a:noFill/>
              <a:ln w="7938">
                <a:solidFill>
                  <a:schemeClr val="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14" name="Line 515">
                <a:extLst>
                  <a:ext uri="{FF2B5EF4-FFF2-40B4-BE49-F238E27FC236}">
                    <a16:creationId xmlns:a16="http://schemas.microsoft.com/office/drawing/2014/main" id="{E53DB20D-C432-5A68-2D3B-005AE1FB59B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245" y="3153"/>
                <a:ext cx="5" cy="182"/>
              </a:xfrm>
              <a:prstGeom prst="line">
                <a:avLst/>
              </a:prstGeom>
              <a:noFill/>
              <a:ln w="7938">
                <a:solidFill>
                  <a:schemeClr val="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15" name="Line 516">
                <a:extLst>
                  <a:ext uri="{FF2B5EF4-FFF2-40B4-BE49-F238E27FC236}">
                    <a16:creationId xmlns:a16="http://schemas.microsoft.com/office/drawing/2014/main" id="{9B30480E-AFD8-FCF7-A15B-941BD28FD2A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250" y="3335"/>
                <a:ext cx="11" cy="76"/>
              </a:xfrm>
              <a:prstGeom prst="line">
                <a:avLst/>
              </a:prstGeom>
              <a:noFill/>
              <a:ln w="7938">
                <a:solidFill>
                  <a:schemeClr val="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16" name="Line 517">
                <a:extLst>
                  <a:ext uri="{FF2B5EF4-FFF2-40B4-BE49-F238E27FC236}">
                    <a16:creationId xmlns:a16="http://schemas.microsoft.com/office/drawing/2014/main" id="{906C5C06-128E-1BF0-680D-4512689054C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261" y="3411"/>
                <a:ext cx="5" cy="1"/>
              </a:xfrm>
              <a:prstGeom prst="line">
                <a:avLst/>
              </a:prstGeom>
              <a:noFill/>
              <a:ln w="7938">
                <a:solidFill>
                  <a:schemeClr val="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17" name="Line 518">
                <a:extLst>
                  <a:ext uri="{FF2B5EF4-FFF2-40B4-BE49-F238E27FC236}">
                    <a16:creationId xmlns:a16="http://schemas.microsoft.com/office/drawing/2014/main" id="{98E074A4-351B-CEC7-86AD-C2DAD6847C4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266" y="3411"/>
                <a:ext cx="11" cy="59"/>
              </a:xfrm>
              <a:prstGeom prst="line">
                <a:avLst/>
              </a:prstGeom>
              <a:noFill/>
              <a:ln w="7938">
                <a:solidFill>
                  <a:schemeClr val="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18" name="Line 519">
                <a:extLst>
                  <a:ext uri="{FF2B5EF4-FFF2-40B4-BE49-F238E27FC236}">
                    <a16:creationId xmlns:a16="http://schemas.microsoft.com/office/drawing/2014/main" id="{ED6167EF-4540-9FC8-4CB0-4DBCA471EC3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277" y="3470"/>
                <a:ext cx="10" cy="13"/>
              </a:xfrm>
              <a:prstGeom prst="line">
                <a:avLst/>
              </a:prstGeom>
              <a:noFill/>
              <a:ln w="7938">
                <a:solidFill>
                  <a:schemeClr val="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19" name="Line 520">
                <a:extLst>
                  <a:ext uri="{FF2B5EF4-FFF2-40B4-BE49-F238E27FC236}">
                    <a16:creationId xmlns:a16="http://schemas.microsoft.com/office/drawing/2014/main" id="{E5846FCF-2E70-4342-1CFF-92BCE1F102F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287" y="3475"/>
                <a:ext cx="6" cy="8"/>
              </a:xfrm>
              <a:prstGeom prst="line">
                <a:avLst/>
              </a:prstGeom>
              <a:noFill/>
              <a:ln w="7938">
                <a:solidFill>
                  <a:schemeClr val="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0" name="Line 521">
                <a:extLst>
                  <a:ext uri="{FF2B5EF4-FFF2-40B4-BE49-F238E27FC236}">
                    <a16:creationId xmlns:a16="http://schemas.microsoft.com/office/drawing/2014/main" id="{723C9FBB-ED7A-00C9-60F6-E089D253369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293" y="2832"/>
                <a:ext cx="10" cy="643"/>
              </a:xfrm>
              <a:prstGeom prst="line">
                <a:avLst/>
              </a:prstGeom>
              <a:noFill/>
              <a:ln w="7938">
                <a:solidFill>
                  <a:schemeClr val="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1" name="Line 522">
                <a:extLst>
                  <a:ext uri="{FF2B5EF4-FFF2-40B4-BE49-F238E27FC236}">
                    <a16:creationId xmlns:a16="http://schemas.microsoft.com/office/drawing/2014/main" id="{321BE08B-7287-B129-FCB3-45B67AE18B8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303" y="2549"/>
                <a:ext cx="6" cy="283"/>
              </a:xfrm>
              <a:prstGeom prst="line">
                <a:avLst/>
              </a:prstGeom>
              <a:noFill/>
              <a:ln w="7938">
                <a:solidFill>
                  <a:schemeClr val="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2" name="Line 523">
                <a:extLst>
                  <a:ext uri="{FF2B5EF4-FFF2-40B4-BE49-F238E27FC236}">
                    <a16:creationId xmlns:a16="http://schemas.microsoft.com/office/drawing/2014/main" id="{3BC6B79D-8B50-F427-2C52-32AE8B6A1C4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09" y="2549"/>
                <a:ext cx="10" cy="89"/>
              </a:xfrm>
              <a:prstGeom prst="line">
                <a:avLst/>
              </a:prstGeom>
              <a:noFill/>
              <a:ln w="7938">
                <a:solidFill>
                  <a:schemeClr val="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3" name="Line 524">
                <a:extLst>
                  <a:ext uri="{FF2B5EF4-FFF2-40B4-BE49-F238E27FC236}">
                    <a16:creationId xmlns:a16="http://schemas.microsoft.com/office/drawing/2014/main" id="{3BB374F5-50F8-601E-A2B0-12FFC2219B8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19" y="2638"/>
                <a:ext cx="5" cy="591"/>
              </a:xfrm>
              <a:prstGeom prst="line">
                <a:avLst/>
              </a:prstGeom>
              <a:noFill/>
              <a:ln w="7938">
                <a:solidFill>
                  <a:schemeClr val="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4" name="Line 525">
                <a:extLst>
                  <a:ext uri="{FF2B5EF4-FFF2-40B4-BE49-F238E27FC236}">
                    <a16:creationId xmlns:a16="http://schemas.microsoft.com/office/drawing/2014/main" id="{65AA7148-50E3-A58D-138F-F971AEC4699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324" y="3014"/>
                <a:ext cx="11" cy="215"/>
              </a:xfrm>
              <a:prstGeom prst="line">
                <a:avLst/>
              </a:prstGeom>
              <a:noFill/>
              <a:ln w="7938">
                <a:solidFill>
                  <a:schemeClr val="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5" name="Line 526">
                <a:extLst>
                  <a:ext uri="{FF2B5EF4-FFF2-40B4-BE49-F238E27FC236}">
                    <a16:creationId xmlns:a16="http://schemas.microsoft.com/office/drawing/2014/main" id="{F828D057-B229-7D6D-DFE2-30EF9D9D6DD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335" y="2384"/>
                <a:ext cx="5" cy="630"/>
              </a:xfrm>
              <a:prstGeom prst="line">
                <a:avLst/>
              </a:prstGeom>
              <a:noFill/>
              <a:ln w="7938">
                <a:solidFill>
                  <a:schemeClr val="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6" name="Line 527">
                <a:extLst>
                  <a:ext uri="{FF2B5EF4-FFF2-40B4-BE49-F238E27FC236}">
                    <a16:creationId xmlns:a16="http://schemas.microsoft.com/office/drawing/2014/main" id="{DDE99856-ABA5-674C-2275-A118EC8EFAE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40" y="2384"/>
                <a:ext cx="11" cy="13"/>
              </a:xfrm>
              <a:prstGeom prst="line">
                <a:avLst/>
              </a:prstGeom>
              <a:noFill/>
              <a:ln w="7938">
                <a:solidFill>
                  <a:schemeClr val="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7" name="Line 528">
                <a:extLst>
                  <a:ext uri="{FF2B5EF4-FFF2-40B4-BE49-F238E27FC236}">
                    <a16:creationId xmlns:a16="http://schemas.microsoft.com/office/drawing/2014/main" id="{B96E017D-6C69-6CD0-F01D-3CF8B5B6043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51" y="2397"/>
                <a:ext cx="11" cy="21"/>
              </a:xfrm>
              <a:prstGeom prst="line">
                <a:avLst/>
              </a:prstGeom>
              <a:noFill/>
              <a:ln w="7938">
                <a:solidFill>
                  <a:schemeClr val="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8" name="Line 529">
                <a:extLst>
                  <a:ext uri="{FF2B5EF4-FFF2-40B4-BE49-F238E27FC236}">
                    <a16:creationId xmlns:a16="http://schemas.microsoft.com/office/drawing/2014/main" id="{B49905A5-76D4-0DD2-0F1C-B62CB89F4FF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62" y="2418"/>
                <a:ext cx="5" cy="51"/>
              </a:xfrm>
              <a:prstGeom prst="line">
                <a:avLst/>
              </a:prstGeom>
              <a:noFill/>
              <a:ln w="7938">
                <a:solidFill>
                  <a:schemeClr val="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9" name="Line 530">
                <a:extLst>
                  <a:ext uri="{FF2B5EF4-FFF2-40B4-BE49-F238E27FC236}">
                    <a16:creationId xmlns:a16="http://schemas.microsoft.com/office/drawing/2014/main" id="{E7D9D44F-635C-67C2-4A28-3FA5C54A3DB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367" y="2448"/>
                <a:ext cx="11" cy="21"/>
              </a:xfrm>
              <a:prstGeom prst="line">
                <a:avLst/>
              </a:prstGeom>
              <a:noFill/>
              <a:ln w="7938">
                <a:solidFill>
                  <a:schemeClr val="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30" name="Line 531">
                <a:extLst>
                  <a:ext uri="{FF2B5EF4-FFF2-40B4-BE49-F238E27FC236}">
                    <a16:creationId xmlns:a16="http://schemas.microsoft.com/office/drawing/2014/main" id="{87005FE8-CF9B-4968-BD49-49EE0DF188A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78" y="2448"/>
                <a:ext cx="5" cy="63"/>
              </a:xfrm>
              <a:prstGeom prst="line">
                <a:avLst/>
              </a:prstGeom>
              <a:noFill/>
              <a:ln w="7938">
                <a:solidFill>
                  <a:schemeClr val="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31" name="Line 532">
                <a:extLst>
                  <a:ext uri="{FF2B5EF4-FFF2-40B4-BE49-F238E27FC236}">
                    <a16:creationId xmlns:a16="http://schemas.microsoft.com/office/drawing/2014/main" id="{7C754486-7FA1-6E5B-6463-F170F84AC01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83" y="2511"/>
                <a:ext cx="11" cy="279"/>
              </a:xfrm>
              <a:prstGeom prst="line">
                <a:avLst/>
              </a:prstGeom>
              <a:noFill/>
              <a:ln w="7938">
                <a:solidFill>
                  <a:schemeClr val="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32" name="Line 533">
                <a:extLst>
                  <a:ext uri="{FF2B5EF4-FFF2-40B4-BE49-F238E27FC236}">
                    <a16:creationId xmlns:a16="http://schemas.microsoft.com/office/drawing/2014/main" id="{73FC71D6-E726-1696-68D0-9860A6D6A13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394" y="2625"/>
                <a:ext cx="5" cy="165"/>
              </a:xfrm>
              <a:prstGeom prst="line">
                <a:avLst/>
              </a:prstGeom>
              <a:noFill/>
              <a:ln w="7938">
                <a:solidFill>
                  <a:schemeClr val="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33" name="Line 534">
                <a:extLst>
                  <a:ext uri="{FF2B5EF4-FFF2-40B4-BE49-F238E27FC236}">
                    <a16:creationId xmlns:a16="http://schemas.microsoft.com/office/drawing/2014/main" id="{89F30B0F-2B3A-774B-63A7-DD09193016B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399" y="2617"/>
                <a:ext cx="11" cy="8"/>
              </a:xfrm>
              <a:prstGeom prst="line">
                <a:avLst/>
              </a:prstGeom>
              <a:noFill/>
              <a:ln w="7938">
                <a:solidFill>
                  <a:schemeClr val="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34" name="Line 535">
                <a:extLst>
                  <a:ext uri="{FF2B5EF4-FFF2-40B4-BE49-F238E27FC236}">
                    <a16:creationId xmlns:a16="http://schemas.microsoft.com/office/drawing/2014/main" id="{FD37D988-9DBB-748D-CE7E-1AC672EEEAE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410" y="2570"/>
                <a:ext cx="5" cy="47"/>
              </a:xfrm>
              <a:prstGeom prst="line">
                <a:avLst/>
              </a:prstGeom>
              <a:noFill/>
              <a:ln w="7938">
                <a:solidFill>
                  <a:schemeClr val="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35" name="Line 536">
                <a:extLst>
                  <a:ext uri="{FF2B5EF4-FFF2-40B4-BE49-F238E27FC236}">
                    <a16:creationId xmlns:a16="http://schemas.microsoft.com/office/drawing/2014/main" id="{3BFBDF36-D445-0CB3-0800-785E3843022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415" y="2570"/>
                <a:ext cx="11" cy="55"/>
              </a:xfrm>
              <a:prstGeom prst="line">
                <a:avLst/>
              </a:prstGeom>
              <a:noFill/>
              <a:ln w="7938">
                <a:solidFill>
                  <a:schemeClr val="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36" name="Line 537">
                <a:extLst>
                  <a:ext uri="{FF2B5EF4-FFF2-40B4-BE49-F238E27FC236}">
                    <a16:creationId xmlns:a16="http://schemas.microsoft.com/office/drawing/2014/main" id="{D38758B0-2314-1E46-EBF0-C424150BEE3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426" y="2625"/>
                <a:ext cx="10" cy="241"/>
              </a:xfrm>
              <a:prstGeom prst="line">
                <a:avLst/>
              </a:prstGeom>
              <a:noFill/>
              <a:ln w="7938">
                <a:solidFill>
                  <a:schemeClr val="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37" name="Line 538">
                <a:extLst>
                  <a:ext uri="{FF2B5EF4-FFF2-40B4-BE49-F238E27FC236}">
                    <a16:creationId xmlns:a16="http://schemas.microsoft.com/office/drawing/2014/main" id="{6E0AB1DD-F01A-451A-AF65-1D4FEAC5A61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436" y="2663"/>
                <a:ext cx="5" cy="203"/>
              </a:xfrm>
              <a:prstGeom prst="line">
                <a:avLst/>
              </a:prstGeom>
              <a:noFill/>
              <a:ln w="7938">
                <a:solidFill>
                  <a:schemeClr val="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38" name="Line 539">
                <a:extLst>
                  <a:ext uri="{FF2B5EF4-FFF2-40B4-BE49-F238E27FC236}">
                    <a16:creationId xmlns:a16="http://schemas.microsoft.com/office/drawing/2014/main" id="{8B230648-8725-1244-BF36-5F067E26E7A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441" y="2663"/>
                <a:ext cx="11" cy="266"/>
              </a:xfrm>
              <a:prstGeom prst="line">
                <a:avLst/>
              </a:prstGeom>
              <a:noFill/>
              <a:ln w="7938">
                <a:solidFill>
                  <a:schemeClr val="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39" name="Line 540">
                <a:extLst>
                  <a:ext uri="{FF2B5EF4-FFF2-40B4-BE49-F238E27FC236}">
                    <a16:creationId xmlns:a16="http://schemas.microsoft.com/office/drawing/2014/main" id="{1B1AEC46-D26D-69E6-4936-B067A77B275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452" y="2904"/>
                <a:ext cx="5" cy="25"/>
              </a:xfrm>
              <a:prstGeom prst="line">
                <a:avLst/>
              </a:prstGeom>
              <a:noFill/>
              <a:ln w="7938">
                <a:solidFill>
                  <a:schemeClr val="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40" name="Line 541">
                <a:extLst>
                  <a:ext uri="{FF2B5EF4-FFF2-40B4-BE49-F238E27FC236}">
                    <a16:creationId xmlns:a16="http://schemas.microsoft.com/office/drawing/2014/main" id="{A1C8132F-0560-3189-EC8E-CB70F93B8D2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457" y="2600"/>
                <a:ext cx="11" cy="304"/>
              </a:xfrm>
              <a:prstGeom prst="line">
                <a:avLst/>
              </a:prstGeom>
              <a:noFill/>
              <a:ln w="7938">
                <a:solidFill>
                  <a:schemeClr val="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41" name="Line 542">
                <a:extLst>
                  <a:ext uri="{FF2B5EF4-FFF2-40B4-BE49-F238E27FC236}">
                    <a16:creationId xmlns:a16="http://schemas.microsoft.com/office/drawing/2014/main" id="{F6A580DF-70BC-5C73-41FA-920EF802E46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468" y="2600"/>
                <a:ext cx="5" cy="169"/>
              </a:xfrm>
              <a:prstGeom prst="line">
                <a:avLst/>
              </a:prstGeom>
              <a:noFill/>
              <a:ln w="7938">
                <a:solidFill>
                  <a:schemeClr val="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42" name="Line 543">
                <a:extLst>
                  <a:ext uri="{FF2B5EF4-FFF2-40B4-BE49-F238E27FC236}">
                    <a16:creationId xmlns:a16="http://schemas.microsoft.com/office/drawing/2014/main" id="{704F49BF-00CE-939C-7D78-F4B7600A35E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473" y="2748"/>
                <a:ext cx="11" cy="21"/>
              </a:xfrm>
              <a:prstGeom prst="line">
                <a:avLst/>
              </a:prstGeom>
              <a:noFill/>
              <a:ln w="7938">
                <a:solidFill>
                  <a:schemeClr val="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43" name="Line 544">
                <a:extLst>
                  <a:ext uri="{FF2B5EF4-FFF2-40B4-BE49-F238E27FC236}">
                    <a16:creationId xmlns:a16="http://schemas.microsoft.com/office/drawing/2014/main" id="{A15159C4-E298-B6C2-C5DC-4349D036A80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484" y="2748"/>
                <a:ext cx="11" cy="38"/>
              </a:xfrm>
              <a:prstGeom prst="line">
                <a:avLst/>
              </a:prstGeom>
              <a:noFill/>
              <a:ln w="7938">
                <a:solidFill>
                  <a:schemeClr val="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44" name="Line 545">
                <a:extLst>
                  <a:ext uri="{FF2B5EF4-FFF2-40B4-BE49-F238E27FC236}">
                    <a16:creationId xmlns:a16="http://schemas.microsoft.com/office/drawing/2014/main" id="{37F4E5FB-28EC-0BC1-54F9-0314CAF5051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495" y="2765"/>
                <a:ext cx="5" cy="21"/>
              </a:xfrm>
              <a:prstGeom prst="line">
                <a:avLst/>
              </a:prstGeom>
              <a:noFill/>
              <a:ln w="7938">
                <a:solidFill>
                  <a:schemeClr val="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45" name="Line 546">
                <a:extLst>
                  <a:ext uri="{FF2B5EF4-FFF2-40B4-BE49-F238E27FC236}">
                    <a16:creationId xmlns:a16="http://schemas.microsoft.com/office/drawing/2014/main" id="{629106A8-7207-3CD9-D689-376A00DC317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500" y="2748"/>
                <a:ext cx="11" cy="17"/>
              </a:xfrm>
              <a:prstGeom prst="line">
                <a:avLst/>
              </a:prstGeom>
              <a:noFill/>
              <a:ln w="7938">
                <a:solidFill>
                  <a:schemeClr val="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46" name="Line 547">
                <a:extLst>
                  <a:ext uri="{FF2B5EF4-FFF2-40B4-BE49-F238E27FC236}">
                    <a16:creationId xmlns:a16="http://schemas.microsoft.com/office/drawing/2014/main" id="{7E04FABB-F51C-CB65-C3AA-2F157965CF4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511" y="2718"/>
                <a:ext cx="5" cy="30"/>
              </a:xfrm>
              <a:prstGeom prst="line">
                <a:avLst/>
              </a:prstGeom>
              <a:noFill/>
              <a:ln w="7938">
                <a:solidFill>
                  <a:schemeClr val="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47" name="Line 548">
                <a:extLst>
                  <a:ext uri="{FF2B5EF4-FFF2-40B4-BE49-F238E27FC236}">
                    <a16:creationId xmlns:a16="http://schemas.microsoft.com/office/drawing/2014/main" id="{38C7FA29-AE2A-2E89-9144-969FF471C00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516" y="2718"/>
                <a:ext cx="11" cy="26"/>
              </a:xfrm>
              <a:prstGeom prst="line">
                <a:avLst/>
              </a:prstGeom>
              <a:noFill/>
              <a:ln w="7938">
                <a:solidFill>
                  <a:schemeClr val="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48" name="Line 549">
                <a:extLst>
                  <a:ext uri="{FF2B5EF4-FFF2-40B4-BE49-F238E27FC236}">
                    <a16:creationId xmlns:a16="http://schemas.microsoft.com/office/drawing/2014/main" id="{AB9ED66E-D432-C6A4-0340-46183539A50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527" y="2739"/>
                <a:ext cx="5" cy="5"/>
              </a:xfrm>
              <a:prstGeom prst="line">
                <a:avLst/>
              </a:prstGeom>
              <a:noFill/>
              <a:ln w="7938">
                <a:solidFill>
                  <a:schemeClr val="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49" name="Line 550">
                <a:extLst>
                  <a:ext uri="{FF2B5EF4-FFF2-40B4-BE49-F238E27FC236}">
                    <a16:creationId xmlns:a16="http://schemas.microsoft.com/office/drawing/2014/main" id="{56EA85A7-4D31-3A2B-38AA-56D5632EF50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532" y="2739"/>
                <a:ext cx="11" cy="397"/>
              </a:xfrm>
              <a:prstGeom prst="line">
                <a:avLst/>
              </a:prstGeom>
              <a:noFill/>
              <a:ln w="7938">
                <a:solidFill>
                  <a:schemeClr val="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50" name="Line 551">
                <a:extLst>
                  <a:ext uri="{FF2B5EF4-FFF2-40B4-BE49-F238E27FC236}">
                    <a16:creationId xmlns:a16="http://schemas.microsoft.com/office/drawing/2014/main" id="{08A4F2EE-8686-AAB2-D18C-3D0D63ECC43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543" y="2676"/>
                <a:ext cx="5" cy="460"/>
              </a:xfrm>
              <a:prstGeom prst="line">
                <a:avLst/>
              </a:prstGeom>
              <a:noFill/>
              <a:ln w="7938">
                <a:solidFill>
                  <a:schemeClr val="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51" name="Line 552">
                <a:extLst>
                  <a:ext uri="{FF2B5EF4-FFF2-40B4-BE49-F238E27FC236}">
                    <a16:creationId xmlns:a16="http://schemas.microsoft.com/office/drawing/2014/main" id="{1230A9D0-64E7-C953-A03C-31783B08AD3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548" y="2667"/>
                <a:ext cx="10" cy="9"/>
              </a:xfrm>
              <a:prstGeom prst="line">
                <a:avLst/>
              </a:prstGeom>
              <a:noFill/>
              <a:ln w="7938">
                <a:solidFill>
                  <a:schemeClr val="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52" name="Line 553">
                <a:extLst>
                  <a:ext uri="{FF2B5EF4-FFF2-40B4-BE49-F238E27FC236}">
                    <a16:creationId xmlns:a16="http://schemas.microsoft.com/office/drawing/2014/main" id="{02DA1B01-F321-A3DB-155F-BC31CD16FBC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558" y="2638"/>
                <a:ext cx="11" cy="29"/>
              </a:xfrm>
              <a:prstGeom prst="line">
                <a:avLst/>
              </a:prstGeom>
              <a:noFill/>
              <a:ln w="7938">
                <a:solidFill>
                  <a:schemeClr val="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34" name="Group 554">
              <a:extLst>
                <a:ext uri="{FF2B5EF4-FFF2-40B4-BE49-F238E27FC236}">
                  <a16:creationId xmlns:a16="http://schemas.microsoft.com/office/drawing/2014/main" id="{8F2D417E-A25A-EE29-722B-B9AEBB340B2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660" y="1107"/>
              <a:ext cx="89" cy="220"/>
              <a:chOff x="2761" y="2099"/>
              <a:chExt cx="526" cy="800"/>
            </a:xfrm>
          </p:grpSpPr>
          <p:sp>
            <p:nvSpPr>
              <p:cNvPr id="457" name="Line 555">
                <a:extLst>
                  <a:ext uri="{FF2B5EF4-FFF2-40B4-BE49-F238E27FC236}">
                    <a16:creationId xmlns:a16="http://schemas.microsoft.com/office/drawing/2014/main" id="{C8E9526E-C803-1385-5783-48B40E776AC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96" y="2767"/>
                <a:ext cx="5" cy="21"/>
              </a:xfrm>
              <a:prstGeom prst="line">
                <a:avLst/>
              </a:prstGeom>
              <a:noFill/>
              <a:ln w="7938">
                <a:solidFill>
                  <a:srgbClr val="FF66CC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58" name="Line 556">
                <a:extLst>
                  <a:ext uri="{FF2B5EF4-FFF2-40B4-BE49-F238E27FC236}">
                    <a16:creationId xmlns:a16="http://schemas.microsoft.com/office/drawing/2014/main" id="{2C748A0D-11D2-501B-5A77-9B93A288F82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201" y="2788"/>
                <a:ext cx="11" cy="13"/>
              </a:xfrm>
              <a:prstGeom prst="line">
                <a:avLst/>
              </a:prstGeom>
              <a:noFill/>
              <a:ln w="7938">
                <a:solidFill>
                  <a:srgbClr val="FF66CC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59" name="Line 557">
                <a:extLst>
                  <a:ext uri="{FF2B5EF4-FFF2-40B4-BE49-F238E27FC236}">
                    <a16:creationId xmlns:a16="http://schemas.microsoft.com/office/drawing/2014/main" id="{8932940A-B628-554A-CBB9-CE1EC9F169F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212" y="2801"/>
                <a:ext cx="5" cy="25"/>
              </a:xfrm>
              <a:prstGeom prst="line">
                <a:avLst/>
              </a:prstGeom>
              <a:noFill/>
              <a:ln w="7938">
                <a:solidFill>
                  <a:srgbClr val="FF66CC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60" name="Line 558">
                <a:extLst>
                  <a:ext uri="{FF2B5EF4-FFF2-40B4-BE49-F238E27FC236}">
                    <a16:creationId xmlns:a16="http://schemas.microsoft.com/office/drawing/2014/main" id="{FE695036-BDCE-8FB0-FAFF-1FC7C2DDDBE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217" y="2826"/>
                <a:ext cx="11" cy="30"/>
              </a:xfrm>
              <a:prstGeom prst="line">
                <a:avLst/>
              </a:prstGeom>
              <a:noFill/>
              <a:ln w="7938">
                <a:solidFill>
                  <a:srgbClr val="FF66CC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61" name="Line 559">
                <a:extLst>
                  <a:ext uri="{FF2B5EF4-FFF2-40B4-BE49-F238E27FC236}">
                    <a16:creationId xmlns:a16="http://schemas.microsoft.com/office/drawing/2014/main" id="{A49D4EB4-0A2A-62CB-E979-789929AA429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228" y="2831"/>
                <a:ext cx="5" cy="25"/>
              </a:xfrm>
              <a:prstGeom prst="line">
                <a:avLst/>
              </a:prstGeom>
              <a:noFill/>
              <a:ln w="7938">
                <a:solidFill>
                  <a:srgbClr val="FF66CC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62" name="Line 560">
                <a:extLst>
                  <a:ext uri="{FF2B5EF4-FFF2-40B4-BE49-F238E27FC236}">
                    <a16:creationId xmlns:a16="http://schemas.microsoft.com/office/drawing/2014/main" id="{2920C168-0148-E1C2-4A08-753A8A58EF7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233" y="2831"/>
                <a:ext cx="11" cy="51"/>
              </a:xfrm>
              <a:prstGeom prst="line">
                <a:avLst/>
              </a:prstGeom>
              <a:noFill/>
              <a:ln w="7938">
                <a:solidFill>
                  <a:srgbClr val="FF66CC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63" name="Line 561">
                <a:extLst>
                  <a:ext uri="{FF2B5EF4-FFF2-40B4-BE49-F238E27FC236}">
                    <a16:creationId xmlns:a16="http://schemas.microsoft.com/office/drawing/2014/main" id="{80F3482F-4CE9-A1BB-802D-9F974AB0CB9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249" y="2826"/>
                <a:ext cx="11" cy="43"/>
              </a:xfrm>
              <a:prstGeom prst="line">
                <a:avLst/>
              </a:prstGeom>
              <a:noFill/>
              <a:ln w="7938">
                <a:solidFill>
                  <a:srgbClr val="FF66CC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64" name="Line 562">
                <a:extLst>
                  <a:ext uri="{FF2B5EF4-FFF2-40B4-BE49-F238E27FC236}">
                    <a16:creationId xmlns:a16="http://schemas.microsoft.com/office/drawing/2014/main" id="{87D68124-CFFD-D30A-01D2-77ECB846C8B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260" y="2826"/>
                <a:ext cx="11" cy="48"/>
              </a:xfrm>
              <a:prstGeom prst="line">
                <a:avLst/>
              </a:prstGeom>
              <a:noFill/>
              <a:ln w="7938">
                <a:solidFill>
                  <a:srgbClr val="FF66CC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65" name="Line 563">
                <a:extLst>
                  <a:ext uri="{FF2B5EF4-FFF2-40B4-BE49-F238E27FC236}">
                    <a16:creationId xmlns:a16="http://schemas.microsoft.com/office/drawing/2014/main" id="{9559DED0-16BB-1D8E-4FB1-36B033903B8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777" y="2163"/>
                <a:ext cx="11" cy="43"/>
              </a:xfrm>
              <a:prstGeom prst="line">
                <a:avLst/>
              </a:prstGeom>
              <a:noFill/>
              <a:ln w="7938">
                <a:solidFill>
                  <a:srgbClr val="FF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66" name="Line 564">
                <a:extLst>
                  <a:ext uri="{FF2B5EF4-FFF2-40B4-BE49-F238E27FC236}">
                    <a16:creationId xmlns:a16="http://schemas.microsoft.com/office/drawing/2014/main" id="{930E60F0-9F61-5B3C-9057-B15064643B2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788" y="2206"/>
                <a:ext cx="11" cy="34"/>
              </a:xfrm>
              <a:prstGeom prst="line">
                <a:avLst/>
              </a:prstGeom>
              <a:noFill/>
              <a:ln w="7938">
                <a:solidFill>
                  <a:srgbClr val="FF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67" name="Line 565">
                <a:extLst>
                  <a:ext uri="{FF2B5EF4-FFF2-40B4-BE49-F238E27FC236}">
                    <a16:creationId xmlns:a16="http://schemas.microsoft.com/office/drawing/2014/main" id="{C4284BB5-F0CB-F78F-5270-1BDB21A1EF3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799" y="2240"/>
                <a:ext cx="5" cy="94"/>
              </a:xfrm>
              <a:prstGeom prst="line">
                <a:avLst/>
              </a:prstGeom>
              <a:noFill/>
              <a:ln w="7938">
                <a:solidFill>
                  <a:srgbClr val="FF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68" name="Line 566">
                <a:extLst>
                  <a:ext uri="{FF2B5EF4-FFF2-40B4-BE49-F238E27FC236}">
                    <a16:creationId xmlns:a16="http://schemas.microsoft.com/office/drawing/2014/main" id="{98173C52-B101-9E7F-C2FA-97CE5F7E6E1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804" y="2206"/>
                <a:ext cx="11" cy="128"/>
              </a:xfrm>
              <a:prstGeom prst="line">
                <a:avLst/>
              </a:prstGeom>
              <a:noFill/>
              <a:ln w="7938">
                <a:solidFill>
                  <a:srgbClr val="FF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69" name="Line 567">
                <a:extLst>
                  <a:ext uri="{FF2B5EF4-FFF2-40B4-BE49-F238E27FC236}">
                    <a16:creationId xmlns:a16="http://schemas.microsoft.com/office/drawing/2014/main" id="{A054909A-5A98-9534-0B87-4C3B6CD3E8C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815" y="2206"/>
                <a:ext cx="5" cy="197"/>
              </a:xfrm>
              <a:prstGeom prst="line">
                <a:avLst/>
              </a:prstGeom>
              <a:noFill/>
              <a:ln w="7938">
                <a:solidFill>
                  <a:srgbClr val="FF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70" name="Line 568">
                <a:extLst>
                  <a:ext uri="{FF2B5EF4-FFF2-40B4-BE49-F238E27FC236}">
                    <a16:creationId xmlns:a16="http://schemas.microsoft.com/office/drawing/2014/main" id="{8FDE8873-D9B9-EB08-A93F-7148B0C0074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820" y="2356"/>
                <a:ext cx="11" cy="47"/>
              </a:xfrm>
              <a:prstGeom prst="line">
                <a:avLst/>
              </a:prstGeom>
              <a:noFill/>
              <a:ln w="7938">
                <a:solidFill>
                  <a:srgbClr val="FF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71" name="Line 569">
                <a:extLst>
                  <a:ext uri="{FF2B5EF4-FFF2-40B4-BE49-F238E27FC236}">
                    <a16:creationId xmlns:a16="http://schemas.microsoft.com/office/drawing/2014/main" id="{DCC3AEE6-3623-C0C8-C0F4-2DE8FB5F9EC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831" y="2193"/>
                <a:ext cx="5" cy="163"/>
              </a:xfrm>
              <a:prstGeom prst="line">
                <a:avLst/>
              </a:prstGeom>
              <a:noFill/>
              <a:ln w="7938">
                <a:solidFill>
                  <a:srgbClr val="FF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72" name="Line 570">
                <a:extLst>
                  <a:ext uri="{FF2B5EF4-FFF2-40B4-BE49-F238E27FC236}">
                    <a16:creationId xmlns:a16="http://schemas.microsoft.com/office/drawing/2014/main" id="{8302ACD8-7136-FBBE-57D6-A0E8573A936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836" y="2112"/>
                <a:ext cx="11" cy="81"/>
              </a:xfrm>
              <a:prstGeom prst="line">
                <a:avLst/>
              </a:prstGeom>
              <a:noFill/>
              <a:ln w="7938">
                <a:solidFill>
                  <a:srgbClr val="FF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73" name="Line 571">
                <a:extLst>
                  <a:ext uri="{FF2B5EF4-FFF2-40B4-BE49-F238E27FC236}">
                    <a16:creationId xmlns:a16="http://schemas.microsoft.com/office/drawing/2014/main" id="{FEAD05D8-4953-E792-406D-7B9299D07DD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847" y="2112"/>
                <a:ext cx="5" cy="38"/>
              </a:xfrm>
              <a:prstGeom prst="line">
                <a:avLst/>
              </a:prstGeom>
              <a:noFill/>
              <a:ln w="7938">
                <a:solidFill>
                  <a:srgbClr val="FF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74" name="Line 572">
                <a:extLst>
                  <a:ext uri="{FF2B5EF4-FFF2-40B4-BE49-F238E27FC236}">
                    <a16:creationId xmlns:a16="http://schemas.microsoft.com/office/drawing/2014/main" id="{55058EC9-674C-78BC-DBF4-6C32642CF3F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852" y="2150"/>
                <a:ext cx="11" cy="60"/>
              </a:xfrm>
              <a:prstGeom prst="line">
                <a:avLst/>
              </a:prstGeom>
              <a:noFill/>
              <a:ln w="7938">
                <a:solidFill>
                  <a:srgbClr val="FF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75" name="Line 573">
                <a:extLst>
                  <a:ext uri="{FF2B5EF4-FFF2-40B4-BE49-F238E27FC236}">
                    <a16:creationId xmlns:a16="http://schemas.microsoft.com/office/drawing/2014/main" id="{5391C9D6-BDBF-B0C6-FA77-32F98E50C24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863" y="2154"/>
                <a:ext cx="5" cy="56"/>
              </a:xfrm>
              <a:prstGeom prst="line">
                <a:avLst/>
              </a:prstGeom>
              <a:noFill/>
              <a:ln w="7938">
                <a:solidFill>
                  <a:srgbClr val="FF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76" name="Line 574">
                <a:extLst>
                  <a:ext uri="{FF2B5EF4-FFF2-40B4-BE49-F238E27FC236}">
                    <a16:creationId xmlns:a16="http://schemas.microsoft.com/office/drawing/2014/main" id="{19777826-18E8-6F83-E235-B5A759F53E7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868" y="2154"/>
                <a:ext cx="11" cy="43"/>
              </a:xfrm>
              <a:prstGeom prst="line">
                <a:avLst/>
              </a:prstGeom>
              <a:noFill/>
              <a:ln w="7938">
                <a:solidFill>
                  <a:srgbClr val="FF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77" name="Line 575">
                <a:extLst>
                  <a:ext uri="{FF2B5EF4-FFF2-40B4-BE49-F238E27FC236}">
                    <a16:creationId xmlns:a16="http://schemas.microsoft.com/office/drawing/2014/main" id="{3B3171F9-5D58-AB9D-0453-167BD73CF41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879" y="2197"/>
                <a:ext cx="11" cy="180"/>
              </a:xfrm>
              <a:prstGeom prst="line">
                <a:avLst/>
              </a:prstGeom>
              <a:noFill/>
              <a:ln w="7938">
                <a:solidFill>
                  <a:srgbClr val="FF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78" name="Line 576">
                <a:extLst>
                  <a:ext uri="{FF2B5EF4-FFF2-40B4-BE49-F238E27FC236}">
                    <a16:creationId xmlns:a16="http://schemas.microsoft.com/office/drawing/2014/main" id="{1C6188FD-EB6D-93AD-3193-60249312FE1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890" y="2377"/>
                <a:ext cx="5" cy="116"/>
              </a:xfrm>
              <a:prstGeom prst="line">
                <a:avLst/>
              </a:prstGeom>
              <a:noFill/>
              <a:ln w="7938">
                <a:solidFill>
                  <a:srgbClr val="FF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79" name="Line 577">
                <a:extLst>
                  <a:ext uri="{FF2B5EF4-FFF2-40B4-BE49-F238E27FC236}">
                    <a16:creationId xmlns:a16="http://schemas.microsoft.com/office/drawing/2014/main" id="{4D1066F5-60C8-F93A-A641-6FF6D3150CE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895" y="2403"/>
                <a:ext cx="11" cy="90"/>
              </a:xfrm>
              <a:prstGeom prst="line">
                <a:avLst/>
              </a:prstGeom>
              <a:noFill/>
              <a:ln w="7938">
                <a:solidFill>
                  <a:srgbClr val="FF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80" name="Line 578">
                <a:extLst>
                  <a:ext uri="{FF2B5EF4-FFF2-40B4-BE49-F238E27FC236}">
                    <a16:creationId xmlns:a16="http://schemas.microsoft.com/office/drawing/2014/main" id="{714CE2D4-7698-91A2-8C88-F0BB22153D5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906" y="2394"/>
                <a:ext cx="5" cy="9"/>
              </a:xfrm>
              <a:prstGeom prst="line">
                <a:avLst/>
              </a:prstGeom>
              <a:noFill/>
              <a:ln w="7938">
                <a:solidFill>
                  <a:srgbClr val="FF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81" name="Line 579">
                <a:extLst>
                  <a:ext uri="{FF2B5EF4-FFF2-40B4-BE49-F238E27FC236}">
                    <a16:creationId xmlns:a16="http://schemas.microsoft.com/office/drawing/2014/main" id="{12381E70-C116-E9F3-3F06-7146EA132C3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911" y="2373"/>
                <a:ext cx="11" cy="21"/>
              </a:xfrm>
              <a:prstGeom prst="line">
                <a:avLst/>
              </a:prstGeom>
              <a:noFill/>
              <a:ln w="7938">
                <a:solidFill>
                  <a:srgbClr val="FF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82" name="Line 580">
                <a:extLst>
                  <a:ext uri="{FF2B5EF4-FFF2-40B4-BE49-F238E27FC236}">
                    <a16:creationId xmlns:a16="http://schemas.microsoft.com/office/drawing/2014/main" id="{715FFF99-E624-9EC3-8A4F-396F0B09489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922" y="2373"/>
                <a:ext cx="5" cy="72"/>
              </a:xfrm>
              <a:prstGeom prst="line">
                <a:avLst/>
              </a:prstGeom>
              <a:noFill/>
              <a:ln w="7938">
                <a:solidFill>
                  <a:srgbClr val="FF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83" name="Line 581">
                <a:extLst>
                  <a:ext uri="{FF2B5EF4-FFF2-40B4-BE49-F238E27FC236}">
                    <a16:creationId xmlns:a16="http://schemas.microsoft.com/office/drawing/2014/main" id="{D7BC49A0-3A81-E42D-4750-2D7DF83D638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927" y="2445"/>
                <a:ext cx="11" cy="43"/>
              </a:xfrm>
              <a:prstGeom prst="line">
                <a:avLst/>
              </a:prstGeom>
              <a:noFill/>
              <a:ln w="7938">
                <a:solidFill>
                  <a:srgbClr val="FF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84" name="Line 582">
                <a:extLst>
                  <a:ext uri="{FF2B5EF4-FFF2-40B4-BE49-F238E27FC236}">
                    <a16:creationId xmlns:a16="http://schemas.microsoft.com/office/drawing/2014/main" id="{62559CC0-E55B-B32D-B07B-05B4BE228F9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938" y="2488"/>
                <a:ext cx="5" cy="13"/>
              </a:xfrm>
              <a:prstGeom prst="line">
                <a:avLst/>
              </a:prstGeom>
              <a:noFill/>
              <a:ln w="7938">
                <a:solidFill>
                  <a:srgbClr val="FF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85" name="Line 583">
                <a:extLst>
                  <a:ext uri="{FF2B5EF4-FFF2-40B4-BE49-F238E27FC236}">
                    <a16:creationId xmlns:a16="http://schemas.microsoft.com/office/drawing/2014/main" id="{3E6CB8A6-3114-7BDC-695A-7E50657AB53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943" y="2501"/>
                <a:ext cx="11" cy="120"/>
              </a:xfrm>
              <a:prstGeom prst="line">
                <a:avLst/>
              </a:prstGeom>
              <a:noFill/>
              <a:ln w="7938">
                <a:solidFill>
                  <a:srgbClr val="FF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86" name="Line 584">
                <a:extLst>
                  <a:ext uri="{FF2B5EF4-FFF2-40B4-BE49-F238E27FC236}">
                    <a16:creationId xmlns:a16="http://schemas.microsoft.com/office/drawing/2014/main" id="{5607CC28-D700-E405-776A-782F00CA508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954" y="2621"/>
                <a:ext cx="6" cy="17"/>
              </a:xfrm>
              <a:prstGeom prst="line">
                <a:avLst/>
              </a:prstGeom>
              <a:noFill/>
              <a:ln w="7938">
                <a:solidFill>
                  <a:srgbClr val="FF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87" name="Line 585">
                <a:extLst>
                  <a:ext uri="{FF2B5EF4-FFF2-40B4-BE49-F238E27FC236}">
                    <a16:creationId xmlns:a16="http://schemas.microsoft.com/office/drawing/2014/main" id="{4ED9A78B-4118-54F7-1691-8BED3A55253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960" y="2578"/>
                <a:ext cx="10" cy="60"/>
              </a:xfrm>
              <a:prstGeom prst="line">
                <a:avLst/>
              </a:prstGeom>
              <a:noFill/>
              <a:ln w="7938">
                <a:solidFill>
                  <a:srgbClr val="FF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88" name="Line 586">
                <a:extLst>
                  <a:ext uri="{FF2B5EF4-FFF2-40B4-BE49-F238E27FC236}">
                    <a16:creationId xmlns:a16="http://schemas.microsoft.com/office/drawing/2014/main" id="{495528C7-2527-D20A-936A-A18AB985558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970" y="2578"/>
                <a:ext cx="6" cy="77"/>
              </a:xfrm>
              <a:prstGeom prst="line">
                <a:avLst/>
              </a:prstGeom>
              <a:noFill/>
              <a:ln w="7938">
                <a:solidFill>
                  <a:srgbClr val="FF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89" name="Line 587">
                <a:extLst>
                  <a:ext uri="{FF2B5EF4-FFF2-40B4-BE49-F238E27FC236}">
                    <a16:creationId xmlns:a16="http://schemas.microsoft.com/office/drawing/2014/main" id="{8495D54F-A4B7-FB58-2331-12A55F9405E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976" y="2655"/>
                <a:ext cx="10" cy="73"/>
              </a:xfrm>
              <a:prstGeom prst="line">
                <a:avLst/>
              </a:prstGeom>
              <a:noFill/>
              <a:ln w="7938">
                <a:solidFill>
                  <a:srgbClr val="FF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90" name="Line 588">
                <a:extLst>
                  <a:ext uri="{FF2B5EF4-FFF2-40B4-BE49-F238E27FC236}">
                    <a16:creationId xmlns:a16="http://schemas.microsoft.com/office/drawing/2014/main" id="{06423B2A-910A-A03E-005F-34F6AC84681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986" y="2540"/>
                <a:ext cx="11" cy="188"/>
              </a:xfrm>
              <a:prstGeom prst="line">
                <a:avLst/>
              </a:prstGeom>
              <a:noFill/>
              <a:ln w="7938">
                <a:solidFill>
                  <a:srgbClr val="FF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91" name="Line 589">
                <a:extLst>
                  <a:ext uri="{FF2B5EF4-FFF2-40B4-BE49-F238E27FC236}">
                    <a16:creationId xmlns:a16="http://schemas.microsoft.com/office/drawing/2014/main" id="{4468255A-4DB4-0E32-E2A8-115D282823A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997" y="2540"/>
                <a:ext cx="6" cy="47"/>
              </a:xfrm>
              <a:prstGeom prst="line">
                <a:avLst/>
              </a:prstGeom>
              <a:noFill/>
              <a:ln w="7938">
                <a:solidFill>
                  <a:srgbClr val="FF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92" name="Line 590">
                <a:extLst>
                  <a:ext uri="{FF2B5EF4-FFF2-40B4-BE49-F238E27FC236}">
                    <a16:creationId xmlns:a16="http://schemas.microsoft.com/office/drawing/2014/main" id="{0CD5CB73-6D33-C52C-EF1F-20F709A3A8F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003" y="2587"/>
                <a:ext cx="10" cy="68"/>
              </a:xfrm>
              <a:prstGeom prst="line">
                <a:avLst/>
              </a:prstGeom>
              <a:noFill/>
              <a:ln w="7938">
                <a:solidFill>
                  <a:srgbClr val="FF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93" name="Line 591">
                <a:extLst>
                  <a:ext uri="{FF2B5EF4-FFF2-40B4-BE49-F238E27FC236}">
                    <a16:creationId xmlns:a16="http://schemas.microsoft.com/office/drawing/2014/main" id="{3D783B7D-8A3E-FBB1-4B62-94322009676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013" y="2651"/>
                <a:ext cx="6" cy="4"/>
              </a:xfrm>
              <a:prstGeom prst="line">
                <a:avLst/>
              </a:prstGeom>
              <a:noFill/>
              <a:ln w="7938">
                <a:solidFill>
                  <a:srgbClr val="FF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94" name="Line 592">
                <a:extLst>
                  <a:ext uri="{FF2B5EF4-FFF2-40B4-BE49-F238E27FC236}">
                    <a16:creationId xmlns:a16="http://schemas.microsoft.com/office/drawing/2014/main" id="{8EB18993-6A99-B99B-514A-BB623E85E46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019" y="2651"/>
                <a:ext cx="10" cy="4"/>
              </a:xfrm>
              <a:prstGeom prst="line">
                <a:avLst/>
              </a:prstGeom>
              <a:noFill/>
              <a:ln w="7938">
                <a:solidFill>
                  <a:srgbClr val="FF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95" name="Line 593">
                <a:extLst>
                  <a:ext uri="{FF2B5EF4-FFF2-40B4-BE49-F238E27FC236}">
                    <a16:creationId xmlns:a16="http://schemas.microsoft.com/office/drawing/2014/main" id="{35757D86-CEC6-D254-B4B1-701DD43498C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029" y="2655"/>
                <a:ext cx="6" cy="34"/>
              </a:xfrm>
              <a:prstGeom prst="line">
                <a:avLst/>
              </a:prstGeom>
              <a:noFill/>
              <a:ln w="7938">
                <a:solidFill>
                  <a:srgbClr val="FF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96" name="Line 594">
                <a:extLst>
                  <a:ext uri="{FF2B5EF4-FFF2-40B4-BE49-F238E27FC236}">
                    <a16:creationId xmlns:a16="http://schemas.microsoft.com/office/drawing/2014/main" id="{4817C1BA-3668-49BE-1CA6-05020C6A30F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035" y="2689"/>
                <a:ext cx="10" cy="48"/>
              </a:xfrm>
              <a:prstGeom prst="line">
                <a:avLst/>
              </a:prstGeom>
              <a:noFill/>
              <a:ln w="7938">
                <a:solidFill>
                  <a:srgbClr val="FF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97" name="Line 595">
                <a:extLst>
                  <a:ext uri="{FF2B5EF4-FFF2-40B4-BE49-F238E27FC236}">
                    <a16:creationId xmlns:a16="http://schemas.microsoft.com/office/drawing/2014/main" id="{378ACC3A-9625-3B22-45E0-FD6FF2BF647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045" y="2737"/>
                <a:ext cx="6" cy="68"/>
              </a:xfrm>
              <a:prstGeom prst="line">
                <a:avLst/>
              </a:prstGeom>
              <a:noFill/>
              <a:ln w="7938">
                <a:solidFill>
                  <a:srgbClr val="FF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98" name="Line 596">
                <a:extLst>
                  <a:ext uri="{FF2B5EF4-FFF2-40B4-BE49-F238E27FC236}">
                    <a16:creationId xmlns:a16="http://schemas.microsoft.com/office/drawing/2014/main" id="{ACEA15B7-8BDE-B10A-4CBB-80C34A35ACD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051" y="2707"/>
                <a:ext cx="11" cy="98"/>
              </a:xfrm>
              <a:prstGeom prst="line">
                <a:avLst/>
              </a:prstGeom>
              <a:noFill/>
              <a:ln w="7938">
                <a:solidFill>
                  <a:srgbClr val="FF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99" name="Line 597">
                <a:extLst>
                  <a:ext uri="{FF2B5EF4-FFF2-40B4-BE49-F238E27FC236}">
                    <a16:creationId xmlns:a16="http://schemas.microsoft.com/office/drawing/2014/main" id="{8BC18E8A-CB02-D73A-BE66-EFE71E0EE7D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062" y="2707"/>
                <a:ext cx="5" cy="68"/>
              </a:xfrm>
              <a:prstGeom prst="line">
                <a:avLst/>
              </a:prstGeom>
              <a:noFill/>
              <a:ln w="7938">
                <a:solidFill>
                  <a:srgbClr val="FF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00" name="Line 598">
                <a:extLst>
                  <a:ext uri="{FF2B5EF4-FFF2-40B4-BE49-F238E27FC236}">
                    <a16:creationId xmlns:a16="http://schemas.microsoft.com/office/drawing/2014/main" id="{4648E620-E890-E806-F0FB-615B77E9D14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067" y="2694"/>
                <a:ext cx="11" cy="81"/>
              </a:xfrm>
              <a:prstGeom prst="line">
                <a:avLst/>
              </a:prstGeom>
              <a:noFill/>
              <a:ln w="7938">
                <a:solidFill>
                  <a:srgbClr val="FF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01" name="Line 599">
                <a:extLst>
                  <a:ext uri="{FF2B5EF4-FFF2-40B4-BE49-F238E27FC236}">
                    <a16:creationId xmlns:a16="http://schemas.microsoft.com/office/drawing/2014/main" id="{705927E0-8D62-C2DA-F071-FA405399D3D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078" y="2685"/>
                <a:ext cx="10" cy="9"/>
              </a:xfrm>
              <a:prstGeom prst="line">
                <a:avLst/>
              </a:prstGeom>
              <a:noFill/>
              <a:ln w="7938">
                <a:solidFill>
                  <a:srgbClr val="FF66CC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02" name="Line 600">
                <a:extLst>
                  <a:ext uri="{FF2B5EF4-FFF2-40B4-BE49-F238E27FC236}">
                    <a16:creationId xmlns:a16="http://schemas.microsoft.com/office/drawing/2014/main" id="{B9D1B41A-F766-A0D8-948D-937B50F49D8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088" y="2655"/>
                <a:ext cx="6" cy="30"/>
              </a:xfrm>
              <a:prstGeom prst="line">
                <a:avLst/>
              </a:prstGeom>
              <a:noFill/>
              <a:ln w="7938">
                <a:solidFill>
                  <a:srgbClr val="FF66CC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03" name="Line 601">
                <a:extLst>
                  <a:ext uri="{FF2B5EF4-FFF2-40B4-BE49-F238E27FC236}">
                    <a16:creationId xmlns:a16="http://schemas.microsoft.com/office/drawing/2014/main" id="{DEFF3D66-3FCE-C4A9-BBD2-ECF09657FC6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094" y="2638"/>
                <a:ext cx="10" cy="17"/>
              </a:xfrm>
              <a:prstGeom prst="line">
                <a:avLst/>
              </a:prstGeom>
              <a:noFill/>
              <a:ln w="7938">
                <a:solidFill>
                  <a:srgbClr val="FF66CC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04" name="Line 602">
                <a:extLst>
                  <a:ext uri="{FF2B5EF4-FFF2-40B4-BE49-F238E27FC236}">
                    <a16:creationId xmlns:a16="http://schemas.microsoft.com/office/drawing/2014/main" id="{C4DCE957-38C2-B0F3-B1A4-9EC1B419F5A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104" y="2612"/>
                <a:ext cx="6" cy="26"/>
              </a:xfrm>
              <a:prstGeom prst="line">
                <a:avLst/>
              </a:prstGeom>
              <a:noFill/>
              <a:ln w="7938">
                <a:solidFill>
                  <a:srgbClr val="FF66CC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05" name="Line 603">
                <a:extLst>
                  <a:ext uri="{FF2B5EF4-FFF2-40B4-BE49-F238E27FC236}">
                    <a16:creationId xmlns:a16="http://schemas.microsoft.com/office/drawing/2014/main" id="{7D68C8AE-6051-69FA-D88D-2B6AE3AC49D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10" y="2612"/>
                <a:ext cx="11" cy="77"/>
              </a:xfrm>
              <a:prstGeom prst="line">
                <a:avLst/>
              </a:prstGeom>
              <a:noFill/>
              <a:ln w="7938">
                <a:solidFill>
                  <a:srgbClr val="FF66CC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06" name="Line 604">
                <a:extLst>
                  <a:ext uri="{FF2B5EF4-FFF2-40B4-BE49-F238E27FC236}">
                    <a16:creationId xmlns:a16="http://schemas.microsoft.com/office/drawing/2014/main" id="{7EBB9C93-5B62-E3BC-72F9-59EE61BDA04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121" y="2681"/>
                <a:ext cx="5" cy="8"/>
              </a:xfrm>
              <a:prstGeom prst="line">
                <a:avLst/>
              </a:prstGeom>
              <a:noFill/>
              <a:ln w="7938">
                <a:solidFill>
                  <a:srgbClr val="FF66CC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07" name="Line 605">
                <a:extLst>
                  <a:ext uri="{FF2B5EF4-FFF2-40B4-BE49-F238E27FC236}">
                    <a16:creationId xmlns:a16="http://schemas.microsoft.com/office/drawing/2014/main" id="{54092478-214E-C4CD-91D3-1834F8623F6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126" y="2651"/>
                <a:ext cx="11" cy="30"/>
              </a:xfrm>
              <a:prstGeom prst="line">
                <a:avLst/>
              </a:prstGeom>
              <a:noFill/>
              <a:ln w="7938">
                <a:solidFill>
                  <a:srgbClr val="FF66CC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08" name="Line 606">
                <a:extLst>
                  <a:ext uri="{FF2B5EF4-FFF2-40B4-BE49-F238E27FC236}">
                    <a16:creationId xmlns:a16="http://schemas.microsoft.com/office/drawing/2014/main" id="{ADECC164-BDF2-80E0-4D43-05F3EB7CE60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37" y="2651"/>
                <a:ext cx="5" cy="47"/>
              </a:xfrm>
              <a:prstGeom prst="line">
                <a:avLst/>
              </a:prstGeom>
              <a:noFill/>
              <a:ln w="7938">
                <a:solidFill>
                  <a:srgbClr val="FF66CC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09" name="Line 607">
                <a:extLst>
                  <a:ext uri="{FF2B5EF4-FFF2-40B4-BE49-F238E27FC236}">
                    <a16:creationId xmlns:a16="http://schemas.microsoft.com/office/drawing/2014/main" id="{1A85C6AA-CE6E-39E9-AB8B-603D8EAC0D4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142" y="2677"/>
                <a:ext cx="11" cy="21"/>
              </a:xfrm>
              <a:prstGeom prst="line">
                <a:avLst/>
              </a:prstGeom>
              <a:noFill/>
              <a:ln w="7938">
                <a:solidFill>
                  <a:srgbClr val="FF66CC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10" name="Line 608">
                <a:extLst>
                  <a:ext uri="{FF2B5EF4-FFF2-40B4-BE49-F238E27FC236}">
                    <a16:creationId xmlns:a16="http://schemas.microsoft.com/office/drawing/2014/main" id="{830BBB47-6D76-2F04-2971-A039F2488A5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53" y="2677"/>
                <a:ext cx="5" cy="77"/>
              </a:xfrm>
              <a:prstGeom prst="line">
                <a:avLst/>
              </a:prstGeom>
              <a:noFill/>
              <a:ln w="7938">
                <a:solidFill>
                  <a:srgbClr val="FF66CC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11" name="Line 609">
                <a:extLst>
                  <a:ext uri="{FF2B5EF4-FFF2-40B4-BE49-F238E27FC236}">
                    <a16:creationId xmlns:a16="http://schemas.microsoft.com/office/drawing/2014/main" id="{66BFC5D3-180E-20AC-52FF-FC9192A9BC0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158" y="2711"/>
                <a:ext cx="11" cy="43"/>
              </a:xfrm>
              <a:prstGeom prst="line">
                <a:avLst/>
              </a:prstGeom>
              <a:noFill/>
              <a:ln w="7938">
                <a:solidFill>
                  <a:srgbClr val="FF66CC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12" name="Line 610">
                <a:extLst>
                  <a:ext uri="{FF2B5EF4-FFF2-40B4-BE49-F238E27FC236}">
                    <a16:creationId xmlns:a16="http://schemas.microsoft.com/office/drawing/2014/main" id="{C996701E-E0E5-ADA4-6998-9E72D148D57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69" y="2711"/>
                <a:ext cx="11" cy="43"/>
              </a:xfrm>
              <a:prstGeom prst="line">
                <a:avLst/>
              </a:prstGeom>
              <a:noFill/>
              <a:ln w="7938">
                <a:solidFill>
                  <a:srgbClr val="FF66CC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13" name="Line 611">
                <a:extLst>
                  <a:ext uri="{FF2B5EF4-FFF2-40B4-BE49-F238E27FC236}">
                    <a16:creationId xmlns:a16="http://schemas.microsoft.com/office/drawing/2014/main" id="{ADFF634A-F713-4D21-5647-56496EF4734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777" y="2189"/>
                <a:ext cx="11" cy="12"/>
              </a:xfrm>
              <a:prstGeom prst="line">
                <a:avLst/>
              </a:prstGeom>
              <a:noFill/>
              <a:ln w="17463">
                <a:solidFill>
                  <a:srgbClr val="808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14" name="Line 612">
                <a:extLst>
                  <a:ext uri="{FF2B5EF4-FFF2-40B4-BE49-F238E27FC236}">
                    <a16:creationId xmlns:a16="http://schemas.microsoft.com/office/drawing/2014/main" id="{A20A0510-9A73-0729-2BEB-1240F3E5348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788" y="2201"/>
                <a:ext cx="11" cy="18"/>
              </a:xfrm>
              <a:prstGeom prst="line">
                <a:avLst/>
              </a:prstGeom>
              <a:noFill/>
              <a:ln w="17463">
                <a:solidFill>
                  <a:srgbClr val="808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15" name="Line 613">
                <a:extLst>
                  <a:ext uri="{FF2B5EF4-FFF2-40B4-BE49-F238E27FC236}">
                    <a16:creationId xmlns:a16="http://schemas.microsoft.com/office/drawing/2014/main" id="{96E7DA1F-6E9D-9600-2352-1F4E4AFE6CE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799" y="2219"/>
                <a:ext cx="5" cy="17"/>
              </a:xfrm>
              <a:prstGeom prst="line">
                <a:avLst/>
              </a:prstGeom>
              <a:noFill/>
              <a:ln w="17463">
                <a:solidFill>
                  <a:srgbClr val="808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16" name="Line 614">
                <a:extLst>
                  <a:ext uri="{FF2B5EF4-FFF2-40B4-BE49-F238E27FC236}">
                    <a16:creationId xmlns:a16="http://schemas.microsoft.com/office/drawing/2014/main" id="{0EEF2A75-0767-DE84-98D3-CA4CF1D9A47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804" y="2236"/>
                <a:ext cx="11" cy="13"/>
              </a:xfrm>
              <a:prstGeom prst="line">
                <a:avLst/>
              </a:prstGeom>
              <a:noFill/>
              <a:ln w="17463">
                <a:solidFill>
                  <a:srgbClr val="808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17" name="Line 615">
                <a:extLst>
                  <a:ext uri="{FF2B5EF4-FFF2-40B4-BE49-F238E27FC236}">
                    <a16:creationId xmlns:a16="http://schemas.microsoft.com/office/drawing/2014/main" id="{F8793B29-1E7B-F40F-1ACC-D9405F41869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815" y="2249"/>
                <a:ext cx="5" cy="17"/>
              </a:xfrm>
              <a:prstGeom prst="line">
                <a:avLst/>
              </a:prstGeom>
              <a:noFill/>
              <a:ln w="17463">
                <a:solidFill>
                  <a:srgbClr val="808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18" name="Line 616">
                <a:extLst>
                  <a:ext uri="{FF2B5EF4-FFF2-40B4-BE49-F238E27FC236}">
                    <a16:creationId xmlns:a16="http://schemas.microsoft.com/office/drawing/2014/main" id="{552D3A3D-1B26-8C58-A65A-5AC0C43D58B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820" y="2266"/>
                <a:ext cx="11" cy="17"/>
              </a:xfrm>
              <a:prstGeom prst="line">
                <a:avLst/>
              </a:prstGeom>
              <a:noFill/>
              <a:ln w="17463">
                <a:solidFill>
                  <a:srgbClr val="808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19" name="Line 617">
                <a:extLst>
                  <a:ext uri="{FF2B5EF4-FFF2-40B4-BE49-F238E27FC236}">
                    <a16:creationId xmlns:a16="http://schemas.microsoft.com/office/drawing/2014/main" id="{1D236F10-4B66-E8D4-82AA-3381FF9D1AE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831" y="2283"/>
                <a:ext cx="5" cy="13"/>
              </a:xfrm>
              <a:prstGeom prst="line">
                <a:avLst/>
              </a:prstGeom>
              <a:noFill/>
              <a:ln w="17463">
                <a:solidFill>
                  <a:srgbClr val="808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20" name="Line 618">
                <a:extLst>
                  <a:ext uri="{FF2B5EF4-FFF2-40B4-BE49-F238E27FC236}">
                    <a16:creationId xmlns:a16="http://schemas.microsoft.com/office/drawing/2014/main" id="{1AFA494F-C1C5-2B9E-2764-96AE3ECDF0B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836" y="2296"/>
                <a:ext cx="11" cy="17"/>
              </a:xfrm>
              <a:prstGeom prst="line">
                <a:avLst/>
              </a:prstGeom>
              <a:noFill/>
              <a:ln w="17463">
                <a:solidFill>
                  <a:srgbClr val="808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21" name="Line 619">
                <a:extLst>
                  <a:ext uri="{FF2B5EF4-FFF2-40B4-BE49-F238E27FC236}">
                    <a16:creationId xmlns:a16="http://schemas.microsoft.com/office/drawing/2014/main" id="{97D5C668-28AE-9A6A-E1A4-69A3C6131DA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847" y="2313"/>
                <a:ext cx="5" cy="13"/>
              </a:xfrm>
              <a:prstGeom prst="line">
                <a:avLst/>
              </a:prstGeom>
              <a:noFill/>
              <a:ln w="17463">
                <a:solidFill>
                  <a:srgbClr val="808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22" name="Line 620">
                <a:extLst>
                  <a:ext uri="{FF2B5EF4-FFF2-40B4-BE49-F238E27FC236}">
                    <a16:creationId xmlns:a16="http://schemas.microsoft.com/office/drawing/2014/main" id="{4E1E7A50-E21F-7F4D-8736-2CA314BC4A7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852" y="2326"/>
                <a:ext cx="11" cy="12"/>
              </a:xfrm>
              <a:prstGeom prst="line">
                <a:avLst/>
              </a:prstGeom>
              <a:noFill/>
              <a:ln w="17463">
                <a:solidFill>
                  <a:srgbClr val="808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23" name="Line 621">
                <a:extLst>
                  <a:ext uri="{FF2B5EF4-FFF2-40B4-BE49-F238E27FC236}">
                    <a16:creationId xmlns:a16="http://schemas.microsoft.com/office/drawing/2014/main" id="{9B528B9B-4112-DEB0-8495-A01BF11D277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863" y="2338"/>
                <a:ext cx="5" cy="18"/>
              </a:xfrm>
              <a:prstGeom prst="line">
                <a:avLst/>
              </a:prstGeom>
              <a:noFill/>
              <a:ln w="17463">
                <a:solidFill>
                  <a:srgbClr val="808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24" name="Line 622">
                <a:extLst>
                  <a:ext uri="{FF2B5EF4-FFF2-40B4-BE49-F238E27FC236}">
                    <a16:creationId xmlns:a16="http://schemas.microsoft.com/office/drawing/2014/main" id="{71D3D423-1069-A519-12C0-04B03E1AE42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868" y="2356"/>
                <a:ext cx="11" cy="12"/>
              </a:xfrm>
              <a:prstGeom prst="line">
                <a:avLst/>
              </a:prstGeom>
              <a:noFill/>
              <a:ln w="17463">
                <a:solidFill>
                  <a:srgbClr val="808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25" name="Line 623">
                <a:extLst>
                  <a:ext uri="{FF2B5EF4-FFF2-40B4-BE49-F238E27FC236}">
                    <a16:creationId xmlns:a16="http://schemas.microsoft.com/office/drawing/2014/main" id="{C1F96DFD-75F3-51EB-AD0A-A40C1411592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879" y="2368"/>
                <a:ext cx="11" cy="13"/>
              </a:xfrm>
              <a:prstGeom prst="line">
                <a:avLst/>
              </a:prstGeom>
              <a:noFill/>
              <a:ln w="17463">
                <a:solidFill>
                  <a:srgbClr val="808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26" name="Line 624">
                <a:extLst>
                  <a:ext uri="{FF2B5EF4-FFF2-40B4-BE49-F238E27FC236}">
                    <a16:creationId xmlns:a16="http://schemas.microsoft.com/office/drawing/2014/main" id="{61657F08-A901-DDE4-E1EE-2D29666C4D8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890" y="2381"/>
                <a:ext cx="5" cy="13"/>
              </a:xfrm>
              <a:prstGeom prst="line">
                <a:avLst/>
              </a:prstGeom>
              <a:noFill/>
              <a:ln w="17463">
                <a:solidFill>
                  <a:srgbClr val="808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27" name="Line 625">
                <a:extLst>
                  <a:ext uri="{FF2B5EF4-FFF2-40B4-BE49-F238E27FC236}">
                    <a16:creationId xmlns:a16="http://schemas.microsoft.com/office/drawing/2014/main" id="{8169CD04-296C-96C6-8BB9-9089418F4B2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895" y="2394"/>
                <a:ext cx="11" cy="17"/>
              </a:xfrm>
              <a:prstGeom prst="line">
                <a:avLst/>
              </a:prstGeom>
              <a:noFill/>
              <a:ln w="17463">
                <a:solidFill>
                  <a:srgbClr val="808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28" name="Line 626">
                <a:extLst>
                  <a:ext uri="{FF2B5EF4-FFF2-40B4-BE49-F238E27FC236}">
                    <a16:creationId xmlns:a16="http://schemas.microsoft.com/office/drawing/2014/main" id="{37E953CF-6C46-38CC-D29B-7AF181739D8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906" y="2411"/>
                <a:ext cx="5" cy="13"/>
              </a:xfrm>
              <a:prstGeom prst="line">
                <a:avLst/>
              </a:prstGeom>
              <a:noFill/>
              <a:ln w="17463">
                <a:solidFill>
                  <a:srgbClr val="808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29" name="Line 627">
                <a:extLst>
                  <a:ext uri="{FF2B5EF4-FFF2-40B4-BE49-F238E27FC236}">
                    <a16:creationId xmlns:a16="http://schemas.microsoft.com/office/drawing/2014/main" id="{EC6555F0-0E6C-C74B-BB94-2712F33906C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911" y="2424"/>
                <a:ext cx="11" cy="13"/>
              </a:xfrm>
              <a:prstGeom prst="line">
                <a:avLst/>
              </a:prstGeom>
              <a:noFill/>
              <a:ln w="17463">
                <a:solidFill>
                  <a:srgbClr val="808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30" name="Line 628">
                <a:extLst>
                  <a:ext uri="{FF2B5EF4-FFF2-40B4-BE49-F238E27FC236}">
                    <a16:creationId xmlns:a16="http://schemas.microsoft.com/office/drawing/2014/main" id="{48B74B1C-822C-F182-D9AF-CAAF5F278C9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922" y="2437"/>
                <a:ext cx="5" cy="13"/>
              </a:xfrm>
              <a:prstGeom prst="line">
                <a:avLst/>
              </a:prstGeom>
              <a:noFill/>
              <a:ln w="17463">
                <a:solidFill>
                  <a:srgbClr val="808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31" name="Line 629">
                <a:extLst>
                  <a:ext uri="{FF2B5EF4-FFF2-40B4-BE49-F238E27FC236}">
                    <a16:creationId xmlns:a16="http://schemas.microsoft.com/office/drawing/2014/main" id="{5B6B6B2B-0716-A6EB-35CD-0FCB405719C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927" y="2450"/>
                <a:ext cx="11" cy="13"/>
              </a:xfrm>
              <a:prstGeom prst="line">
                <a:avLst/>
              </a:prstGeom>
              <a:noFill/>
              <a:ln w="17463">
                <a:solidFill>
                  <a:srgbClr val="808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32" name="Line 630">
                <a:extLst>
                  <a:ext uri="{FF2B5EF4-FFF2-40B4-BE49-F238E27FC236}">
                    <a16:creationId xmlns:a16="http://schemas.microsoft.com/office/drawing/2014/main" id="{9D64EBBF-958C-39FA-AA18-0B0A683639C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938" y="2463"/>
                <a:ext cx="5" cy="12"/>
              </a:xfrm>
              <a:prstGeom prst="line">
                <a:avLst/>
              </a:prstGeom>
              <a:noFill/>
              <a:ln w="17463">
                <a:solidFill>
                  <a:srgbClr val="808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33" name="Line 631">
                <a:extLst>
                  <a:ext uri="{FF2B5EF4-FFF2-40B4-BE49-F238E27FC236}">
                    <a16:creationId xmlns:a16="http://schemas.microsoft.com/office/drawing/2014/main" id="{1E21E7D5-AD1B-318B-455D-AB96D418705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943" y="2475"/>
                <a:ext cx="11" cy="13"/>
              </a:xfrm>
              <a:prstGeom prst="line">
                <a:avLst/>
              </a:prstGeom>
              <a:noFill/>
              <a:ln w="17463">
                <a:solidFill>
                  <a:srgbClr val="808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34" name="Line 632">
                <a:extLst>
                  <a:ext uri="{FF2B5EF4-FFF2-40B4-BE49-F238E27FC236}">
                    <a16:creationId xmlns:a16="http://schemas.microsoft.com/office/drawing/2014/main" id="{EEB5F3A4-68CA-B3D5-DA9B-E4051D6F0C2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954" y="2488"/>
                <a:ext cx="6" cy="13"/>
              </a:xfrm>
              <a:prstGeom prst="line">
                <a:avLst/>
              </a:prstGeom>
              <a:noFill/>
              <a:ln w="17463">
                <a:solidFill>
                  <a:srgbClr val="808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35" name="Line 633">
                <a:extLst>
                  <a:ext uri="{FF2B5EF4-FFF2-40B4-BE49-F238E27FC236}">
                    <a16:creationId xmlns:a16="http://schemas.microsoft.com/office/drawing/2014/main" id="{9E07352D-C82D-88FB-F9E6-13C5F5FD784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960" y="2501"/>
                <a:ext cx="10" cy="13"/>
              </a:xfrm>
              <a:prstGeom prst="line">
                <a:avLst/>
              </a:prstGeom>
              <a:noFill/>
              <a:ln w="17463">
                <a:solidFill>
                  <a:srgbClr val="808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36" name="Line 634">
                <a:extLst>
                  <a:ext uri="{FF2B5EF4-FFF2-40B4-BE49-F238E27FC236}">
                    <a16:creationId xmlns:a16="http://schemas.microsoft.com/office/drawing/2014/main" id="{F412C390-8778-076B-27DE-993A1A822E1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970" y="2514"/>
                <a:ext cx="6" cy="13"/>
              </a:xfrm>
              <a:prstGeom prst="line">
                <a:avLst/>
              </a:prstGeom>
              <a:noFill/>
              <a:ln w="17463">
                <a:solidFill>
                  <a:srgbClr val="808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37" name="Line 635">
                <a:extLst>
                  <a:ext uri="{FF2B5EF4-FFF2-40B4-BE49-F238E27FC236}">
                    <a16:creationId xmlns:a16="http://schemas.microsoft.com/office/drawing/2014/main" id="{F8645A15-A2F0-8FC2-862A-82D692D28E4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976" y="2527"/>
                <a:ext cx="10" cy="13"/>
              </a:xfrm>
              <a:prstGeom prst="line">
                <a:avLst/>
              </a:prstGeom>
              <a:noFill/>
              <a:ln w="17463">
                <a:solidFill>
                  <a:srgbClr val="808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38" name="Line 636">
                <a:extLst>
                  <a:ext uri="{FF2B5EF4-FFF2-40B4-BE49-F238E27FC236}">
                    <a16:creationId xmlns:a16="http://schemas.microsoft.com/office/drawing/2014/main" id="{99C697D8-0164-EC14-D651-DFB79F897F2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986" y="2540"/>
                <a:ext cx="11" cy="12"/>
              </a:xfrm>
              <a:prstGeom prst="line">
                <a:avLst/>
              </a:prstGeom>
              <a:noFill/>
              <a:ln w="17463">
                <a:solidFill>
                  <a:srgbClr val="808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39" name="Line 637">
                <a:extLst>
                  <a:ext uri="{FF2B5EF4-FFF2-40B4-BE49-F238E27FC236}">
                    <a16:creationId xmlns:a16="http://schemas.microsoft.com/office/drawing/2014/main" id="{8F592F6D-71C3-8095-FDBC-6F92FF74874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997" y="2552"/>
                <a:ext cx="6" cy="9"/>
              </a:xfrm>
              <a:prstGeom prst="line">
                <a:avLst/>
              </a:prstGeom>
              <a:noFill/>
              <a:ln w="17463">
                <a:solidFill>
                  <a:srgbClr val="808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40" name="Line 638">
                <a:extLst>
                  <a:ext uri="{FF2B5EF4-FFF2-40B4-BE49-F238E27FC236}">
                    <a16:creationId xmlns:a16="http://schemas.microsoft.com/office/drawing/2014/main" id="{CA844D75-CD21-B80E-89EF-5965257944F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003" y="2561"/>
                <a:ext cx="10" cy="13"/>
              </a:xfrm>
              <a:prstGeom prst="line">
                <a:avLst/>
              </a:prstGeom>
              <a:noFill/>
              <a:ln w="17463">
                <a:solidFill>
                  <a:srgbClr val="808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41" name="Line 639">
                <a:extLst>
                  <a:ext uri="{FF2B5EF4-FFF2-40B4-BE49-F238E27FC236}">
                    <a16:creationId xmlns:a16="http://schemas.microsoft.com/office/drawing/2014/main" id="{607353CD-C8A2-2E4C-E525-2BD5A8E4505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013" y="2574"/>
                <a:ext cx="6" cy="13"/>
              </a:xfrm>
              <a:prstGeom prst="line">
                <a:avLst/>
              </a:prstGeom>
              <a:noFill/>
              <a:ln w="17463">
                <a:solidFill>
                  <a:srgbClr val="808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42" name="Line 640">
                <a:extLst>
                  <a:ext uri="{FF2B5EF4-FFF2-40B4-BE49-F238E27FC236}">
                    <a16:creationId xmlns:a16="http://schemas.microsoft.com/office/drawing/2014/main" id="{B74FF321-B1EA-FAA8-D227-2B0FE8BAF6D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019" y="2587"/>
                <a:ext cx="10" cy="13"/>
              </a:xfrm>
              <a:prstGeom prst="line">
                <a:avLst/>
              </a:prstGeom>
              <a:noFill/>
              <a:ln w="17463">
                <a:solidFill>
                  <a:srgbClr val="808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43" name="Line 641">
                <a:extLst>
                  <a:ext uri="{FF2B5EF4-FFF2-40B4-BE49-F238E27FC236}">
                    <a16:creationId xmlns:a16="http://schemas.microsoft.com/office/drawing/2014/main" id="{6C6E343D-C46C-E4F1-C1A3-6B00EE319FB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029" y="2600"/>
                <a:ext cx="6" cy="8"/>
              </a:xfrm>
              <a:prstGeom prst="line">
                <a:avLst/>
              </a:prstGeom>
              <a:noFill/>
              <a:ln w="17463">
                <a:solidFill>
                  <a:srgbClr val="808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44" name="Line 642">
                <a:extLst>
                  <a:ext uri="{FF2B5EF4-FFF2-40B4-BE49-F238E27FC236}">
                    <a16:creationId xmlns:a16="http://schemas.microsoft.com/office/drawing/2014/main" id="{262C92CB-C2E5-BE8F-8E9F-CF6895A33E4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035" y="2608"/>
                <a:ext cx="10" cy="13"/>
              </a:xfrm>
              <a:prstGeom prst="line">
                <a:avLst/>
              </a:prstGeom>
              <a:noFill/>
              <a:ln w="17463">
                <a:solidFill>
                  <a:srgbClr val="808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45" name="Line 643">
                <a:extLst>
                  <a:ext uri="{FF2B5EF4-FFF2-40B4-BE49-F238E27FC236}">
                    <a16:creationId xmlns:a16="http://schemas.microsoft.com/office/drawing/2014/main" id="{84C44F1B-CC0B-8ABD-129B-E56A3453119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045" y="2621"/>
                <a:ext cx="6" cy="13"/>
              </a:xfrm>
              <a:prstGeom prst="line">
                <a:avLst/>
              </a:prstGeom>
              <a:noFill/>
              <a:ln w="17463">
                <a:solidFill>
                  <a:srgbClr val="808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46" name="Line 644">
                <a:extLst>
                  <a:ext uri="{FF2B5EF4-FFF2-40B4-BE49-F238E27FC236}">
                    <a16:creationId xmlns:a16="http://schemas.microsoft.com/office/drawing/2014/main" id="{0169FD8A-E11D-AAB8-3774-3B9422453F9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051" y="2634"/>
                <a:ext cx="11" cy="8"/>
              </a:xfrm>
              <a:prstGeom prst="line">
                <a:avLst/>
              </a:prstGeom>
              <a:noFill/>
              <a:ln w="17463">
                <a:solidFill>
                  <a:srgbClr val="808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47" name="Line 645">
                <a:extLst>
                  <a:ext uri="{FF2B5EF4-FFF2-40B4-BE49-F238E27FC236}">
                    <a16:creationId xmlns:a16="http://schemas.microsoft.com/office/drawing/2014/main" id="{33BD79BE-73BF-97A4-A207-DAC50F3B16D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062" y="2642"/>
                <a:ext cx="5" cy="13"/>
              </a:xfrm>
              <a:prstGeom prst="line">
                <a:avLst/>
              </a:prstGeom>
              <a:noFill/>
              <a:ln w="17463">
                <a:solidFill>
                  <a:srgbClr val="808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48" name="Line 646">
                <a:extLst>
                  <a:ext uri="{FF2B5EF4-FFF2-40B4-BE49-F238E27FC236}">
                    <a16:creationId xmlns:a16="http://schemas.microsoft.com/office/drawing/2014/main" id="{F22D5452-B89E-03F6-AF79-2AEE063A6F6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067" y="2655"/>
                <a:ext cx="11" cy="9"/>
              </a:xfrm>
              <a:prstGeom prst="line">
                <a:avLst/>
              </a:prstGeom>
              <a:noFill/>
              <a:ln w="17463">
                <a:solidFill>
                  <a:srgbClr val="808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49" name="Line 647">
                <a:extLst>
                  <a:ext uri="{FF2B5EF4-FFF2-40B4-BE49-F238E27FC236}">
                    <a16:creationId xmlns:a16="http://schemas.microsoft.com/office/drawing/2014/main" id="{5688069C-130E-AF0B-044C-193264A0912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078" y="2664"/>
                <a:ext cx="10" cy="13"/>
              </a:xfrm>
              <a:prstGeom prst="line">
                <a:avLst/>
              </a:prstGeom>
              <a:noFill/>
              <a:ln w="17463">
                <a:solidFill>
                  <a:srgbClr val="FF66CC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50" name="Line 648">
                <a:extLst>
                  <a:ext uri="{FF2B5EF4-FFF2-40B4-BE49-F238E27FC236}">
                    <a16:creationId xmlns:a16="http://schemas.microsoft.com/office/drawing/2014/main" id="{183733BA-598E-32DE-5D0F-AF257D116AA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088" y="2677"/>
                <a:ext cx="6" cy="8"/>
              </a:xfrm>
              <a:prstGeom prst="line">
                <a:avLst/>
              </a:prstGeom>
              <a:noFill/>
              <a:ln w="17463">
                <a:solidFill>
                  <a:srgbClr val="FF66CC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51" name="Line 649">
                <a:extLst>
                  <a:ext uri="{FF2B5EF4-FFF2-40B4-BE49-F238E27FC236}">
                    <a16:creationId xmlns:a16="http://schemas.microsoft.com/office/drawing/2014/main" id="{101C47CF-9D30-6F3A-BF79-03B0436A2C7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094" y="2685"/>
                <a:ext cx="10" cy="13"/>
              </a:xfrm>
              <a:prstGeom prst="line">
                <a:avLst/>
              </a:prstGeom>
              <a:noFill/>
              <a:ln w="17463">
                <a:solidFill>
                  <a:srgbClr val="FF66CC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52" name="Line 650">
                <a:extLst>
                  <a:ext uri="{FF2B5EF4-FFF2-40B4-BE49-F238E27FC236}">
                    <a16:creationId xmlns:a16="http://schemas.microsoft.com/office/drawing/2014/main" id="{740C2D71-184F-AD71-B820-576E9E5F11F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04" y="2698"/>
                <a:ext cx="6" cy="9"/>
              </a:xfrm>
              <a:prstGeom prst="line">
                <a:avLst/>
              </a:prstGeom>
              <a:noFill/>
              <a:ln w="17463">
                <a:solidFill>
                  <a:srgbClr val="FF66CC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53" name="Line 651">
                <a:extLst>
                  <a:ext uri="{FF2B5EF4-FFF2-40B4-BE49-F238E27FC236}">
                    <a16:creationId xmlns:a16="http://schemas.microsoft.com/office/drawing/2014/main" id="{BBBB9E94-94D9-1629-8499-1137FB4C072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10" y="2707"/>
                <a:ext cx="11" cy="12"/>
              </a:xfrm>
              <a:prstGeom prst="line">
                <a:avLst/>
              </a:prstGeom>
              <a:noFill/>
              <a:ln w="17463">
                <a:solidFill>
                  <a:srgbClr val="FF66CC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54" name="Line 652">
                <a:extLst>
                  <a:ext uri="{FF2B5EF4-FFF2-40B4-BE49-F238E27FC236}">
                    <a16:creationId xmlns:a16="http://schemas.microsoft.com/office/drawing/2014/main" id="{2A56952E-A0EF-457A-AE7A-7A38C288239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21" y="2719"/>
                <a:ext cx="5" cy="9"/>
              </a:xfrm>
              <a:prstGeom prst="line">
                <a:avLst/>
              </a:prstGeom>
              <a:noFill/>
              <a:ln w="17463">
                <a:solidFill>
                  <a:srgbClr val="FF66CC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55" name="Line 653">
                <a:extLst>
                  <a:ext uri="{FF2B5EF4-FFF2-40B4-BE49-F238E27FC236}">
                    <a16:creationId xmlns:a16="http://schemas.microsoft.com/office/drawing/2014/main" id="{9232585A-0FF7-5052-15B3-140DF2540EF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26" y="2728"/>
                <a:ext cx="11" cy="9"/>
              </a:xfrm>
              <a:prstGeom prst="line">
                <a:avLst/>
              </a:prstGeom>
              <a:noFill/>
              <a:ln w="17463">
                <a:solidFill>
                  <a:srgbClr val="FF66CC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56" name="Line 654">
                <a:extLst>
                  <a:ext uri="{FF2B5EF4-FFF2-40B4-BE49-F238E27FC236}">
                    <a16:creationId xmlns:a16="http://schemas.microsoft.com/office/drawing/2014/main" id="{984F4982-01FF-B53B-45F5-1963D01FAE2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37" y="2737"/>
                <a:ext cx="5" cy="12"/>
              </a:xfrm>
              <a:prstGeom prst="line">
                <a:avLst/>
              </a:prstGeom>
              <a:noFill/>
              <a:ln w="17463">
                <a:solidFill>
                  <a:srgbClr val="FF66CC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57" name="Line 655">
                <a:extLst>
                  <a:ext uri="{FF2B5EF4-FFF2-40B4-BE49-F238E27FC236}">
                    <a16:creationId xmlns:a16="http://schemas.microsoft.com/office/drawing/2014/main" id="{D0C23DA3-487D-E81B-6498-18714A37130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42" y="2749"/>
                <a:ext cx="11" cy="9"/>
              </a:xfrm>
              <a:prstGeom prst="line">
                <a:avLst/>
              </a:prstGeom>
              <a:noFill/>
              <a:ln w="17463">
                <a:solidFill>
                  <a:srgbClr val="FF66CC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58" name="Line 656">
                <a:extLst>
                  <a:ext uri="{FF2B5EF4-FFF2-40B4-BE49-F238E27FC236}">
                    <a16:creationId xmlns:a16="http://schemas.microsoft.com/office/drawing/2014/main" id="{879054F1-3E6D-309A-B120-576E3FD2061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53" y="2758"/>
                <a:ext cx="5" cy="9"/>
              </a:xfrm>
              <a:prstGeom prst="line">
                <a:avLst/>
              </a:prstGeom>
              <a:noFill/>
              <a:ln w="17463">
                <a:solidFill>
                  <a:srgbClr val="FF66CC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59" name="Line 657">
                <a:extLst>
                  <a:ext uri="{FF2B5EF4-FFF2-40B4-BE49-F238E27FC236}">
                    <a16:creationId xmlns:a16="http://schemas.microsoft.com/office/drawing/2014/main" id="{50D1B8CF-01D0-B269-A843-C3674864ACA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58" y="2767"/>
                <a:ext cx="11" cy="8"/>
              </a:xfrm>
              <a:prstGeom prst="line">
                <a:avLst/>
              </a:prstGeom>
              <a:noFill/>
              <a:ln w="17463">
                <a:solidFill>
                  <a:srgbClr val="FF66CC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60" name="Line 658">
                <a:extLst>
                  <a:ext uri="{FF2B5EF4-FFF2-40B4-BE49-F238E27FC236}">
                    <a16:creationId xmlns:a16="http://schemas.microsoft.com/office/drawing/2014/main" id="{2B5D7F0D-BE6D-6FD2-4436-62F7EB86774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69" y="2775"/>
                <a:ext cx="11" cy="13"/>
              </a:xfrm>
              <a:prstGeom prst="line">
                <a:avLst/>
              </a:prstGeom>
              <a:noFill/>
              <a:ln w="17463">
                <a:solidFill>
                  <a:srgbClr val="FF66CC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61" name="Line 659">
                <a:extLst>
                  <a:ext uri="{FF2B5EF4-FFF2-40B4-BE49-F238E27FC236}">
                    <a16:creationId xmlns:a16="http://schemas.microsoft.com/office/drawing/2014/main" id="{A79D3DF1-5E60-4E4E-A826-FCC9854948D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80" y="2788"/>
                <a:ext cx="5" cy="8"/>
              </a:xfrm>
              <a:prstGeom prst="line">
                <a:avLst/>
              </a:prstGeom>
              <a:noFill/>
              <a:ln w="17463">
                <a:solidFill>
                  <a:srgbClr val="FF66CC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62" name="Line 660">
                <a:extLst>
                  <a:ext uri="{FF2B5EF4-FFF2-40B4-BE49-F238E27FC236}">
                    <a16:creationId xmlns:a16="http://schemas.microsoft.com/office/drawing/2014/main" id="{19274AD6-136D-46B7-D62A-7FC6FFD2EFA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85" y="2796"/>
                <a:ext cx="11" cy="9"/>
              </a:xfrm>
              <a:prstGeom prst="line">
                <a:avLst/>
              </a:prstGeom>
              <a:noFill/>
              <a:ln w="17463">
                <a:solidFill>
                  <a:srgbClr val="FF66CC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63" name="Line 661">
                <a:extLst>
                  <a:ext uri="{FF2B5EF4-FFF2-40B4-BE49-F238E27FC236}">
                    <a16:creationId xmlns:a16="http://schemas.microsoft.com/office/drawing/2014/main" id="{18E5A87E-F713-BDDD-11C7-36D9214D719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96" y="2805"/>
                <a:ext cx="5" cy="9"/>
              </a:xfrm>
              <a:prstGeom prst="line">
                <a:avLst/>
              </a:prstGeom>
              <a:noFill/>
              <a:ln w="17463">
                <a:solidFill>
                  <a:srgbClr val="FF66CC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64" name="Line 662">
                <a:extLst>
                  <a:ext uri="{FF2B5EF4-FFF2-40B4-BE49-F238E27FC236}">
                    <a16:creationId xmlns:a16="http://schemas.microsoft.com/office/drawing/2014/main" id="{54247355-CE8A-EDFD-E614-7966B651E75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201" y="2814"/>
                <a:ext cx="11" cy="8"/>
              </a:xfrm>
              <a:prstGeom prst="line">
                <a:avLst/>
              </a:prstGeom>
              <a:noFill/>
              <a:ln w="17463">
                <a:solidFill>
                  <a:srgbClr val="FF66CC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65" name="Line 663">
                <a:extLst>
                  <a:ext uri="{FF2B5EF4-FFF2-40B4-BE49-F238E27FC236}">
                    <a16:creationId xmlns:a16="http://schemas.microsoft.com/office/drawing/2014/main" id="{D7B925B4-7E80-DE3A-4E4A-2FE4EC9BC45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212" y="2822"/>
                <a:ext cx="5" cy="9"/>
              </a:xfrm>
              <a:prstGeom prst="line">
                <a:avLst/>
              </a:prstGeom>
              <a:noFill/>
              <a:ln w="17463">
                <a:solidFill>
                  <a:srgbClr val="FF66CC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66" name="Line 664">
                <a:extLst>
                  <a:ext uri="{FF2B5EF4-FFF2-40B4-BE49-F238E27FC236}">
                    <a16:creationId xmlns:a16="http://schemas.microsoft.com/office/drawing/2014/main" id="{BF040B83-3CA0-ABDD-69D3-4C1E0E8339A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217" y="2831"/>
                <a:ext cx="11" cy="8"/>
              </a:xfrm>
              <a:prstGeom prst="line">
                <a:avLst/>
              </a:prstGeom>
              <a:noFill/>
              <a:ln w="17463">
                <a:solidFill>
                  <a:srgbClr val="FF66CC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67" name="Line 665">
                <a:extLst>
                  <a:ext uri="{FF2B5EF4-FFF2-40B4-BE49-F238E27FC236}">
                    <a16:creationId xmlns:a16="http://schemas.microsoft.com/office/drawing/2014/main" id="{0AF34289-BCF7-71B1-172E-5EF9B302CF3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228" y="2839"/>
                <a:ext cx="5" cy="9"/>
              </a:xfrm>
              <a:prstGeom prst="line">
                <a:avLst/>
              </a:prstGeom>
              <a:noFill/>
              <a:ln w="17463">
                <a:solidFill>
                  <a:srgbClr val="FF66CC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68" name="Line 666">
                <a:extLst>
                  <a:ext uri="{FF2B5EF4-FFF2-40B4-BE49-F238E27FC236}">
                    <a16:creationId xmlns:a16="http://schemas.microsoft.com/office/drawing/2014/main" id="{29007F9E-32DD-E61A-6A59-007F8268F0D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233" y="2848"/>
                <a:ext cx="11" cy="13"/>
              </a:xfrm>
              <a:prstGeom prst="line">
                <a:avLst/>
              </a:prstGeom>
              <a:noFill/>
              <a:ln w="17463">
                <a:solidFill>
                  <a:srgbClr val="FF66CC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69" name="Freeform 667">
                <a:extLst>
                  <a:ext uri="{FF2B5EF4-FFF2-40B4-BE49-F238E27FC236}">
                    <a16:creationId xmlns:a16="http://schemas.microsoft.com/office/drawing/2014/main" id="{015F422A-EDAD-4B1A-70F5-0B1F22A3161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03" y="2638"/>
                <a:ext cx="32" cy="26"/>
              </a:xfrm>
              <a:custGeom>
                <a:avLst/>
                <a:gdLst>
                  <a:gd name="T0" fmla="*/ 16 w 32"/>
                  <a:gd name="T1" fmla="*/ 0 h 26"/>
                  <a:gd name="T2" fmla="*/ 32 w 32"/>
                  <a:gd name="T3" fmla="*/ 13 h 26"/>
                  <a:gd name="T4" fmla="*/ 16 w 32"/>
                  <a:gd name="T5" fmla="*/ 26 h 26"/>
                  <a:gd name="T6" fmla="*/ 0 w 32"/>
                  <a:gd name="T7" fmla="*/ 13 h 26"/>
                  <a:gd name="T8" fmla="*/ 16 w 32"/>
                  <a:gd name="T9" fmla="*/ 0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2" h="26">
                    <a:moveTo>
                      <a:pt x="16" y="0"/>
                    </a:moveTo>
                    <a:lnTo>
                      <a:pt x="32" y="13"/>
                    </a:lnTo>
                    <a:lnTo>
                      <a:pt x="16" y="26"/>
                    </a:lnTo>
                    <a:lnTo>
                      <a:pt x="0" y="13"/>
                    </a:lnTo>
                    <a:lnTo>
                      <a:pt x="16" y="0"/>
                    </a:lnTo>
                    <a:close/>
                  </a:path>
                </a:pathLst>
              </a:custGeom>
              <a:noFill/>
              <a:ln w="7938">
                <a:solidFill>
                  <a:srgbClr val="008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008000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70" name="Freeform 668">
                <a:extLst>
                  <a:ext uri="{FF2B5EF4-FFF2-40B4-BE49-F238E27FC236}">
                    <a16:creationId xmlns:a16="http://schemas.microsoft.com/office/drawing/2014/main" id="{E6B3A171-FF83-3D5B-D01F-ACEE9272D2F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13" y="2642"/>
                <a:ext cx="32" cy="26"/>
              </a:xfrm>
              <a:custGeom>
                <a:avLst/>
                <a:gdLst>
                  <a:gd name="T0" fmla="*/ 16 w 32"/>
                  <a:gd name="T1" fmla="*/ 0 h 26"/>
                  <a:gd name="T2" fmla="*/ 32 w 32"/>
                  <a:gd name="T3" fmla="*/ 13 h 26"/>
                  <a:gd name="T4" fmla="*/ 16 w 32"/>
                  <a:gd name="T5" fmla="*/ 26 h 26"/>
                  <a:gd name="T6" fmla="*/ 0 w 32"/>
                  <a:gd name="T7" fmla="*/ 13 h 26"/>
                  <a:gd name="T8" fmla="*/ 16 w 32"/>
                  <a:gd name="T9" fmla="*/ 0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2" h="26">
                    <a:moveTo>
                      <a:pt x="16" y="0"/>
                    </a:moveTo>
                    <a:lnTo>
                      <a:pt x="32" y="13"/>
                    </a:lnTo>
                    <a:lnTo>
                      <a:pt x="16" y="26"/>
                    </a:lnTo>
                    <a:lnTo>
                      <a:pt x="0" y="13"/>
                    </a:lnTo>
                    <a:lnTo>
                      <a:pt x="16" y="0"/>
                    </a:lnTo>
                    <a:close/>
                  </a:path>
                </a:pathLst>
              </a:custGeom>
              <a:noFill/>
              <a:ln w="7938">
                <a:solidFill>
                  <a:srgbClr val="008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008000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71" name="Freeform 669">
                <a:extLst>
                  <a:ext uri="{FF2B5EF4-FFF2-40B4-BE49-F238E27FC236}">
                    <a16:creationId xmlns:a16="http://schemas.microsoft.com/office/drawing/2014/main" id="{64955558-2E32-A5AD-7B5A-2A991B4B95A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19" y="2677"/>
                <a:ext cx="32" cy="25"/>
              </a:xfrm>
              <a:custGeom>
                <a:avLst/>
                <a:gdLst>
                  <a:gd name="T0" fmla="*/ 16 w 32"/>
                  <a:gd name="T1" fmla="*/ 0 h 25"/>
                  <a:gd name="T2" fmla="*/ 32 w 32"/>
                  <a:gd name="T3" fmla="*/ 12 h 25"/>
                  <a:gd name="T4" fmla="*/ 16 w 32"/>
                  <a:gd name="T5" fmla="*/ 25 h 25"/>
                  <a:gd name="T6" fmla="*/ 0 w 32"/>
                  <a:gd name="T7" fmla="*/ 12 h 25"/>
                  <a:gd name="T8" fmla="*/ 16 w 32"/>
                  <a:gd name="T9" fmla="*/ 0 h 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2" h="25">
                    <a:moveTo>
                      <a:pt x="16" y="0"/>
                    </a:moveTo>
                    <a:lnTo>
                      <a:pt x="32" y="12"/>
                    </a:lnTo>
                    <a:lnTo>
                      <a:pt x="16" y="25"/>
                    </a:lnTo>
                    <a:lnTo>
                      <a:pt x="0" y="12"/>
                    </a:lnTo>
                    <a:lnTo>
                      <a:pt x="16" y="0"/>
                    </a:lnTo>
                    <a:close/>
                  </a:path>
                </a:pathLst>
              </a:custGeom>
              <a:noFill/>
              <a:ln w="7938">
                <a:solidFill>
                  <a:srgbClr val="008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008000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72" name="Freeform 670">
                <a:extLst>
                  <a:ext uri="{FF2B5EF4-FFF2-40B4-BE49-F238E27FC236}">
                    <a16:creationId xmlns:a16="http://schemas.microsoft.com/office/drawing/2014/main" id="{1BFAF8AF-D446-8021-A79A-0552BDBB7BB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29" y="2724"/>
                <a:ext cx="33" cy="25"/>
              </a:xfrm>
              <a:custGeom>
                <a:avLst/>
                <a:gdLst>
                  <a:gd name="T0" fmla="*/ 16 w 33"/>
                  <a:gd name="T1" fmla="*/ 0 h 25"/>
                  <a:gd name="T2" fmla="*/ 33 w 33"/>
                  <a:gd name="T3" fmla="*/ 13 h 25"/>
                  <a:gd name="T4" fmla="*/ 16 w 33"/>
                  <a:gd name="T5" fmla="*/ 25 h 25"/>
                  <a:gd name="T6" fmla="*/ 0 w 33"/>
                  <a:gd name="T7" fmla="*/ 13 h 25"/>
                  <a:gd name="T8" fmla="*/ 16 w 33"/>
                  <a:gd name="T9" fmla="*/ 0 h 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3" h="25">
                    <a:moveTo>
                      <a:pt x="16" y="0"/>
                    </a:moveTo>
                    <a:lnTo>
                      <a:pt x="33" y="13"/>
                    </a:lnTo>
                    <a:lnTo>
                      <a:pt x="16" y="25"/>
                    </a:lnTo>
                    <a:lnTo>
                      <a:pt x="0" y="13"/>
                    </a:lnTo>
                    <a:lnTo>
                      <a:pt x="16" y="0"/>
                    </a:lnTo>
                    <a:close/>
                  </a:path>
                </a:pathLst>
              </a:custGeom>
              <a:noFill/>
              <a:ln w="7938">
                <a:solidFill>
                  <a:srgbClr val="008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008000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73" name="Freeform 671">
                <a:extLst>
                  <a:ext uri="{FF2B5EF4-FFF2-40B4-BE49-F238E27FC236}">
                    <a16:creationId xmlns:a16="http://schemas.microsoft.com/office/drawing/2014/main" id="{B7F681C2-9D19-DF64-8311-F05A652E377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35" y="2792"/>
                <a:ext cx="32" cy="26"/>
              </a:xfrm>
              <a:custGeom>
                <a:avLst/>
                <a:gdLst>
                  <a:gd name="T0" fmla="*/ 16 w 32"/>
                  <a:gd name="T1" fmla="*/ 0 h 26"/>
                  <a:gd name="T2" fmla="*/ 32 w 32"/>
                  <a:gd name="T3" fmla="*/ 13 h 26"/>
                  <a:gd name="T4" fmla="*/ 16 w 32"/>
                  <a:gd name="T5" fmla="*/ 26 h 26"/>
                  <a:gd name="T6" fmla="*/ 0 w 32"/>
                  <a:gd name="T7" fmla="*/ 13 h 26"/>
                  <a:gd name="T8" fmla="*/ 16 w 32"/>
                  <a:gd name="T9" fmla="*/ 0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2" h="26">
                    <a:moveTo>
                      <a:pt x="16" y="0"/>
                    </a:moveTo>
                    <a:lnTo>
                      <a:pt x="32" y="13"/>
                    </a:lnTo>
                    <a:lnTo>
                      <a:pt x="16" y="26"/>
                    </a:lnTo>
                    <a:lnTo>
                      <a:pt x="0" y="13"/>
                    </a:lnTo>
                    <a:lnTo>
                      <a:pt x="16" y="0"/>
                    </a:lnTo>
                    <a:close/>
                  </a:path>
                </a:pathLst>
              </a:custGeom>
              <a:noFill/>
              <a:ln w="7938">
                <a:solidFill>
                  <a:srgbClr val="008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008000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74" name="Freeform 672">
                <a:extLst>
                  <a:ext uri="{FF2B5EF4-FFF2-40B4-BE49-F238E27FC236}">
                    <a16:creationId xmlns:a16="http://schemas.microsoft.com/office/drawing/2014/main" id="{62F71C43-2DD6-64B7-3068-0F4D6F786DC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45" y="2694"/>
                <a:ext cx="33" cy="25"/>
              </a:xfrm>
              <a:custGeom>
                <a:avLst/>
                <a:gdLst>
                  <a:gd name="T0" fmla="*/ 17 w 33"/>
                  <a:gd name="T1" fmla="*/ 0 h 25"/>
                  <a:gd name="T2" fmla="*/ 33 w 33"/>
                  <a:gd name="T3" fmla="*/ 13 h 25"/>
                  <a:gd name="T4" fmla="*/ 17 w 33"/>
                  <a:gd name="T5" fmla="*/ 25 h 25"/>
                  <a:gd name="T6" fmla="*/ 0 w 33"/>
                  <a:gd name="T7" fmla="*/ 13 h 25"/>
                  <a:gd name="T8" fmla="*/ 17 w 33"/>
                  <a:gd name="T9" fmla="*/ 0 h 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3" h="25">
                    <a:moveTo>
                      <a:pt x="17" y="0"/>
                    </a:moveTo>
                    <a:lnTo>
                      <a:pt x="33" y="13"/>
                    </a:lnTo>
                    <a:lnTo>
                      <a:pt x="17" y="25"/>
                    </a:lnTo>
                    <a:lnTo>
                      <a:pt x="0" y="13"/>
                    </a:lnTo>
                    <a:lnTo>
                      <a:pt x="17" y="0"/>
                    </a:lnTo>
                    <a:close/>
                  </a:path>
                </a:pathLst>
              </a:custGeom>
              <a:noFill/>
              <a:ln w="7938">
                <a:solidFill>
                  <a:srgbClr val="008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008000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75" name="Freeform 673">
                <a:extLst>
                  <a:ext uri="{FF2B5EF4-FFF2-40B4-BE49-F238E27FC236}">
                    <a16:creationId xmlns:a16="http://schemas.microsoft.com/office/drawing/2014/main" id="{85BC142E-F309-CB95-8614-57F66E82C29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51" y="2762"/>
                <a:ext cx="32" cy="26"/>
              </a:xfrm>
              <a:custGeom>
                <a:avLst/>
                <a:gdLst>
                  <a:gd name="T0" fmla="*/ 16 w 32"/>
                  <a:gd name="T1" fmla="*/ 0 h 26"/>
                  <a:gd name="T2" fmla="*/ 32 w 32"/>
                  <a:gd name="T3" fmla="*/ 13 h 26"/>
                  <a:gd name="T4" fmla="*/ 16 w 32"/>
                  <a:gd name="T5" fmla="*/ 26 h 26"/>
                  <a:gd name="T6" fmla="*/ 0 w 32"/>
                  <a:gd name="T7" fmla="*/ 13 h 26"/>
                  <a:gd name="T8" fmla="*/ 16 w 32"/>
                  <a:gd name="T9" fmla="*/ 0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2" h="26">
                    <a:moveTo>
                      <a:pt x="16" y="0"/>
                    </a:moveTo>
                    <a:lnTo>
                      <a:pt x="32" y="13"/>
                    </a:lnTo>
                    <a:lnTo>
                      <a:pt x="16" y="26"/>
                    </a:lnTo>
                    <a:lnTo>
                      <a:pt x="0" y="13"/>
                    </a:lnTo>
                    <a:lnTo>
                      <a:pt x="16" y="0"/>
                    </a:lnTo>
                    <a:close/>
                  </a:path>
                </a:pathLst>
              </a:custGeom>
              <a:noFill/>
              <a:ln w="7938">
                <a:solidFill>
                  <a:srgbClr val="008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008000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76" name="Freeform 674">
                <a:extLst>
                  <a:ext uri="{FF2B5EF4-FFF2-40B4-BE49-F238E27FC236}">
                    <a16:creationId xmlns:a16="http://schemas.microsoft.com/office/drawing/2014/main" id="{CA5CA42F-1AE1-8F23-62F3-5A8D18CCE56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62" y="2681"/>
                <a:ext cx="32" cy="26"/>
              </a:xfrm>
              <a:custGeom>
                <a:avLst/>
                <a:gdLst>
                  <a:gd name="T0" fmla="*/ 16 w 32"/>
                  <a:gd name="T1" fmla="*/ 0 h 26"/>
                  <a:gd name="T2" fmla="*/ 32 w 32"/>
                  <a:gd name="T3" fmla="*/ 13 h 26"/>
                  <a:gd name="T4" fmla="*/ 16 w 32"/>
                  <a:gd name="T5" fmla="*/ 26 h 26"/>
                  <a:gd name="T6" fmla="*/ 0 w 32"/>
                  <a:gd name="T7" fmla="*/ 13 h 26"/>
                  <a:gd name="T8" fmla="*/ 16 w 32"/>
                  <a:gd name="T9" fmla="*/ 0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2" h="26">
                    <a:moveTo>
                      <a:pt x="16" y="0"/>
                    </a:moveTo>
                    <a:lnTo>
                      <a:pt x="32" y="13"/>
                    </a:lnTo>
                    <a:lnTo>
                      <a:pt x="16" y="26"/>
                    </a:lnTo>
                    <a:lnTo>
                      <a:pt x="0" y="13"/>
                    </a:lnTo>
                    <a:lnTo>
                      <a:pt x="16" y="0"/>
                    </a:lnTo>
                    <a:close/>
                  </a:path>
                </a:pathLst>
              </a:custGeom>
              <a:noFill/>
              <a:ln w="7938">
                <a:solidFill>
                  <a:srgbClr val="008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008000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77" name="Freeform 675">
                <a:extLst>
                  <a:ext uri="{FF2B5EF4-FFF2-40B4-BE49-F238E27FC236}">
                    <a16:creationId xmlns:a16="http://schemas.microsoft.com/office/drawing/2014/main" id="{98D918E0-79FD-E3D3-052D-4AA7F492C3A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72" y="2672"/>
                <a:ext cx="32" cy="26"/>
              </a:xfrm>
              <a:custGeom>
                <a:avLst/>
                <a:gdLst>
                  <a:gd name="T0" fmla="*/ 16 w 32"/>
                  <a:gd name="T1" fmla="*/ 0 h 26"/>
                  <a:gd name="T2" fmla="*/ 32 w 32"/>
                  <a:gd name="T3" fmla="*/ 13 h 26"/>
                  <a:gd name="T4" fmla="*/ 16 w 32"/>
                  <a:gd name="T5" fmla="*/ 26 h 26"/>
                  <a:gd name="T6" fmla="*/ 0 w 32"/>
                  <a:gd name="T7" fmla="*/ 13 h 26"/>
                  <a:gd name="T8" fmla="*/ 16 w 32"/>
                  <a:gd name="T9" fmla="*/ 0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2" h="26">
                    <a:moveTo>
                      <a:pt x="16" y="0"/>
                    </a:moveTo>
                    <a:lnTo>
                      <a:pt x="32" y="13"/>
                    </a:lnTo>
                    <a:lnTo>
                      <a:pt x="16" y="26"/>
                    </a:lnTo>
                    <a:lnTo>
                      <a:pt x="0" y="13"/>
                    </a:lnTo>
                    <a:lnTo>
                      <a:pt x="16" y="0"/>
                    </a:lnTo>
                    <a:close/>
                  </a:path>
                </a:pathLst>
              </a:custGeom>
              <a:noFill/>
              <a:ln w="7938">
                <a:solidFill>
                  <a:srgbClr val="008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008000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78" name="Freeform 676">
                <a:extLst>
                  <a:ext uri="{FF2B5EF4-FFF2-40B4-BE49-F238E27FC236}">
                    <a16:creationId xmlns:a16="http://schemas.microsoft.com/office/drawing/2014/main" id="{6B266F55-A767-4060-D3DD-449AFAB1B4A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78" y="2642"/>
                <a:ext cx="32" cy="26"/>
              </a:xfrm>
              <a:custGeom>
                <a:avLst/>
                <a:gdLst>
                  <a:gd name="T0" fmla="*/ 16 w 32"/>
                  <a:gd name="T1" fmla="*/ 0 h 26"/>
                  <a:gd name="T2" fmla="*/ 32 w 32"/>
                  <a:gd name="T3" fmla="*/ 13 h 26"/>
                  <a:gd name="T4" fmla="*/ 16 w 32"/>
                  <a:gd name="T5" fmla="*/ 26 h 26"/>
                  <a:gd name="T6" fmla="*/ 0 w 32"/>
                  <a:gd name="T7" fmla="*/ 13 h 26"/>
                  <a:gd name="T8" fmla="*/ 16 w 32"/>
                  <a:gd name="T9" fmla="*/ 0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2" h="26">
                    <a:moveTo>
                      <a:pt x="16" y="0"/>
                    </a:moveTo>
                    <a:lnTo>
                      <a:pt x="32" y="13"/>
                    </a:lnTo>
                    <a:lnTo>
                      <a:pt x="16" y="26"/>
                    </a:lnTo>
                    <a:lnTo>
                      <a:pt x="0" y="13"/>
                    </a:lnTo>
                    <a:lnTo>
                      <a:pt x="16" y="0"/>
                    </a:lnTo>
                    <a:close/>
                  </a:path>
                </a:pathLst>
              </a:custGeom>
              <a:noFill/>
              <a:ln w="7938">
                <a:solidFill>
                  <a:srgbClr val="FF66CC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008000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79" name="Freeform 677">
                <a:extLst>
                  <a:ext uri="{FF2B5EF4-FFF2-40B4-BE49-F238E27FC236}">
                    <a16:creationId xmlns:a16="http://schemas.microsoft.com/office/drawing/2014/main" id="{20C31B30-3174-7BAE-82A1-95F0AA3F2BB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88" y="2625"/>
                <a:ext cx="33" cy="26"/>
              </a:xfrm>
              <a:custGeom>
                <a:avLst/>
                <a:gdLst>
                  <a:gd name="T0" fmla="*/ 16 w 33"/>
                  <a:gd name="T1" fmla="*/ 0 h 26"/>
                  <a:gd name="T2" fmla="*/ 33 w 33"/>
                  <a:gd name="T3" fmla="*/ 13 h 26"/>
                  <a:gd name="T4" fmla="*/ 16 w 33"/>
                  <a:gd name="T5" fmla="*/ 26 h 26"/>
                  <a:gd name="T6" fmla="*/ 0 w 33"/>
                  <a:gd name="T7" fmla="*/ 13 h 26"/>
                  <a:gd name="T8" fmla="*/ 16 w 33"/>
                  <a:gd name="T9" fmla="*/ 0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3" h="26">
                    <a:moveTo>
                      <a:pt x="16" y="0"/>
                    </a:moveTo>
                    <a:lnTo>
                      <a:pt x="33" y="13"/>
                    </a:lnTo>
                    <a:lnTo>
                      <a:pt x="16" y="26"/>
                    </a:lnTo>
                    <a:lnTo>
                      <a:pt x="0" y="13"/>
                    </a:lnTo>
                    <a:lnTo>
                      <a:pt x="16" y="0"/>
                    </a:lnTo>
                    <a:close/>
                  </a:path>
                </a:pathLst>
              </a:custGeom>
              <a:noFill/>
              <a:ln w="7938">
                <a:solidFill>
                  <a:srgbClr val="FF66CC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008000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80" name="Freeform 678">
                <a:extLst>
                  <a:ext uri="{FF2B5EF4-FFF2-40B4-BE49-F238E27FC236}">
                    <a16:creationId xmlns:a16="http://schemas.microsoft.com/office/drawing/2014/main" id="{150C6786-3074-BA73-C2F7-193BB11383D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94" y="2600"/>
                <a:ext cx="32" cy="25"/>
              </a:xfrm>
              <a:custGeom>
                <a:avLst/>
                <a:gdLst>
                  <a:gd name="T0" fmla="*/ 16 w 32"/>
                  <a:gd name="T1" fmla="*/ 0 h 25"/>
                  <a:gd name="T2" fmla="*/ 32 w 32"/>
                  <a:gd name="T3" fmla="*/ 12 h 25"/>
                  <a:gd name="T4" fmla="*/ 16 w 32"/>
                  <a:gd name="T5" fmla="*/ 25 h 25"/>
                  <a:gd name="T6" fmla="*/ 0 w 32"/>
                  <a:gd name="T7" fmla="*/ 12 h 25"/>
                  <a:gd name="T8" fmla="*/ 16 w 32"/>
                  <a:gd name="T9" fmla="*/ 0 h 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2" h="25">
                    <a:moveTo>
                      <a:pt x="16" y="0"/>
                    </a:moveTo>
                    <a:lnTo>
                      <a:pt x="32" y="12"/>
                    </a:lnTo>
                    <a:lnTo>
                      <a:pt x="16" y="25"/>
                    </a:lnTo>
                    <a:lnTo>
                      <a:pt x="0" y="12"/>
                    </a:lnTo>
                    <a:lnTo>
                      <a:pt x="16" y="0"/>
                    </a:lnTo>
                    <a:close/>
                  </a:path>
                </a:pathLst>
              </a:custGeom>
              <a:noFill/>
              <a:ln w="7938">
                <a:solidFill>
                  <a:srgbClr val="FF66CC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008000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81" name="Freeform 679">
                <a:extLst>
                  <a:ext uri="{FF2B5EF4-FFF2-40B4-BE49-F238E27FC236}">
                    <a16:creationId xmlns:a16="http://schemas.microsoft.com/office/drawing/2014/main" id="{F8BE984C-4745-7A18-2D18-9FC7C838430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04" y="2677"/>
                <a:ext cx="33" cy="25"/>
              </a:xfrm>
              <a:custGeom>
                <a:avLst/>
                <a:gdLst>
                  <a:gd name="T0" fmla="*/ 17 w 33"/>
                  <a:gd name="T1" fmla="*/ 0 h 25"/>
                  <a:gd name="T2" fmla="*/ 33 w 33"/>
                  <a:gd name="T3" fmla="*/ 12 h 25"/>
                  <a:gd name="T4" fmla="*/ 17 w 33"/>
                  <a:gd name="T5" fmla="*/ 25 h 25"/>
                  <a:gd name="T6" fmla="*/ 0 w 33"/>
                  <a:gd name="T7" fmla="*/ 12 h 25"/>
                  <a:gd name="T8" fmla="*/ 17 w 33"/>
                  <a:gd name="T9" fmla="*/ 0 h 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3" h="25">
                    <a:moveTo>
                      <a:pt x="17" y="0"/>
                    </a:moveTo>
                    <a:lnTo>
                      <a:pt x="33" y="12"/>
                    </a:lnTo>
                    <a:lnTo>
                      <a:pt x="17" y="25"/>
                    </a:lnTo>
                    <a:lnTo>
                      <a:pt x="0" y="12"/>
                    </a:lnTo>
                    <a:lnTo>
                      <a:pt x="17" y="0"/>
                    </a:lnTo>
                    <a:close/>
                  </a:path>
                </a:pathLst>
              </a:custGeom>
              <a:noFill/>
              <a:ln w="7938">
                <a:solidFill>
                  <a:srgbClr val="FF66CC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008000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82" name="Freeform 680">
                <a:extLst>
                  <a:ext uri="{FF2B5EF4-FFF2-40B4-BE49-F238E27FC236}">
                    <a16:creationId xmlns:a16="http://schemas.microsoft.com/office/drawing/2014/main" id="{777B7DB2-A5CD-4A69-6FDB-19A8F4680DD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10" y="2668"/>
                <a:ext cx="32" cy="26"/>
              </a:xfrm>
              <a:custGeom>
                <a:avLst/>
                <a:gdLst>
                  <a:gd name="T0" fmla="*/ 16 w 32"/>
                  <a:gd name="T1" fmla="*/ 0 h 26"/>
                  <a:gd name="T2" fmla="*/ 32 w 32"/>
                  <a:gd name="T3" fmla="*/ 13 h 26"/>
                  <a:gd name="T4" fmla="*/ 16 w 32"/>
                  <a:gd name="T5" fmla="*/ 26 h 26"/>
                  <a:gd name="T6" fmla="*/ 0 w 32"/>
                  <a:gd name="T7" fmla="*/ 13 h 26"/>
                  <a:gd name="T8" fmla="*/ 16 w 32"/>
                  <a:gd name="T9" fmla="*/ 0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2" h="26">
                    <a:moveTo>
                      <a:pt x="16" y="0"/>
                    </a:moveTo>
                    <a:lnTo>
                      <a:pt x="32" y="13"/>
                    </a:lnTo>
                    <a:lnTo>
                      <a:pt x="16" y="26"/>
                    </a:lnTo>
                    <a:lnTo>
                      <a:pt x="0" y="13"/>
                    </a:lnTo>
                    <a:lnTo>
                      <a:pt x="16" y="0"/>
                    </a:lnTo>
                    <a:close/>
                  </a:path>
                </a:pathLst>
              </a:custGeom>
              <a:noFill/>
              <a:ln w="7938">
                <a:solidFill>
                  <a:srgbClr val="FF66CC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008000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83" name="Freeform 681">
                <a:extLst>
                  <a:ext uri="{FF2B5EF4-FFF2-40B4-BE49-F238E27FC236}">
                    <a16:creationId xmlns:a16="http://schemas.microsoft.com/office/drawing/2014/main" id="{4FC8259C-F297-D977-D8BB-71E0E6D4479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21" y="2638"/>
                <a:ext cx="32" cy="26"/>
              </a:xfrm>
              <a:custGeom>
                <a:avLst/>
                <a:gdLst>
                  <a:gd name="T0" fmla="*/ 16 w 32"/>
                  <a:gd name="T1" fmla="*/ 0 h 26"/>
                  <a:gd name="T2" fmla="*/ 32 w 32"/>
                  <a:gd name="T3" fmla="*/ 13 h 26"/>
                  <a:gd name="T4" fmla="*/ 16 w 32"/>
                  <a:gd name="T5" fmla="*/ 26 h 26"/>
                  <a:gd name="T6" fmla="*/ 0 w 32"/>
                  <a:gd name="T7" fmla="*/ 13 h 26"/>
                  <a:gd name="T8" fmla="*/ 16 w 32"/>
                  <a:gd name="T9" fmla="*/ 0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2" h="26">
                    <a:moveTo>
                      <a:pt x="16" y="0"/>
                    </a:moveTo>
                    <a:lnTo>
                      <a:pt x="32" y="13"/>
                    </a:lnTo>
                    <a:lnTo>
                      <a:pt x="16" y="26"/>
                    </a:lnTo>
                    <a:lnTo>
                      <a:pt x="0" y="13"/>
                    </a:lnTo>
                    <a:lnTo>
                      <a:pt x="16" y="0"/>
                    </a:lnTo>
                    <a:close/>
                  </a:path>
                </a:pathLst>
              </a:custGeom>
              <a:noFill/>
              <a:ln w="7938">
                <a:solidFill>
                  <a:srgbClr val="FF66CC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008000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84" name="Freeform 682">
                <a:extLst>
                  <a:ext uri="{FF2B5EF4-FFF2-40B4-BE49-F238E27FC236}">
                    <a16:creationId xmlns:a16="http://schemas.microsoft.com/office/drawing/2014/main" id="{B991BE82-ED19-AE4D-CCDE-0E10616FBF0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26" y="2685"/>
                <a:ext cx="32" cy="26"/>
              </a:xfrm>
              <a:custGeom>
                <a:avLst/>
                <a:gdLst>
                  <a:gd name="T0" fmla="*/ 16 w 32"/>
                  <a:gd name="T1" fmla="*/ 0 h 26"/>
                  <a:gd name="T2" fmla="*/ 32 w 32"/>
                  <a:gd name="T3" fmla="*/ 13 h 26"/>
                  <a:gd name="T4" fmla="*/ 16 w 32"/>
                  <a:gd name="T5" fmla="*/ 26 h 26"/>
                  <a:gd name="T6" fmla="*/ 0 w 32"/>
                  <a:gd name="T7" fmla="*/ 13 h 26"/>
                  <a:gd name="T8" fmla="*/ 16 w 32"/>
                  <a:gd name="T9" fmla="*/ 0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2" h="26">
                    <a:moveTo>
                      <a:pt x="16" y="0"/>
                    </a:moveTo>
                    <a:lnTo>
                      <a:pt x="32" y="13"/>
                    </a:lnTo>
                    <a:lnTo>
                      <a:pt x="16" y="26"/>
                    </a:lnTo>
                    <a:lnTo>
                      <a:pt x="0" y="13"/>
                    </a:lnTo>
                    <a:lnTo>
                      <a:pt x="16" y="0"/>
                    </a:lnTo>
                    <a:close/>
                  </a:path>
                </a:pathLst>
              </a:custGeom>
              <a:noFill/>
              <a:ln w="7938">
                <a:solidFill>
                  <a:srgbClr val="FF66CC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008000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85" name="Freeform 683">
                <a:extLst>
                  <a:ext uri="{FF2B5EF4-FFF2-40B4-BE49-F238E27FC236}">
                    <a16:creationId xmlns:a16="http://schemas.microsoft.com/office/drawing/2014/main" id="{512D668C-F00D-9795-EA37-7A8F2A59F65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37" y="2664"/>
                <a:ext cx="32" cy="25"/>
              </a:xfrm>
              <a:custGeom>
                <a:avLst/>
                <a:gdLst>
                  <a:gd name="T0" fmla="*/ 16 w 32"/>
                  <a:gd name="T1" fmla="*/ 0 h 25"/>
                  <a:gd name="T2" fmla="*/ 32 w 32"/>
                  <a:gd name="T3" fmla="*/ 13 h 25"/>
                  <a:gd name="T4" fmla="*/ 16 w 32"/>
                  <a:gd name="T5" fmla="*/ 25 h 25"/>
                  <a:gd name="T6" fmla="*/ 0 w 32"/>
                  <a:gd name="T7" fmla="*/ 13 h 25"/>
                  <a:gd name="T8" fmla="*/ 16 w 32"/>
                  <a:gd name="T9" fmla="*/ 0 h 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2" h="25">
                    <a:moveTo>
                      <a:pt x="16" y="0"/>
                    </a:moveTo>
                    <a:lnTo>
                      <a:pt x="32" y="13"/>
                    </a:lnTo>
                    <a:lnTo>
                      <a:pt x="16" y="25"/>
                    </a:lnTo>
                    <a:lnTo>
                      <a:pt x="0" y="13"/>
                    </a:lnTo>
                    <a:lnTo>
                      <a:pt x="16" y="0"/>
                    </a:lnTo>
                    <a:close/>
                  </a:path>
                </a:pathLst>
              </a:custGeom>
              <a:noFill/>
              <a:ln w="7938">
                <a:solidFill>
                  <a:srgbClr val="FF66CC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008000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86" name="Freeform 684">
                <a:extLst>
                  <a:ext uri="{FF2B5EF4-FFF2-40B4-BE49-F238E27FC236}">
                    <a16:creationId xmlns:a16="http://schemas.microsoft.com/office/drawing/2014/main" id="{A05F20BF-3A4C-19DD-1D9F-E6E7A6F7200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42" y="2741"/>
                <a:ext cx="32" cy="26"/>
              </a:xfrm>
              <a:custGeom>
                <a:avLst/>
                <a:gdLst>
                  <a:gd name="T0" fmla="*/ 16 w 32"/>
                  <a:gd name="T1" fmla="*/ 0 h 26"/>
                  <a:gd name="T2" fmla="*/ 32 w 32"/>
                  <a:gd name="T3" fmla="*/ 13 h 26"/>
                  <a:gd name="T4" fmla="*/ 16 w 32"/>
                  <a:gd name="T5" fmla="*/ 26 h 26"/>
                  <a:gd name="T6" fmla="*/ 0 w 32"/>
                  <a:gd name="T7" fmla="*/ 13 h 26"/>
                  <a:gd name="T8" fmla="*/ 16 w 32"/>
                  <a:gd name="T9" fmla="*/ 0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2" h="26">
                    <a:moveTo>
                      <a:pt x="16" y="0"/>
                    </a:moveTo>
                    <a:lnTo>
                      <a:pt x="32" y="13"/>
                    </a:lnTo>
                    <a:lnTo>
                      <a:pt x="16" y="26"/>
                    </a:lnTo>
                    <a:lnTo>
                      <a:pt x="0" y="13"/>
                    </a:lnTo>
                    <a:lnTo>
                      <a:pt x="16" y="0"/>
                    </a:lnTo>
                    <a:close/>
                  </a:path>
                </a:pathLst>
              </a:custGeom>
              <a:noFill/>
              <a:ln w="7938">
                <a:solidFill>
                  <a:srgbClr val="FF66CC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008000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87" name="Freeform 685">
                <a:extLst>
                  <a:ext uri="{FF2B5EF4-FFF2-40B4-BE49-F238E27FC236}">
                    <a16:creationId xmlns:a16="http://schemas.microsoft.com/office/drawing/2014/main" id="{7C0773AA-5172-8AF3-68F9-85CC9EF9EA5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53" y="2698"/>
                <a:ext cx="32" cy="26"/>
              </a:xfrm>
              <a:custGeom>
                <a:avLst/>
                <a:gdLst>
                  <a:gd name="T0" fmla="*/ 16 w 32"/>
                  <a:gd name="T1" fmla="*/ 0 h 26"/>
                  <a:gd name="T2" fmla="*/ 32 w 32"/>
                  <a:gd name="T3" fmla="*/ 13 h 26"/>
                  <a:gd name="T4" fmla="*/ 16 w 32"/>
                  <a:gd name="T5" fmla="*/ 26 h 26"/>
                  <a:gd name="T6" fmla="*/ 0 w 32"/>
                  <a:gd name="T7" fmla="*/ 13 h 26"/>
                  <a:gd name="T8" fmla="*/ 16 w 32"/>
                  <a:gd name="T9" fmla="*/ 0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2" h="26">
                    <a:moveTo>
                      <a:pt x="16" y="0"/>
                    </a:moveTo>
                    <a:lnTo>
                      <a:pt x="32" y="13"/>
                    </a:lnTo>
                    <a:lnTo>
                      <a:pt x="16" y="26"/>
                    </a:lnTo>
                    <a:lnTo>
                      <a:pt x="0" y="13"/>
                    </a:lnTo>
                    <a:lnTo>
                      <a:pt x="16" y="0"/>
                    </a:lnTo>
                    <a:close/>
                  </a:path>
                </a:pathLst>
              </a:custGeom>
              <a:noFill/>
              <a:ln w="7938">
                <a:solidFill>
                  <a:srgbClr val="FF66CC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008000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88" name="Freeform 686">
                <a:extLst>
                  <a:ext uri="{FF2B5EF4-FFF2-40B4-BE49-F238E27FC236}">
                    <a16:creationId xmlns:a16="http://schemas.microsoft.com/office/drawing/2014/main" id="{922EE303-9B11-2733-C7E9-205AF4F791A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63" y="2741"/>
                <a:ext cx="33" cy="26"/>
              </a:xfrm>
              <a:custGeom>
                <a:avLst/>
                <a:gdLst>
                  <a:gd name="T0" fmla="*/ 17 w 33"/>
                  <a:gd name="T1" fmla="*/ 0 h 26"/>
                  <a:gd name="T2" fmla="*/ 33 w 33"/>
                  <a:gd name="T3" fmla="*/ 13 h 26"/>
                  <a:gd name="T4" fmla="*/ 17 w 33"/>
                  <a:gd name="T5" fmla="*/ 26 h 26"/>
                  <a:gd name="T6" fmla="*/ 0 w 33"/>
                  <a:gd name="T7" fmla="*/ 13 h 26"/>
                  <a:gd name="T8" fmla="*/ 17 w 33"/>
                  <a:gd name="T9" fmla="*/ 0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3" h="26">
                    <a:moveTo>
                      <a:pt x="17" y="0"/>
                    </a:moveTo>
                    <a:lnTo>
                      <a:pt x="33" y="13"/>
                    </a:lnTo>
                    <a:lnTo>
                      <a:pt x="17" y="26"/>
                    </a:lnTo>
                    <a:lnTo>
                      <a:pt x="0" y="13"/>
                    </a:lnTo>
                    <a:lnTo>
                      <a:pt x="17" y="0"/>
                    </a:lnTo>
                    <a:close/>
                  </a:path>
                </a:pathLst>
              </a:custGeom>
              <a:noFill/>
              <a:ln w="7938">
                <a:solidFill>
                  <a:srgbClr val="FF66CC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008000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89" name="Freeform 687">
                <a:extLst>
                  <a:ext uri="{FF2B5EF4-FFF2-40B4-BE49-F238E27FC236}">
                    <a16:creationId xmlns:a16="http://schemas.microsoft.com/office/drawing/2014/main" id="{5A2F7550-F233-9AFA-5170-3914ED0C06D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69" y="2775"/>
                <a:ext cx="32" cy="26"/>
              </a:xfrm>
              <a:custGeom>
                <a:avLst/>
                <a:gdLst>
                  <a:gd name="T0" fmla="*/ 16 w 32"/>
                  <a:gd name="T1" fmla="*/ 0 h 26"/>
                  <a:gd name="T2" fmla="*/ 32 w 32"/>
                  <a:gd name="T3" fmla="*/ 13 h 26"/>
                  <a:gd name="T4" fmla="*/ 16 w 32"/>
                  <a:gd name="T5" fmla="*/ 26 h 26"/>
                  <a:gd name="T6" fmla="*/ 0 w 32"/>
                  <a:gd name="T7" fmla="*/ 13 h 26"/>
                  <a:gd name="T8" fmla="*/ 16 w 32"/>
                  <a:gd name="T9" fmla="*/ 0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2" h="26">
                    <a:moveTo>
                      <a:pt x="16" y="0"/>
                    </a:moveTo>
                    <a:lnTo>
                      <a:pt x="32" y="13"/>
                    </a:lnTo>
                    <a:lnTo>
                      <a:pt x="16" y="26"/>
                    </a:lnTo>
                    <a:lnTo>
                      <a:pt x="0" y="13"/>
                    </a:lnTo>
                    <a:lnTo>
                      <a:pt x="16" y="0"/>
                    </a:lnTo>
                    <a:close/>
                  </a:path>
                </a:pathLst>
              </a:custGeom>
              <a:noFill/>
              <a:ln w="7938">
                <a:solidFill>
                  <a:srgbClr val="FF66CC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008000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90" name="Freeform 688">
                <a:extLst>
                  <a:ext uri="{FF2B5EF4-FFF2-40B4-BE49-F238E27FC236}">
                    <a16:creationId xmlns:a16="http://schemas.microsoft.com/office/drawing/2014/main" id="{ED97BFE7-8C2A-F733-B8F4-2133AF650DB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80" y="2754"/>
                <a:ext cx="32" cy="25"/>
              </a:xfrm>
              <a:custGeom>
                <a:avLst/>
                <a:gdLst>
                  <a:gd name="T0" fmla="*/ 16 w 32"/>
                  <a:gd name="T1" fmla="*/ 0 h 25"/>
                  <a:gd name="T2" fmla="*/ 32 w 32"/>
                  <a:gd name="T3" fmla="*/ 13 h 25"/>
                  <a:gd name="T4" fmla="*/ 16 w 32"/>
                  <a:gd name="T5" fmla="*/ 25 h 25"/>
                  <a:gd name="T6" fmla="*/ 0 w 32"/>
                  <a:gd name="T7" fmla="*/ 13 h 25"/>
                  <a:gd name="T8" fmla="*/ 16 w 32"/>
                  <a:gd name="T9" fmla="*/ 0 h 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2" h="25">
                    <a:moveTo>
                      <a:pt x="16" y="0"/>
                    </a:moveTo>
                    <a:lnTo>
                      <a:pt x="32" y="13"/>
                    </a:lnTo>
                    <a:lnTo>
                      <a:pt x="16" y="25"/>
                    </a:lnTo>
                    <a:lnTo>
                      <a:pt x="0" y="13"/>
                    </a:lnTo>
                    <a:lnTo>
                      <a:pt x="16" y="0"/>
                    </a:lnTo>
                    <a:close/>
                  </a:path>
                </a:pathLst>
              </a:custGeom>
              <a:noFill/>
              <a:ln w="7938">
                <a:solidFill>
                  <a:srgbClr val="FF66CC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008000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91" name="Freeform 689">
                <a:extLst>
                  <a:ext uri="{FF2B5EF4-FFF2-40B4-BE49-F238E27FC236}">
                    <a16:creationId xmlns:a16="http://schemas.microsoft.com/office/drawing/2014/main" id="{54F8A02E-8B7C-7FAD-6930-51F3B8D6A26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85" y="2775"/>
                <a:ext cx="32" cy="26"/>
              </a:xfrm>
              <a:custGeom>
                <a:avLst/>
                <a:gdLst>
                  <a:gd name="T0" fmla="*/ 16 w 32"/>
                  <a:gd name="T1" fmla="*/ 0 h 26"/>
                  <a:gd name="T2" fmla="*/ 32 w 32"/>
                  <a:gd name="T3" fmla="*/ 13 h 26"/>
                  <a:gd name="T4" fmla="*/ 16 w 32"/>
                  <a:gd name="T5" fmla="*/ 26 h 26"/>
                  <a:gd name="T6" fmla="*/ 0 w 32"/>
                  <a:gd name="T7" fmla="*/ 13 h 26"/>
                  <a:gd name="T8" fmla="*/ 16 w 32"/>
                  <a:gd name="T9" fmla="*/ 0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2" h="26">
                    <a:moveTo>
                      <a:pt x="16" y="0"/>
                    </a:moveTo>
                    <a:lnTo>
                      <a:pt x="32" y="13"/>
                    </a:lnTo>
                    <a:lnTo>
                      <a:pt x="16" y="26"/>
                    </a:lnTo>
                    <a:lnTo>
                      <a:pt x="0" y="13"/>
                    </a:lnTo>
                    <a:lnTo>
                      <a:pt x="16" y="0"/>
                    </a:lnTo>
                    <a:close/>
                  </a:path>
                </a:pathLst>
              </a:custGeom>
              <a:noFill/>
              <a:ln w="7938">
                <a:solidFill>
                  <a:srgbClr val="FF66CC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008000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92" name="Freeform 690">
                <a:extLst>
                  <a:ext uri="{FF2B5EF4-FFF2-40B4-BE49-F238E27FC236}">
                    <a16:creationId xmlns:a16="http://schemas.microsoft.com/office/drawing/2014/main" id="{EEE49204-5358-1162-EBB1-A626221B1F3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96" y="2788"/>
                <a:ext cx="32" cy="26"/>
              </a:xfrm>
              <a:custGeom>
                <a:avLst/>
                <a:gdLst>
                  <a:gd name="T0" fmla="*/ 16 w 32"/>
                  <a:gd name="T1" fmla="*/ 0 h 26"/>
                  <a:gd name="T2" fmla="*/ 32 w 32"/>
                  <a:gd name="T3" fmla="*/ 13 h 26"/>
                  <a:gd name="T4" fmla="*/ 16 w 32"/>
                  <a:gd name="T5" fmla="*/ 26 h 26"/>
                  <a:gd name="T6" fmla="*/ 0 w 32"/>
                  <a:gd name="T7" fmla="*/ 13 h 26"/>
                  <a:gd name="T8" fmla="*/ 16 w 32"/>
                  <a:gd name="T9" fmla="*/ 0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2" h="26">
                    <a:moveTo>
                      <a:pt x="16" y="0"/>
                    </a:moveTo>
                    <a:lnTo>
                      <a:pt x="32" y="13"/>
                    </a:lnTo>
                    <a:lnTo>
                      <a:pt x="16" y="26"/>
                    </a:lnTo>
                    <a:lnTo>
                      <a:pt x="0" y="13"/>
                    </a:lnTo>
                    <a:lnTo>
                      <a:pt x="16" y="0"/>
                    </a:lnTo>
                    <a:close/>
                  </a:path>
                </a:pathLst>
              </a:custGeom>
              <a:noFill/>
              <a:ln w="7938">
                <a:solidFill>
                  <a:srgbClr val="FF66CC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008000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93" name="Freeform 691">
                <a:extLst>
                  <a:ext uri="{FF2B5EF4-FFF2-40B4-BE49-F238E27FC236}">
                    <a16:creationId xmlns:a16="http://schemas.microsoft.com/office/drawing/2014/main" id="{036593DE-F94A-BC31-C16D-1E3DA0C4C71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01" y="2814"/>
                <a:ext cx="32" cy="25"/>
              </a:xfrm>
              <a:custGeom>
                <a:avLst/>
                <a:gdLst>
                  <a:gd name="T0" fmla="*/ 16 w 32"/>
                  <a:gd name="T1" fmla="*/ 0 h 25"/>
                  <a:gd name="T2" fmla="*/ 32 w 32"/>
                  <a:gd name="T3" fmla="*/ 12 h 25"/>
                  <a:gd name="T4" fmla="*/ 16 w 32"/>
                  <a:gd name="T5" fmla="*/ 25 h 25"/>
                  <a:gd name="T6" fmla="*/ 0 w 32"/>
                  <a:gd name="T7" fmla="*/ 12 h 25"/>
                  <a:gd name="T8" fmla="*/ 16 w 32"/>
                  <a:gd name="T9" fmla="*/ 0 h 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2" h="25">
                    <a:moveTo>
                      <a:pt x="16" y="0"/>
                    </a:moveTo>
                    <a:lnTo>
                      <a:pt x="32" y="12"/>
                    </a:lnTo>
                    <a:lnTo>
                      <a:pt x="16" y="25"/>
                    </a:lnTo>
                    <a:lnTo>
                      <a:pt x="0" y="12"/>
                    </a:lnTo>
                    <a:lnTo>
                      <a:pt x="16" y="0"/>
                    </a:lnTo>
                    <a:close/>
                  </a:path>
                </a:pathLst>
              </a:custGeom>
              <a:noFill/>
              <a:ln w="7938">
                <a:solidFill>
                  <a:srgbClr val="FF66CC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008000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94" name="Freeform 692">
                <a:extLst>
                  <a:ext uri="{FF2B5EF4-FFF2-40B4-BE49-F238E27FC236}">
                    <a16:creationId xmlns:a16="http://schemas.microsoft.com/office/drawing/2014/main" id="{FCD5A28F-06AE-6144-66C9-7E3538D704C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12" y="2844"/>
                <a:ext cx="32" cy="25"/>
              </a:xfrm>
              <a:custGeom>
                <a:avLst/>
                <a:gdLst>
                  <a:gd name="T0" fmla="*/ 16 w 32"/>
                  <a:gd name="T1" fmla="*/ 0 h 25"/>
                  <a:gd name="T2" fmla="*/ 32 w 32"/>
                  <a:gd name="T3" fmla="*/ 12 h 25"/>
                  <a:gd name="T4" fmla="*/ 16 w 32"/>
                  <a:gd name="T5" fmla="*/ 25 h 25"/>
                  <a:gd name="T6" fmla="*/ 0 w 32"/>
                  <a:gd name="T7" fmla="*/ 12 h 25"/>
                  <a:gd name="T8" fmla="*/ 16 w 32"/>
                  <a:gd name="T9" fmla="*/ 0 h 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2" h="25">
                    <a:moveTo>
                      <a:pt x="16" y="0"/>
                    </a:moveTo>
                    <a:lnTo>
                      <a:pt x="32" y="12"/>
                    </a:lnTo>
                    <a:lnTo>
                      <a:pt x="16" y="25"/>
                    </a:lnTo>
                    <a:lnTo>
                      <a:pt x="0" y="12"/>
                    </a:lnTo>
                    <a:lnTo>
                      <a:pt x="16" y="0"/>
                    </a:lnTo>
                    <a:close/>
                  </a:path>
                </a:pathLst>
              </a:custGeom>
              <a:noFill/>
              <a:ln w="7938">
                <a:solidFill>
                  <a:srgbClr val="FF66CC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008000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95" name="Freeform 693">
                <a:extLst>
                  <a:ext uri="{FF2B5EF4-FFF2-40B4-BE49-F238E27FC236}">
                    <a16:creationId xmlns:a16="http://schemas.microsoft.com/office/drawing/2014/main" id="{15C8C546-401D-4035-E887-A5FE1EA8FE3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17" y="2818"/>
                <a:ext cx="32" cy="26"/>
              </a:xfrm>
              <a:custGeom>
                <a:avLst/>
                <a:gdLst>
                  <a:gd name="T0" fmla="*/ 16 w 32"/>
                  <a:gd name="T1" fmla="*/ 0 h 26"/>
                  <a:gd name="T2" fmla="*/ 32 w 32"/>
                  <a:gd name="T3" fmla="*/ 13 h 26"/>
                  <a:gd name="T4" fmla="*/ 16 w 32"/>
                  <a:gd name="T5" fmla="*/ 26 h 26"/>
                  <a:gd name="T6" fmla="*/ 0 w 32"/>
                  <a:gd name="T7" fmla="*/ 13 h 26"/>
                  <a:gd name="T8" fmla="*/ 16 w 32"/>
                  <a:gd name="T9" fmla="*/ 0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2" h="26">
                    <a:moveTo>
                      <a:pt x="16" y="0"/>
                    </a:moveTo>
                    <a:lnTo>
                      <a:pt x="32" y="13"/>
                    </a:lnTo>
                    <a:lnTo>
                      <a:pt x="16" y="26"/>
                    </a:lnTo>
                    <a:lnTo>
                      <a:pt x="0" y="13"/>
                    </a:lnTo>
                    <a:lnTo>
                      <a:pt x="16" y="0"/>
                    </a:lnTo>
                    <a:close/>
                  </a:path>
                </a:pathLst>
              </a:custGeom>
              <a:noFill/>
              <a:ln w="7938">
                <a:solidFill>
                  <a:srgbClr val="FF66CC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008000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96" name="Freeform 694">
                <a:extLst>
                  <a:ext uri="{FF2B5EF4-FFF2-40B4-BE49-F238E27FC236}">
                    <a16:creationId xmlns:a16="http://schemas.microsoft.com/office/drawing/2014/main" id="{7B3CFA0A-78D1-8B49-C62B-79E3040062B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28" y="2869"/>
                <a:ext cx="32" cy="26"/>
              </a:xfrm>
              <a:custGeom>
                <a:avLst/>
                <a:gdLst>
                  <a:gd name="T0" fmla="*/ 16 w 32"/>
                  <a:gd name="T1" fmla="*/ 0 h 26"/>
                  <a:gd name="T2" fmla="*/ 32 w 32"/>
                  <a:gd name="T3" fmla="*/ 13 h 26"/>
                  <a:gd name="T4" fmla="*/ 16 w 32"/>
                  <a:gd name="T5" fmla="*/ 26 h 26"/>
                  <a:gd name="T6" fmla="*/ 0 w 32"/>
                  <a:gd name="T7" fmla="*/ 13 h 26"/>
                  <a:gd name="T8" fmla="*/ 16 w 32"/>
                  <a:gd name="T9" fmla="*/ 0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2" h="26">
                    <a:moveTo>
                      <a:pt x="16" y="0"/>
                    </a:moveTo>
                    <a:lnTo>
                      <a:pt x="32" y="13"/>
                    </a:lnTo>
                    <a:lnTo>
                      <a:pt x="16" y="26"/>
                    </a:lnTo>
                    <a:lnTo>
                      <a:pt x="0" y="13"/>
                    </a:lnTo>
                    <a:lnTo>
                      <a:pt x="16" y="0"/>
                    </a:lnTo>
                    <a:close/>
                  </a:path>
                </a:pathLst>
              </a:custGeom>
              <a:noFill/>
              <a:ln w="7938">
                <a:solidFill>
                  <a:srgbClr val="FF66CC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008000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97" name="Freeform 695">
                <a:extLst>
                  <a:ext uri="{FF2B5EF4-FFF2-40B4-BE49-F238E27FC236}">
                    <a16:creationId xmlns:a16="http://schemas.microsoft.com/office/drawing/2014/main" id="{E7C67339-273F-C222-BBBC-91EA97D119D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33" y="2856"/>
                <a:ext cx="32" cy="26"/>
              </a:xfrm>
              <a:custGeom>
                <a:avLst/>
                <a:gdLst>
                  <a:gd name="T0" fmla="*/ 16 w 32"/>
                  <a:gd name="T1" fmla="*/ 0 h 26"/>
                  <a:gd name="T2" fmla="*/ 32 w 32"/>
                  <a:gd name="T3" fmla="*/ 13 h 26"/>
                  <a:gd name="T4" fmla="*/ 16 w 32"/>
                  <a:gd name="T5" fmla="*/ 26 h 26"/>
                  <a:gd name="T6" fmla="*/ 0 w 32"/>
                  <a:gd name="T7" fmla="*/ 13 h 26"/>
                  <a:gd name="T8" fmla="*/ 16 w 32"/>
                  <a:gd name="T9" fmla="*/ 0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2" h="26">
                    <a:moveTo>
                      <a:pt x="16" y="0"/>
                    </a:moveTo>
                    <a:lnTo>
                      <a:pt x="32" y="13"/>
                    </a:lnTo>
                    <a:lnTo>
                      <a:pt x="16" y="26"/>
                    </a:lnTo>
                    <a:lnTo>
                      <a:pt x="0" y="13"/>
                    </a:lnTo>
                    <a:lnTo>
                      <a:pt x="16" y="0"/>
                    </a:lnTo>
                    <a:close/>
                  </a:path>
                </a:pathLst>
              </a:custGeom>
              <a:noFill/>
              <a:ln w="7938">
                <a:solidFill>
                  <a:srgbClr val="FF66CC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008000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98" name="Freeform 696">
                <a:extLst>
                  <a:ext uri="{FF2B5EF4-FFF2-40B4-BE49-F238E27FC236}">
                    <a16:creationId xmlns:a16="http://schemas.microsoft.com/office/drawing/2014/main" id="{1C96B3D9-ED4E-6CAB-F63A-AF13AE1C269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44" y="2814"/>
                <a:ext cx="32" cy="25"/>
              </a:xfrm>
              <a:custGeom>
                <a:avLst/>
                <a:gdLst>
                  <a:gd name="T0" fmla="*/ 16 w 32"/>
                  <a:gd name="T1" fmla="*/ 0 h 25"/>
                  <a:gd name="T2" fmla="*/ 32 w 32"/>
                  <a:gd name="T3" fmla="*/ 12 h 25"/>
                  <a:gd name="T4" fmla="*/ 16 w 32"/>
                  <a:gd name="T5" fmla="*/ 25 h 25"/>
                  <a:gd name="T6" fmla="*/ 0 w 32"/>
                  <a:gd name="T7" fmla="*/ 12 h 25"/>
                  <a:gd name="T8" fmla="*/ 16 w 32"/>
                  <a:gd name="T9" fmla="*/ 0 h 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2" h="25">
                    <a:moveTo>
                      <a:pt x="16" y="0"/>
                    </a:moveTo>
                    <a:lnTo>
                      <a:pt x="32" y="12"/>
                    </a:lnTo>
                    <a:lnTo>
                      <a:pt x="16" y="25"/>
                    </a:lnTo>
                    <a:lnTo>
                      <a:pt x="0" y="12"/>
                    </a:lnTo>
                    <a:lnTo>
                      <a:pt x="16" y="0"/>
                    </a:lnTo>
                    <a:close/>
                  </a:path>
                </a:pathLst>
              </a:custGeom>
              <a:noFill/>
              <a:ln w="7938">
                <a:solidFill>
                  <a:srgbClr val="FF66CC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008000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99" name="Rectangle 697">
                <a:extLst>
                  <a:ext uri="{FF2B5EF4-FFF2-40B4-BE49-F238E27FC236}">
                    <a16:creationId xmlns:a16="http://schemas.microsoft.com/office/drawing/2014/main" id="{8DF5B5EE-609C-AC61-16E0-6FF571DF9C5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761" y="2150"/>
                <a:ext cx="27" cy="22"/>
              </a:xfrm>
              <a:prstGeom prst="rect">
                <a:avLst/>
              </a:prstGeom>
              <a:noFill/>
              <a:ln w="7938">
                <a:solidFill>
                  <a:srgbClr val="FF00FF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00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00" name="Rectangle 698">
                <a:extLst>
                  <a:ext uri="{FF2B5EF4-FFF2-40B4-BE49-F238E27FC236}">
                    <a16:creationId xmlns:a16="http://schemas.microsoft.com/office/drawing/2014/main" id="{B98008E0-92A3-FF3B-51F8-E3E61648158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772" y="2193"/>
                <a:ext cx="27" cy="21"/>
              </a:xfrm>
              <a:prstGeom prst="rect">
                <a:avLst/>
              </a:prstGeom>
              <a:noFill/>
              <a:ln w="7938">
                <a:solidFill>
                  <a:srgbClr val="FF00FF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00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01" name="Rectangle 699">
                <a:extLst>
                  <a:ext uri="{FF2B5EF4-FFF2-40B4-BE49-F238E27FC236}">
                    <a16:creationId xmlns:a16="http://schemas.microsoft.com/office/drawing/2014/main" id="{A7D5BFEC-5C76-D648-AD0B-CFF10BA2250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783" y="2227"/>
                <a:ext cx="26" cy="22"/>
              </a:xfrm>
              <a:prstGeom prst="rect">
                <a:avLst/>
              </a:prstGeom>
              <a:noFill/>
              <a:ln w="7938">
                <a:solidFill>
                  <a:srgbClr val="FF00FF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00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02" name="Rectangle 700">
                <a:extLst>
                  <a:ext uri="{FF2B5EF4-FFF2-40B4-BE49-F238E27FC236}">
                    <a16:creationId xmlns:a16="http://schemas.microsoft.com/office/drawing/2014/main" id="{89BB50B7-1ABC-BEFF-00D9-0229CFFACF1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788" y="2321"/>
                <a:ext cx="27" cy="22"/>
              </a:xfrm>
              <a:prstGeom prst="rect">
                <a:avLst/>
              </a:prstGeom>
              <a:noFill/>
              <a:ln w="7938">
                <a:solidFill>
                  <a:srgbClr val="FF00FF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00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03" name="Rectangle 701">
                <a:extLst>
                  <a:ext uri="{FF2B5EF4-FFF2-40B4-BE49-F238E27FC236}">
                    <a16:creationId xmlns:a16="http://schemas.microsoft.com/office/drawing/2014/main" id="{8D0A336F-2CCC-6467-CA45-FB051E65980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799" y="2193"/>
                <a:ext cx="26" cy="21"/>
              </a:xfrm>
              <a:prstGeom prst="rect">
                <a:avLst/>
              </a:prstGeom>
              <a:noFill/>
              <a:ln w="7938">
                <a:solidFill>
                  <a:srgbClr val="FF00FF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00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04" name="Rectangle 702">
                <a:extLst>
                  <a:ext uri="{FF2B5EF4-FFF2-40B4-BE49-F238E27FC236}">
                    <a16:creationId xmlns:a16="http://schemas.microsoft.com/office/drawing/2014/main" id="{D7AF031C-9E25-C467-10DC-917CB280993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04" y="2390"/>
                <a:ext cx="27" cy="21"/>
              </a:xfrm>
              <a:prstGeom prst="rect">
                <a:avLst/>
              </a:prstGeom>
              <a:noFill/>
              <a:ln w="7938">
                <a:solidFill>
                  <a:srgbClr val="FF00FF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00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05" name="Rectangle 703">
                <a:extLst>
                  <a:ext uri="{FF2B5EF4-FFF2-40B4-BE49-F238E27FC236}">
                    <a16:creationId xmlns:a16="http://schemas.microsoft.com/office/drawing/2014/main" id="{D935212D-8655-80B5-E702-2C0B3E87BF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15" y="2343"/>
                <a:ext cx="27" cy="21"/>
              </a:xfrm>
              <a:prstGeom prst="rect">
                <a:avLst/>
              </a:prstGeom>
              <a:noFill/>
              <a:ln w="7938">
                <a:solidFill>
                  <a:srgbClr val="FF00FF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00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06" name="Rectangle 704">
                <a:extLst>
                  <a:ext uri="{FF2B5EF4-FFF2-40B4-BE49-F238E27FC236}">
                    <a16:creationId xmlns:a16="http://schemas.microsoft.com/office/drawing/2014/main" id="{7187CD67-74CD-0A51-D591-C796DCC1181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20" y="2180"/>
                <a:ext cx="27" cy="21"/>
              </a:xfrm>
              <a:prstGeom prst="rect">
                <a:avLst/>
              </a:prstGeom>
              <a:noFill/>
              <a:ln w="7938">
                <a:solidFill>
                  <a:srgbClr val="FF00FF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00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07" name="Rectangle 705">
                <a:extLst>
                  <a:ext uri="{FF2B5EF4-FFF2-40B4-BE49-F238E27FC236}">
                    <a16:creationId xmlns:a16="http://schemas.microsoft.com/office/drawing/2014/main" id="{84282C03-E06B-B916-7DE3-3470BF239E6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31" y="2099"/>
                <a:ext cx="27" cy="21"/>
              </a:xfrm>
              <a:prstGeom prst="rect">
                <a:avLst/>
              </a:prstGeom>
              <a:noFill/>
              <a:ln w="7938">
                <a:solidFill>
                  <a:srgbClr val="FF00FF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00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08" name="Rectangle 706">
                <a:extLst>
                  <a:ext uri="{FF2B5EF4-FFF2-40B4-BE49-F238E27FC236}">
                    <a16:creationId xmlns:a16="http://schemas.microsoft.com/office/drawing/2014/main" id="{47B62EB5-8DD5-8449-CF74-BF95CBF143A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36" y="2137"/>
                <a:ext cx="27" cy="22"/>
              </a:xfrm>
              <a:prstGeom prst="rect">
                <a:avLst/>
              </a:prstGeom>
              <a:noFill/>
              <a:ln w="7938">
                <a:solidFill>
                  <a:srgbClr val="FF00FF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00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09" name="Rectangle 707">
                <a:extLst>
                  <a:ext uri="{FF2B5EF4-FFF2-40B4-BE49-F238E27FC236}">
                    <a16:creationId xmlns:a16="http://schemas.microsoft.com/office/drawing/2014/main" id="{62B1C52C-EEBB-BAAF-E638-E3CDB562255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47" y="2197"/>
                <a:ext cx="27" cy="22"/>
              </a:xfrm>
              <a:prstGeom prst="rect">
                <a:avLst/>
              </a:prstGeom>
              <a:noFill/>
              <a:ln w="7938">
                <a:solidFill>
                  <a:srgbClr val="FF00FF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00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10" name="Rectangle 708">
                <a:extLst>
                  <a:ext uri="{FF2B5EF4-FFF2-40B4-BE49-F238E27FC236}">
                    <a16:creationId xmlns:a16="http://schemas.microsoft.com/office/drawing/2014/main" id="{65F8DAF9-54E9-151D-D708-27DD5AFA14F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52" y="2142"/>
                <a:ext cx="27" cy="21"/>
              </a:xfrm>
              <a:prstGeom prst="rect">
                <a:avLst/>
              </a:prstGeom>
              <a:noFill/>
              <a:ln w="7938">
                <a:solidFill>
                  <a:srgbClr val="FF00FF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00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11" name="Rectangle 709">
                <a:extLst>
                  <a:ext uri="{FF2B5EF4-FFF2-40B4-BE49-F238E27FC236}">
                    <a16:creationId xmlns:a16="http://schemas.microsoft.com/office/drawing/2014/main" id="{B683D701-B96F-72C4-E2DA-49858F7D290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63" y="2184"/>
                <a:ext cx="27" cy="22"/>
              </a:xfrm>
              <a:prstGeom prst="rect">
                <a:avLst/>
              </a:prstGeom>
              <a:noFill/>
              <a:ln w="7938">
                <a:solidFill>
                  <a:srgbClr val="FF00FF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00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12" name="Rectangle 710">
                <a:extLst>
                  <a:ext uri="{FF2B5EF4-FFF2-40B4-BE49-F238E27FC236}">
                    <a16:creationId xmlns:a16="http://schemas.microsoft.com/office/drawing/2014/main" id="{8F51948B-4E90-717A-1358-22854BE91BC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74" y="2364"/>
                <a:ext cx="27" cy="22"/>
              </a:xfrm>
              <a:prstGeom prst="rect">
                <a:avLst/>
              </a:prstGeom>
              <a:noFill/>
              <a:ln w="7938">
                <a:solidFill>
                  <a:srgbClr val="FF00FF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00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13" name="Rectangle 711">
                <a:extLst>
                  <a:ext uri="{FF2B5EF4-FFF2-40B4-BE49-F238E27FC236}">
                    <a16:creationId xmlns:a16="http://schemas.microsoft.com/office/drawing/2014/main" id="{48385B51-6692-F27B-FD3B-BB95C19C1AA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79" y="2480"/>
                <a:ext cx="27" cy="21"/>
              </a:xfrm>
              <a:prstGeom prst="rect">
                <a:avLst/>
              </a:prstGeom>
              <a:noFill/>
              <a:ln w="7938">
                <a:solidFill>
                  <a:srgbClr val="FF00FF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00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14" name="Rectangle 712">
                <a:extLst>
                  <a:ext uri="{FF2B5EF4-FFF2-40B4-BE49-F238E27FC236}">
                    <a16:creationId xmlns:a16="http://schemas.microsoft.com/office/drawing/2014/main" id="{FC6555C8-3BEF-C501-6690-A70BD7AF432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90" y="2390"/>
                <a:ext cx="27" cy="21"/>
              </a:xfrm>
              <a:prstGeom prst="rect">
                <a:avLst/>
              </a:prstGeom>
              <a:noFill/>
              <a:ln w="7938">
                <a:solidFill>
                  <a:srgbClr val="FF00FF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00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15" name="Rectangle 713">
                <a:extLst>
                  <a:ext uri="{FF2B5EF4-FFF2-40B4-BE49-F238E27FC236}">
                    <a16:creationId xmlns:a16="http://schemas.microsoft.com/office/drawing/2014/main" id="{F1E4F34F-5067-C25D-1B80-75DDCEF9F24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95" y="2381"/>
                <a:ext cx="27" cy="22"/>
              </a:xfrm>
              <a:prstGeom prst="rect">
                <a:avLst/>
              </a:prstGeom>
              <a:noFill/>
              <a:ln w="7938">
                <a:solidFill>
                  <a:srgbClr val="FF00FF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00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16" name="Rectangle 714">
                <a:extLst>
                  <a:ext uri="{FF2B5EF4-FFF2-40B4-BE49-F238E27FC236}">
                    <a16:creationId xmlns:a16="http://schemas.microsoft.com/office/drawing/2014/main" id="{561D352E-9D77-233D-AE34-5216EE714C3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06" y="2360"/>
                <a:ext cx="27" cy="21"/>
              </a:xfrm>
              <a:prstGeom prst="rect">
                <a:avLst/>
              </a:prstGeom>
              <a:noFill/>
              <a:ln w="7938">
                <a:solidFill>
                  <a:srgbClr val="FF00FF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00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17" name="Rectangle 715">
                <a:extLst>
                  <a:ext uri="{FF2B5EF4-FFF2-40B4-BE49-F238E27FC236}">
                    <a16:creationId xmlns:a16="http://schemas.microsoft.com/office/drawing/2014/main" id="{8803723A-28A6-D687-8303-FFEA77B75D2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11" y="2433"/>
                <a:ext cx="27" cy="21"/>
              </a:xfrm>
              <a:prstGeom prst="rect">
                <a:avLst/>
              </a:prstGeom>
              <a:noFill/>
              <a:ln w="7938">
                <a:solidFill>
                  <a:srgbClr val="FF00FF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00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18" name="Rectangle 716">
                <a:extLst>
                  <a:ext uri="{FF2B5EF4-FFF2-40B4-BE49-F238E27FC236}">
                    <a16:creationId xmlns:a16="http://schemas.microsoft.com/office/drawing/2014/main" id="{598F3BDC-6946-44F0-57B1-0205FFCEC14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22" y="2475"/>
                <a:ext cx="27" cy="22"/>
              </a:xfrm>
              <a:prstGeom prst="rect">
                <a:avLst/>
              </a:prstGeom>
              <a:noFill/>
              <a:ln w="7938">
                <a:solidFill>
                  <a:srgbClr val="FF00FF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00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19" name="Rectangle 717">
                <a:extLst>
                  <a:ext uri="{FF2B5EF4-FFF2-40B4-BE49-F238E27FC236}">
                    <a16:creationId xmlns:a16="http://schemas.microsoft.com/office/drawing/2014/main" id="{3B0F5583-AE75-9137-D239-4550F760FD6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27" y="2488"/>
                <a:ext cx="27" cy="22"/>
              </a:xfrm>
              <a:prstGeom prst="rect">
                <a:avLst/>
              </a:prstGeom>
              <a:noFill/>
              <a:ln w="7938">
                <a:solidFill>
                  <a:srgbClr val="FF00FF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00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20" name="Rectangle 718">
                <a:extLst>
                  <a:ext uri="{FF2B5EF4-FFF2-40B4-BE49-F238E27FC236}">
                    <a16:creationId xmlns:a16="http://schemas.microsoft.com/office/drawing/2014/main" id="{C114C6A1-BF0A-5901-491B-1FF0BB7A941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38" y="2608"/>
                <a:ext cx="27" cy="22"/>
              </a:xfrm>
              <a:prstGeom prst="rect">
                <a:avLst/>
              </a:prstGeom>
              <a:noFill/>
              <a:ln w="7938">
                <a:solidFill>
                  <a:srgbClr val="FF00FF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00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21" name="Rectangle 719">
                <a:extLst>
                  <a:ext uri="{FF2B5EF4-FFF2-40B4-BE49-F238E27FC236}">
                    <a16:creationId xmlns:a16="http://schemas.microsoft.com/office/drawing/2014/main" id="{EC7AB8BD-C687-91A2-D381-4419C8C8F98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43" y="2625"/>
                <a:ext cx="27" cy="22"/>
              </a:xfrm>
              <a:prstGeom prst="rect">
                <a:avLst/>
              </a:prstGeom>
              <a:noFill/>
              <a:ln w="7938">
                <a:solidFill>
                  <a:srgbClr val="FF00FF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00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22" name="Rectangle 720">
                <a:extLst>
                  <a:ext uri="{FF2B5EF4-FFF2-40B4-BE49-F238E27FC236}">
                    <a16:creationId xmlns:a16="http://schemas.microsoft.com/office/drawing/2014/main" id="{46A956FF-A80F-7672-21A2-B11F5C56A4D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54" y="2565"/>
                <a:ext cx="27" cy="22"/>
              </a:xfrm>
              <a:prstGeom prst="rect">
                <a:avLst/>
              </a:prstGeom>
              <a:noFill/>
              <a:ln w="7938">
                <a:solidFill>
                  <a:srgbClr val="FF00FF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00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23" name="Rectangle 721">
                <a:extLst>
                  <a:ext uri="{FF2B5EF4-FFF2-40B4-BE49-F238E27FC236}">
                    <a16:creationId xmlns:a16="http://schemas.microsoft.com/office/drawing/2014/main" id="{8A9DD584-1790-AD60-0153-886D86E260D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60" y="2642"/>
                <a:ext cx="26" cy="22"/>
              </a:xfrm>
              <a:prstGeom prst="rect">
                <a:avLst/>
              </a:prstGeom>
              <a:noFill/>
              <a:ln w="7938">
                <a:solidFill>
                  <a:srgbClr val="FF00FF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00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24" name="Rectangle 722">
                <a:extLst>
                  <a:ext uri="{FF2B5EF4-FFF2-40B4-BE49-F238E27FC236}">
                    <a16:creationId xmlns:a16="http://schemas.microsoft.com/office/drawing/2014/main" id="{E12016F3-AE9A-7009-6850-13C54FF4311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70" y="2715"/>
                <a:ext cx="27" cy="22"/>
              </a:xfrm>
              <a:prstGeom prst="rect">
                <a:avLst/>
              </a:prstGeom>
              <a:noFill/>
              <a:ln w="7938">
                <a:solidFill>
                  <a:srgbClr val="FF00FF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00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25" name="Rectangle 723">
                <a:extLst>
                  <a:ext uri="{FF2B5EF4-FFF2-40B4-BE49-F238E27FC236}">
                    <a16:creationId xmlns:a16="http://schemas.microsoft.com/office/drawing/2014/main" id="{2031CF9F-03C6-65E3-CDB9-FEFE96AC811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1" y="2527"/>
                <a:ext cx="27" cy="21"/>
              </a:xfrm>
              <a:prstGeom prst="rect">
                <a:avLst/>
              </a:prstGeom>
              <a:noFill/>
              <a:ln w="7938">
                <a:solidFill>
                  <a:srgbClr val="FF00FF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00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26" name="Rectangle 724">
                <a:extLst>
                  <a:ext uri="{FF2B5EF4-FFF2-40B4-BE49-F238E27FC236}">
                    <a16:creationId xmlns:a16="http://schemas.microsoft.com/office/drawing/2014/main" id="{11C2AE4C-24C4-E74D-5F60-48DA5BBCFD0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6" y="2574"/>
                <a:ext cx="27" cy="21"/>
              </a:xfrm>
              <a:prstGeom prst="rect">
                <a:avLst/>
              </a:prstGeom>
              <a:noFill/>
              <a:ln w="7938">
                <a:solidFill>
                  <a:srgbClr val="FF00FF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00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27" name="Rectangle 725">
                <a:extLst>
                  <a:ext uri="{FF2B5EF4-FFF2-40B4-BE49-F238E27FC236}">
                    <a16:creationId xmlns:a16="http://schemas.microsoft.com/office/drawing/2014/main" id="{FCA76C19-B01B-1DE1-7EAB-05698141911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97" y="2642"/>
                <a:ext cx="27" cy="22"/>
              </a:xfrm>
              <a:prstGeom prst="rect">
                <a:avLst/>
              </a:prstGeom>
              <a:noFill/>
              <a:ln w="7938">
                <a:solidFill>
                  <a:srgbClr val="FF00FF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00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28" name="Rectangle 726">
                <a:extLst>
                  <a:ext uri="{FF2B5EF4-FFF2-40B4-BE49-F238E27FC236}">
                    <a16:creationId xmlns:a16="http://schemas.microsoft.com/office/drawing/2014/main" id="{EF6F4716-B865-5E0F-2A8E-80E39DE9909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03" y="2638"/>
                <a:ext cx="26" cy="22"/>
              </a:xfrm>
              <a:prstGeom prst="rect">
                <a:avLst/>
              </a:prstGeom>
              <a:noFill/>
              <a:ln w="7938">
                <a:solidFill>
                  <a:srgbClr val="FF00FF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00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29" name="Rectangle 727">
                <a:extLst>
                  <a:ext uri="{FF2B5EF4-FFF2-40B4-BE49-F238E27FC236}">
                    <a16:creationId xmlns:a16="http://schemas.microsoft.com/office/drawing/2014/main" id="{A8FD60AE-EBB7-9256-52B5-D28653EC7B8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13" y="2642"/>
                <a:ext cx="27" cy="22"/>
              </a:xfrm>
              <a:prstGeom prst="rect">
                <a:avLst/>
              </a:prstGeom>
              <a:noFill/>
              <a:ln w="7938">
                <a:solidFill>
                  <a:srgbClr val="FF00FF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00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30" name="Rectangle 728">
                <a:extLst>
                  <a:ext uri="{FF2B5EF4-FFF2-40B4-BE49-F238E27FC236}">
                    <a16:creationId xmlns:a16="http://schemas.microsoft.com/office/drawing/2014/main" id="{CD8A8621-A296-DCE9-8498-E1F09EC3A1D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19" y="2677"/>
                <a:ext cx="26" cy="21"/>
              </a:xfrm>
              <a:prstGeom prst="rect">
                <a:avLst/>
              </a:prstGeom>
              <a:noFill/>
              <a:ln w="7938">
                <a:solidFill>
                  <a:srgbClr val="FF00FF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00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31" name="Rectangle 729">
                <a:extLst>
                  <a:ext uri="{FF2B5EF4-FFF2-40B4-BE49-F238E27FC236}">
                    <a16:creationId xmlns:a16="http://schemas.microsoft.com/office/drawing/2014/main" id="{8086C67D-A30C-5932-1D73-F9E048A2429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29" y="2724"/>
                <a:ext cx="27" cy="21"/>
              </a:xfrm>
              <a:prstGeom prst="rect">
                <a:avLst/>
              </a:prstGeom>
              <a:noFill/>
              <a:ln w="7938">
                <a:solidFill>
                  <a:srgbClr val="FF00FF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00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32" name="Rectangle 730">
                <a:extLst>
                  <a:ext uri="{FF2B5EF4-FFF2-40B4-BE49-F238E27FC236}">
                    <a16:creationId xmlns:a16="http://schemas.microsoft.com/office/drawing/2014/main" id="{573BE8F2-169A-B69B-2F87-1D33EE69AF2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35" y="2792"/>
                <a:ext cx="27" cy="22"/>
              </a:xfrm>
              <a:prstGeom prst="rect">
                <a:avLst/>
              </a:prstGeom>
              <a:noFill/>
              <a:ln w="7938">
                <a:solidFill>
                  <a:srgbClr val="FF00FF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00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33" name="Rectangle 731">
                <a:extLst>
                  <a:ext uri="{FF2B5EF4-FFF2-40B4-BE49-F238E27FC236}">
                    <a16:creationId xmlns:a16="http://schemas.microsoft.com/office/drawing/2014/main" id="{D8A941AE-0F7C-06D9-627E-918AC2FF231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45" y="2694"/>
                <a:ext cx="27" cy="21"/>
              </a:xfrm>
              <a:prstGeom prst="rect">
                <a:avLst/>
              </a:prstGeom>
              <a:noFill/>
              <a:ln w="7938">
                <a:solidFill>
                  <a:srgbClr val="FF00FF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00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34" name="Rectangle 732">
                <a:extLst>
                  <a:ext uri="{FF2B5EF4-FFF2-40B4-BE49-F238E27FC236}">
                    <a16:creationId xmlns:a16="http://schemas.microsoft.com/office/drawing/2014/main" id="{73E67B40-FE6A-73D8-1CFB-1428FFDB6C3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51" y="2762"/>
                <a:ext cx="27" cy="22"/>
              </a:xfrm>
              <a:prstGeom prst="rect">
                <a:avLst/>
              </a:prstGeom>
              <a:noFill/>
              <a:ln w="7938">
                <a:solidFill>
                  <a:srgbClr val="FF00FF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00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35" name="Rectangle 733">
                <a:extLst>
                  <a:ext uri="{FF2B5EF4-FFF2-40B4-BE49-F238E27FC236}">
                    <a16:creationId xmlns:a16="http://schemas.microsoft.com/office/drawing/2014/main" id="{7CFA9BA6-933B-2A9B-1259-8E77B74362E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62" y="2681"/>
                <a:ext cx="26" cy="21"/>
              </a:xfrm>
              <a:prstGeom prst="rect">
                <a:avLst/>
              </a:prstGeom>
              <a:noFill/>
              <a:ln w="7938">
                <a:solidFill>
                  <a:srgbClr val="FF00FF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00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36" name="Rectangle 734">
                <a:extLst>
                  <a:ext uri="{FF2B5EF4-FFF2-40B4-BE49-F238E27FC236}">
                    <a16:creationId xmlns:a16="http://schemas.microsoft.com/office/drawing/2014/main" id="{DB4510A5-49A0-60CA-94BD-A3AE367CC58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72" y="2672"/>
                <a:ext cx="27" cy="22"/>
              </a:xfrm>
              <a:prstGeom prst="rect">
                <a:avLst/>
              </a:prstGeom>
              <a:noFill/>
              <a:ln w="7938">
                <a:solidFill>
                  <a:srgbClr val="FF00FF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00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37" name="Rectangle 735">
                <a:extLst>
                  <a:ext uri="{FF2B5EF4-FFF2-40B4-BE49-F238E27FC236}">
                    <a16:creationId xmlns:a16="http://schemas.microsoft.com/office/drawing/2014/main" id="{B3DE0D35-6678-69E3-2D15-3DD69D55B46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78" y="2642"/>
                <a:ext cx="26" cy="22"/>
              </a:xfrm>
              <a:prstGeom prst="rect">
                <a:avLst/>
              </a:prstGeom>
              <a:noFill/>
              <a:ln w="7938">
                <a:solidFill>
                  <a:srgbClr val="FF66CC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00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38" name="Rectangle 736">
                <a:extLst>
                  <a:ext uri="{FF2B5EF4-FFF2-40B4-BE49-F238E27FC236}">
                    <a16:creationId xmlns:a16="http://schemas.microsoft.com/office/drawing/2014/main" id="{36CE0CED-9592-817F-15A2-A70C8A7381C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8" y="2625"/>
                <a:ext cx="27" cy="22"/>
              </a:xfrm>
              <a:prstGeom prst="rect">
                <a:avLst/>
              </a:prstGeom>
              <a:noFill/>
              <a:ln w="7938">
                <a:solidFill>
                  <a:srgbClr val="FF66CC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00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39" name="Rectangle 737">
                <a:extLst>
                  <a:ext uri="{FF2B5EF4-FFF2-40B4-BE49-F238E27FC236}">
                    <a16:creationId xmlns:a16="http://schemas.microsoft.com/office/drawing/2014/main" id="{24274493-88CD-9FBB-66F4-35A01A49841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94" y="2600"/>
                <a:ext cx="27" cy="21"/>
              </a:xfrm>
              <a:prstGeom prst="rect">
                <a:avLst/>
              </a:prstGeom>
              <a:noFill/>
              <a:ln w="7938">
                <a:solidFill>
                  <a:srgbClr val="FF66CC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00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40" name="Rectangle 738">
                <a:extLst>
                  <a:ext uri="{FF2B5EF4-FFF2-40B4-BE49-F238E27FC236}">
                    <a16:creationId xmlns:a16="http://schemas.microsoft.com/office/drawing/2014/main" id="{D0C7C6FD-14D0-C4CA-8DDB-AF95FAD937A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104" y="2677"/>
                <a:ext cx="27" cy="21"/>
              </a:xfrm>
              <a:prstGeom prst="rect">
                <a:avLst/>
              </a:prstGeom>
              <a:noFill/>
              <a:ln w="7938">
                <a:solidFill>
                  <a:srgbClr val="FF66CC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00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41" name="Rectangle 739">
                <a:extLst>
                  <a:ext uri="{FF2B5EF4-FFF2-40B4-BE49-F238E27FC236}">
                    <a16:creationId xmlns:a16="http://schemas.microsoft.com/office/drawing/2014/main" id="{75218AE2-E629-742A-3056-366A9345D06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110" y="2668"/>
                <a:ext cx="27" cy="21"/>
              </a:xfrm>
              <a:prstGeom prst="rect">
                <a:avLst/>
              </a:prstGeom>
              <a:noFill/>
              <a:ln w="7938">
                <a:solidFill>
                  <a:srgbClr val="FF66CC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00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42" name="Rectangle 740">
                <a:extLst>
                  <a:ext uri="{FF2B5EF4-FFF2-40B4-BE49-F238E27FC236}">
                    <a16:creationId xmlns:a16="http://schemas.microsoft.com/office/drawing/2014/main" id="{85304323-45AC-5877-D5C5-FE8C6956E79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121" y="2638"/>
                <a:ext cx="26" cy="22"/>
              </a:xfrm>
              <a:prstGeom prst="rect">
                <a:avLst/>
              </a:prstGeom>
              <a:noFill/>
              <a:ln w="7938">
                <a:solidFill>
                  <a:srgbClr val="FF66CC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00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43" name="Rectangle 741">
                <a:extLst>
                  <a:ext uri="{FF2B5EF4-FFF2-40B4-BE49-F238E27FC236}">
                    <a16:creationId xmlns:a16="http://schemas.microsoft.com/office/drawing/2014/main" id="{54341927-5D9A-BBC1-7F05-E6B4DA7EE7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126" y="2685"/>
                <a:ext cx="27" cy="22"/>
              </a:xfrm>
              <a:prstGeom prst="rect">
                <a:avLst/>
              </a:prstGeom>
              <a:noFill/>
              <a:ln w="7938">
                <a:solidFill>
                  <a:srgbClr val="FF66CC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00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44" name="Rectangle 742">
                <a:extLst>
                  <a:ext uri="{FF2B5EF4-FFF2-40B4-BE49-F238E27FC236}">
                    <a16:creationId xmlns:a16="http://schemas.microsoft.com/office/drawing/2014/main" id="{DF127ECA-8468-FBD6-D62E-5AE5D6A9233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137" y="2664"/>
                <a:ext cx="26" cy="21"/>
              </a:xfrm>
              <a:prstGeom prst="rect">
                <a:avLst/>
              </a:prstGeom>
              <a:noFill/>
              <a:ln w="7938">
                <a:solidFill>
                  <a:srgbClr val="FF66CC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00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45" name="Rectangle 743">
                <a:extLst>
                  <a:ext uri="{FF2B5EF4-FFF2-40B4-BE49-F238E27FC236}">
                    <a16:creationId xmlns:a16="http://schemas.microsoft.com/office/drawing/2014/main" id="{AC90B3B2-7E91-FEE7-4EE2-3125594F576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142" y="2741"/>
                <a:ext cx="27" cy="21"/>
              </a:xfrm>
              <a:prstGeom prst="rect">
                <a:avLst/>
              </a:prstGeom>
              <a:noFill/>
              <a:ln w="7938">
                <a:solidFill>
                  <a:srgbClr val="FF66CC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00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46" name="Rectangle 744">
                <a:extLst>
                  <a:ext uri="{FF2B5EF4-FFF2-40B4-BE49-F238E27FC236}">
                    <a16:creationId xmlns:a16="http://schemas.microsoft.com/office/drawing/2014/main" id="{AEA4E196-751B-0C43-645D-FFFE2E92FEA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153" y="2698"/>
                <a:ext cx="27" cy="21"/>
              </a:xfrm>
              <a:prstGeom prst="rect">
                <a:avLst/>
              </a:prstGeom>
              <a:noFill/>
              <a:ln w="7938">
                <a:solidFill>
                  <a:srgbClr val="FF66CC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00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47" name="Rectangle 745">
                <a:extLst>
                  <a:ext uri="{FF2B5EF4-FFF2-40B4-BE49-F238E27FC236}">
                    <a16:creationId xmlns:a16="http://schemas.microsoft.com/office/drawing/2014/main" id="{48A7E88F-BC72-2615-13B6-ED473D8C558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163" y="2741"/>
                <a:ext cx="27" cy="21"/>
              </a:xfrm>
              <a:prstGeom prst="rect">
                <a:avLst/>
              </a:prstGeom>
              <a:noFill/>
              <a:ln w="7938">
                <a:solidFill>
                  <a:srgbClr val="FF66CC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00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48" name="Line 746">
                <a:extLst>
                  <a:ext uri="{FF2B5EF4-FFF2-40B4-BE49-F238E27FC236}">
                    <a16:creationId xmlns:a16="http://schemas.microsoft.com/office/drawing/2014/main" id="{683CEA21-D647-821F-D25D-5F519874659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2761" y="2176"/>
                <a:ext cx="16" cy="13"/>
              </a:xfrm>
              <a:prstGeom prst="line">
                <a:avLst/>
              </a:prstGeom>
              <a:noFill/>
              <a:ln w="7938">
                <a:solidFill>
                  <a:srgbClr val="808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49" name="Line 747">
                <a:extLst>
                  <a:ext uri="{FF2B5EF4-FFF2-40B4-BE49-F238E27FC236}">
                    <a16:creationId xmlns:a16="http://schemas.microsoft.com/office/drawing/2014/main" id="{5BEA7037-C30F-DE27-9EDD-BCBFCF6A982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777" y="2189"/>
                <a:ext cx="16" cy="12"/>
              </a:xfrm>
              <a:prstGeom prst="line">
                <a:avLst/>
              </a:prstGeom>
              <a:noFill/>
              <a:ln w="7938">
                <a:solidFill>
                  <a:srgbClr val="808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50" name="Line 748">
                <a:extLst>
                  <a:ext uri="{FF2B5EF4-FFF2-40B4-BE49-F238E27FC236}">
                    <a16:creationId xmlns:a16="http://schemas.microsoft.com/office/drawing/2014/main" id="{7CD525B6-8A1D-135E-C4F8-2269F3261FE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2761" y="2189"/>
                <a:ext cx="16" cy="12"/>
              </a:xfrm>
              <a:prstGeom prst="line">
                <a:avLst/>
              </a:prstGeom>
              <a:noFill/>
              <a:ln w="7938">
                <a:solidFill>
                  <a:srgbClr val="808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51" name="Line 749">
                <a:extLst>
                  <a:ext uri="{FF2B5EF4-FFF2-40B4-BE49-F238E27FC236}">
                    <a16:creationId xmlns:a16="http://schemas.microsoft.com/office/drawing/2014/main" id="{12B070D0-806E-D804-A858-EC836668A5B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777" y="2176"/>
                <a:ext cx="16" cy="13"/>
              </a:xfrm>
              <a:prstGeom prst="line">
                <a:avLst/>
              </a:prstGeom>
              <a:noFill/>
              <a:ln w="7938">
                <a:solidFill>
                  <a:srgbClr val="808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52" name="Rectangle 750">
                <a:extLst>
                  <a:ext uri="{FF2B5EF4-FFF2-40B4-BE49-F238E27FC236}">
                    <a16:creationId xmlns:a16="http://schemas.microsoft.com/office/drawing/2014/main" id="{6C6738AA-08A9-8B04-9FA9-5A2CBAE29A5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766" y="2184"/>
                <a:ext cx="49" cy="3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53" name="Line 751">
                <a:extLst>
                  <a:ext uri="{FF2B5EF4-FFF2-40B4-BE49-F238E27FC236}">
                    <a16:creationId xmlns:a16="http://schemas.microsoft.com/office/drawing/2014/main" id="{508A93CD-38EE-5BEE-52ED-A8D24633C75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2772" y="2189"/>
                <a:ext cx="16" cy="12"/>
              </a:xfrm>
              <a:prstGeom prst="line">
                <a:avLst/>
              </a:prstGeom>
              <a:noFill/>
              <a:ln w="7938">
                <a:solidFill>
                  <a:srgbClr val="808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54" name="Line 752">
                <a:extLst>
                  <a:ext uri="{FF2B5EF4-FFF2-40B4-BE49-F238E27FC236}">
                    <a16:creationId xmlns:a16="http://schemas.microsoft.com/office/drawing/2014/main" id="{C8E545DA-1941-E3D8-8558-5F846DE289A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788" y="2201"/>
                <a:ext cx="16" cy="13"/>
              </a:xfrm>
              <a:prstGeom prst="line">
                <a:avLst/>
              </a:prstGeom>
              <a:noFill/>
              <a:ln w="7938">
                <a:solidFill>
                  <a:srgbClr val="808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55" name="Line 753">
                <a:extLst>
                  <a:ext uri="{FF2B5EF4-FFF2-40B4-BE49-F238E27FC236}">
                    <a16:creationId xmlns:a16="http://schemas.microsoft.com/office/drawing/2014/main" id="{6F8DA16F-70C4-8B92-5CD4-1A254889AB6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2772" y="2201"/>
                <a:ext cx="16" cy="13"/>
              </a:xfrm>
              <a:prstGeom prst="line">
                <a:avLst/>
              </a:prstGeom>
              <a:noFill/>
              <a:ln w="7938">
                <a:solidFill>
                  <a:srgbClr val="808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56" name="Line 754">
                <a:extLst>
                  <a:ext uri="{FF2B5EF4-FFF2-40B4-BE49-F238E27FC236}">
                    <a16:creationId xmlns:a16="http://schemas.microsoft.com/office/drawing/2014/main" id="{3ECC53B6-042A-41D6-02E9-3440DE78A5C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788" y="2189"/>
                <a:ext cx="16" cy="12"/>
              </a:xfrm>
              <a:prstGeom prst="line">
                <a:avLst/>
              </a:prstGeom>
              <a:noFill/>
              <a:ln w="7938">
                <a:solidFill>
                  <a:srgbClr val="808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57" name="Rectangle 755">
                <a:extLst>
                  <a:ext uri="{FF2B5EF4-FFF2-40B4-BE49-F238E27FC236}">
                    <a16:creationId xmlns:a16="http://schemas.microsoft.com/office/drawing/2014/main" id="{36FD3B93-3DC5-CE65-2B52-3DA2436D46B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777" y="2201"/>
                <a:ext cx="48" cy="3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58" name="Line 756">
                <a:extLst>
                  <a:ext uri="{FF2B5EF4-FFF2-40B4-BE49-F238E27FC236}">
                    <a16:creationId xmlns:a16="http://schemas.microsoft.com/office/drawing/2014/main" id="{086C0CC3-E362-6B6B-C1B6-56C30B328B5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2783" y="2206"/>
                <a:ext cx="16" cy="13"/>
              </a:xfrm>
              <a:prstGeom prst="line">
                <a:avLst/>
              </a:prstGeom>
              <a:noFill/>
              <a:ln w="7938">
                <a:solidFill>
                  <a:srgbClr val="808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59" name="Line 757">
                <a:extLst>
                  <a:ext uri="{FF2B5EF4-FFF2-40B4-BE49-F238E27FC236}">
                    <a16:creationId xmlns:a16="http://schemas.microsoft.com/office/drawing/2014/main" id="{D1498FA4-5003-2977-1C7B-B5BE79207BC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799" y="2219"/>
                <a:ext cx="16" cy="12"/>
              </a:xfrm>
              <a:prstGeom prst="line">
                <a:avLst/>
              </a:prstGeom>
              <a:noFill/>
              <a:ln w="7938">
                <a:solidFill>
                  <a:srgbClr val="808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60" name="Line 758">
                <a:extLst>
                  <a:ext uri="{FF2B5EF4-FFF2-40B4-BE49-F238E27FC236}">
                    <a16:creationId xmlns:a16="http://schemas.microsoft.com/office/drawing/2014/main" id="{48E56A2D-9477-56DD-1412-E3AF8E9C874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2783" y="2219"/>
                <a:ext cx="16" cy="12"/>
              </a:xfrm>
              <a:prstGeom prst="line">
                <a:avLst/>
              </a:prstGeom>
              <a:noFill/>
              <a:ln w="7938">
                <a:solidFill>
                  <a:srgbClr val="808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61" name="Line 759">
                <a:extLst>
                  <a:ext uri="{FF2B5EF4-FFF2-40B4-BE49-F238E27FC236}">
                    <a16:creationId xmlns:a16="http://schemas.microsoft.com/office/drawing/2014/main" id="{A1F493DF-CAF7-9961-05D8-5D0323B2959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799" y="2206"/>
                <a:ext cx="16" cy="13"/>
              </a:xfrm>
              <a:prstGeom prst="line">
                <a:avLst/>
              </a:prstGeom>
              <a:noFill/>
              <a:ln w="7938">
                <a:solidFill>
                  <a:srgbClr val="808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62" name="Rectangle 760">
                <a:extLst>
                  <a:ext uri="{FF2B5EF4-FFF2-40B4-BE49-F238E27FC236}">
                    <a16:creationId xmlns:a16="http://schemas.microsoft.com/office/drawing/2014/main" id="{B7C4239E-F7E3-BCE9-65FD-2C10CF28C9F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783" y="2219"/>
                <a:ext cx="48" cy="3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63" name="Line 761">
                <a:extLst>
                  <a:ext uri="{FF2B5EF4-FFF2-40B4-BE49-F238E27FC236}">
                    <a16:creationId xmlns:a16="http://schemas.microsoft.com/office/drawing/2014/main" id="{9F9ACB0A-E319-81F7-A5AC-6E2FE7E2144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2788" y="2223"/>
                <a:ext cx="16" cy="13"/>
              </a:xfrm>
              <a:prstGeom prst="line">
                <a:avLst/>
              </a:prstGeom>
              <a:noFill/>
              <a:ln w="7938">
                <a:solidFill>
                  <a:srgbClr val="808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64" name="Line 762">
                <a:extLst>
                  <a:ext uri="{FF2B5EF4-FFF2-40B4-BE49-F238E27FC236}">
                    <a16:creationId xmlns:a16="http://schemas.microsoft.com/office/drawing/2014/main" id="{CA63ECC4-75B4-D7E1-A21C-E7A5FD638BC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804" y="2236"/>
                <a:ext cx="16" cy="13"/>
              </a:xfrm>
              <a:prstGeom prst="line">
                <a:avLst/>
              </a:prstGeom>
              <a:noFill/>
              <a:ln w="7938">
                <a:solidFill>
                  <a:srgbClr val="808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65" name="Line 763">
                <a:extLst>
                  <a:ext uri="{FF2B5EF4-FFF2-40B4-BE49-F238E27FC236}">
                    <a16:creationId xmlns:a16="http://schemas.microsoft.com/office/drawing/2014/main" id="{91F1B979-9A5D-40BD-F2CF-F53A2E55AF8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2788" y="2236"/>
                <a:ext cx="16" cy="13"/>
              </a:xfrm>
              <a:prstGeom prst="line">
                <a:avLst/>
              </a:prstGeom>
              <a:noFill/>
              <a:ln w="7938">
                <a:solidFill>
                  <a:srgbClr val="808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66" name="Line 764">
                <a:extLst>
                  <a:ext uri="{FF2B5EF4-FFF2-40B4-BE49-F238E27FC236}">
                    <a16:creationId xmlns:a16="http://schemas.microsoft.com/office/drawing/2014/main" id="{BB024911-572B-3783-4E1F-B472BF99450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804" y="2223"/>
                <a:ext cx="16" cy="13"/>
              </a:xfrm>
              <a:prstGeom prst="line">
                <a:avLst/>
              </a:prstGeom>
              <a:noFill/>
              <a:ln w="7938">
                <a:solidFill>
                  <a:srgbClr val="808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67" name="Rectangle 765">
                <a:extLst>
                  <a:ext uri="{FF2B5EF4-FFF2-40B4-BE49-F238E27FC236}">
                    <a16:creationId xmlns:a16="http://schemas.microsoft.com/office/drawing/2014/main" id="{5F5E01C2-919B-098B-20EE-5AECCE00A4F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793" y="2231"/>
                <a:ext cx="49" cy="3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68" name="Line 766">
                <a:extLst>
                  <a:ext uri="{FF2B5EF4-FFF2-40B4-BE49-F238E27FC236}">
                    <a16:creationId xmlns:a16="http://schemas.microsoft.com/office/drawing/2014/main" id="{26B93C4E-6F4A-7ABA-6AF2-BE4701DB231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2799" y="2236"/>
                <a:ext cx="16" cy="13"/>
              </a:xfrm>
              <a:prstGeom prst="line">
                <a:avLst/>
              </a:prstGeom>
              <a:noFill/>
              <a:ln w="7938">
                <a:solidFill>
                  <a:srgbClr val="808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69" name="Line 767">
                <a:extLst>
                  <a:ext uri="{FF2B5EF4-FFF2-40B4-BE49-F238E27FC236}">
                    <a16:creationId xmlns:a16="http://schemas.microsoft.com/office/drawing/2014/main" id="{7743A37F-E955-F5AA-E91E-9A50F958125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815" y="2249"/>
                <a:ext cx="16" cy="12"/>
              </a:xfrm>
              <a:prstGeom prst="line">
                <a:avLst/>
              </a:prstGeom>
              <a:noFill/>
              <a:ln w="7938">
                <a:solidFill>
                  <a:srgbClr val="808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70" name="Line 768">
                <a:extLst>
                  <a:ext uri="{FF2B5EF4-FFF2-40B4-BE49-F238E27FC236}">
                    <a16:creationId xmlns:a16="http://schemas.microsoft.com/office/drawing/2014/main" id="{F38A16AE-8E1C-2AF6-217C-CDC132024E7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2799" y="2249"/>
                <a:ext cx="16" cy="12"/>
              </a:xfrm>
              <a:prstGeom prst="line">
                <a:avLst/>
              </a:prstGeom>
              <a:noFill/>
              <a:ln w="7938">
                <a:solidFill>
                  <a:srgbClr val="808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71" name="Line 769">
                <a:extLst>
                  <a:ext uri="{FF2B5EF4-FFF2-40B4-BE49-F238E27FC236}">
                    <a16:creationId xmlns:a16="http://schemas.microsoft.com/office/drawing/2014/main" id="{528AB5DC-75BA-D771-AF09-45C72CD81F5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815" y="2236"/>
                <a:ext cx="16" cy="13"/>
              </a:xfrm>
              <a:prstGeom prst="line">
                <a:avLst/>
              </a:prstGeom>
              <a:noFill/>
              <a:ln w="7938">
                <a:solidFill>
                  <a:srgbClr val="808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72" name="Rectangle 770">
                <a:extLst>
                  <a:ext uri="{FF2B5EF4-FFF2-40B4-BE49-F238E27FC236}">
                    <a16:creationId xmlns:a16="http://schemas.microsoft.com/office/drawing/2014/main" id="{27F3C573-74E5-7436-F10B-190FE05B6CE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799" y="2249"/>
                <a:ext cx="48" cy="3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73" name="Line 771">
                <a:extLst>
                  <a:ext uri="{FF2B5EF4-FFF2-40B4-BE49-F238E27FC236}">
                    <a16:creationId xmlns:a16="http://schemas.microsoft.com/office/drawing/2014/main" id="{6F5D44FC-A787-F426-D88D-3C59707C6E1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2804" y="2253"/>
                <a:ext cx="16" cy="13"/>
              </a:xfrm>
              <a:prstGeom prst="line">
                <a:avLst/>
              </a:prstGeom>
              <a:noFill/>
              <a:ln w="7938">
                <a:solidFill>
                  <a:srgbClr val="808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74" name="Line 772">
                <a:extLst>
                  <a:ext uri="{FF2B5EF4-FFF2-40B4-BE49-F238E27FC236}">
                    <a16:creationId xmlns:a16="http://schemas.microsoft.com/office/drawing/2014/main" id="{0DB6A1CD-0968-ED0E-11A6-01F3968A4AE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820" y="2266"/>
                <a:ext cx="16" cy="13"/>
              </a:xfrm>
              <a:prstGeom prst="line">
                <a:avLst/>
              </a:prstGeom>
              <a:noFill/>
              <a:ln w="7938">
                <a:solidFill>
                  <a:srgbClr val="808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75" name="Line 773">
                <a:extLst>
                  <a:ext uri="{FF2B5EF4-FFF2-40B4-BE49-F238E27FC236}">
                    <a16:creationId xmlns:a16="http://schemas.microsoft.com/office/drawing/2014/main" id="{9B87D4DD-0D22-9042-06E0-817CC15DB86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2804" y="2266"/>
                <a:ext cx="16" cy="13"/>
              </a:xfrm>
              <a:prstGeom prst="line">
                <a:avLst/>
              </a:prstGeom>
              <a:noFill/>
              <a:ln w="7938">
                <a:solidFill>
                  <a:srgbClr val="808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76" name="Line 774">
                <a:extLst>
                  <a:ext uri="{FF2B5EF4-FFF2-40B4-BE49-F238E27FC236}">
                    <a16:creationId xmlns:a16="http://schemas.microsoft.com/office/drawing/2014/main" id="{29F5D2E5-887E-D160-39FD-3D934625654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820" y="2253"/>
                <a:ext cx="16" cy="13"/>
              </a:xfrm>
              <a:prstGeom prst="line">
                <a:avLst/>
              </a:prstGeom>
              <a:noFill/>
              <a:ln w="7938">
                <a:solidFill>
                  <a:srgbClr val="808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77" name="Rectangle 775">
                <a:extLst>
                  <a:ext uri="{FF2B5EF4-FFF2-40B4-BE49-F238E27FC236}">
                    <a16:creationId xmlns:a16="http://schemas.microsoft.com/office/drawing/2014/main" id="{F30E843C-8D6E-2E24-AB80-C490F338BDB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09" y="2266"/>
                <a:ext cx="49" cy="3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78" name="Line 776">
                <a:extLst>
                  <a:ext uri="{FF2B5EF4-FFF2-40B4-BE49-F238E27FC236}">
                    <a16:creationId xmlns:a16="http://schemas.microsoft.com/office/drawing/2014/main" id="{7CEC2D93-3F46-B016-1956-B62E3162F02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2815" y="2270"/>
                <a:ext cx="16" cy="13"/>
              </a:xfrm>
              <a:prstGeom prst="line">
                <a:avLst/>
              </a:prstGeom>
              <a:noFill/>
              <a:ln w="7938">
                <a:solidFill>
                  <a:srgbClr val="808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79" name="Line 777">
                <a:extLst>
                  <a:ext uri="{FF2B5EF4-FFF2-40B4-BE49-F238E27FC236}">
                    <a16:creationId xmlns:a16="http://schemas.microsoft.com/office/drawing/2014/main" id="{0AC0C878-31B6-FA07-DB44-894774E337E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831" y="2283"/>
                <a:ext cx="16" cy="13"/>
              </a:xfrm>
              <a:prstGeom prst="line">
                <a:avLst/>
              </a:prstGeom>
              <a:noFill/>
              <a:ln w="7938">
                <a:solidFill>
                  <a:srgbClr val="808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80" name="Line 778">
                <a:extLst>
                  <a:ext uri="{FF2B5EF4-FFF2-40B4-BE49-F238E27FC236}">
                    <a16:creationId xmlns:a16="http://schemas.microsoft.com/office/drawing/2014/main" id="{28E158FD-B6FE-3B72-9255-B681269134F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2815" y="2283"/>
                <a:ext cx="16" cy="13"/>
              </a:xfrm>
              <a:prstGeom prst="line">
                <a:avLst/>
              </a:prstGeom>
              <a:noFill/>
              <a:ln w="7938">
                <a:solidFill>
                  <a:srgbClr val="808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81" name="Line 779">
                <a:extLst>
                  <a:ext uri="{FF2B5EF4-FFF2-40B4-BE49-F238E27FC236}">
                    <a16:creationId xmlns:a16="http://schemas.microsoft.com/office/drawing/2014/main" id="{9BAFC900-770A-1CE3-0A94-7A523CD8CCE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831" y="2270"/>
                <a:ext cx="16" cy="13"/>
              </a:xfrm>
              <a:prstGeom prst="line">
                <a:avLst/>
              </a:prstGeom>
              <a:noFill/>
              <a:ln w="7938">
                <a:solidFill>
                  <a:srgbClr val="808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82" name="Rectangle 780">
                <a:extLst>
                  <a:ext uri="{FF2B5EF4-FFF2-40B4-BE49-F238E27FC236}">
                    <a16:creationId xmlns:a16="http://schemas.microsoft.com/office/drawing/2014/main" id="{81C2E53B-4BE9-08A2-278D-9E8E27EA25E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15" y="2279"/>
                <a:ext cx="48" cy="3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83" name="Line 781">
                <a:extLst>
                  <a:ext uri="{FF2B5EF4-FFF2-40B4-BE49-F238E27FC236}">
                    <a16:creationId xmlns:a16="http://schemas.microsoft.com/office/drawing/2014/main" id="{26FED776-0D92-B448-4797-2644DD6667F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2820" y="2283"/>
                <a:ext cx="16" cy="13"/>
              </a:xfrm>
              <a:prstGeom prst="line">
                <a:avLst/>
              </a:prstGeom>
              <a:noFill/>
              <a:ln w="7938">
                <a:solidFill>
                  <a:srgbClr val="808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84" name="Line 782">
                <a:extLst>
                  <a:ext uri="{FF2B5EF4-FFF2-40B4-BE49-F238E27FC236}">
                    <a16:creationId xmlns:a16="http://schemas.microsoft.com/office/drawing/2014/main" id="{4837855A-9A80-C79C-F46A-94640BDEDD6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836" y="2296"/>
                <a:ext cx="16" cy="12"/>
              </a:xfrm>
              <a:prstGeom prst="line">
                <a:avLst/>
              </a:prstGeom>
              <a:noFill/>
              <a:ln w="7938">
                <a:solidFill>
                  <a:srgbClr val="808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85" name="Line 783">
                <a:extLst>
                  <a:ext uri="{FF2B5EF4-FFF2-40B4-BE49-F238E27FC236}">
                    <a16:creationId xmlns:a16="http://schemas.microsoft.com/office/drawing/2014/main" id="{C466D2E4-CD1D-7CFB-AD04-C4D473143DB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2820" y="2296"/>
                <a:ext cx="16" cy="12"/>
              </a:xfrm>
              <a:prstGeom prst="line">
                <a:avLst/>
              </a:prstGeom>
              <a:noFill/>
              <a:ln w="7938">
                <a:solidFill>
                  <a:srgbClr val="808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86" name="Line 784">
                <a:extLst>
                  <a:ext uri="{FF2B5EF4-FFF2-40B4-BE49-F238E27FC236}">
                    <a16:creationId xmlns:a16="http://schemas.microsoft.com/office/drawing/2014/main" id="{80E4C311-617D-AE55-01CB-01EDB5BDBD8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836" y="2283"/>
                <a:ext cx="16" cy="13"/>
              </a:xfrm>
              <a:prstGeom prst="line">
                <a:avLst/>
              </a:prstGeom>
              <a:noFill/>
              <a:ln w="7938">
                <a:solidFill>
                  <a:srgbClr val="808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87" name="Rectangle 785">
                <a:extLst>
                  <a:ext uri="{FF2B5EF4-FFF2-40B4-BE49-F238E27FC236}">
                    <a16:creationId xmlns:a16="http://schemas.microsoft.com/office/drawing/2014/main" id="{7322D988-7C94-C976-C5A8-39A79FBC22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25" y="2296"/>
                <a:ext cx="49" cy="3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88" name="Line 786">
                <a:extLst>
                  <a:ext uri="{FF2B5EF4-FFF2-40B4-BE49-F238E27FC236}">
                    <a16:creationId xmlns:a16="http://schemas.microsoft.com/office/drawing/2014/main" id="{4CBAB799-2F7D-AD9E-2208-120EDBF7EA5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2831" y="2300"/>
                <a:ext cx="16" cy="13"/>
              </a:xfrm>
              <a:prstGeom prst="line">
                <a:avLst/>
              </a:prstGeom>
              <a:noFill/>
              <a:ln w="7938">
                <a:solidFill>
                  <a:srgbClr val="808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89" name="Line 787">
                <a:extLst>
                  <a:ext uri="{FF2B5EF4-FFF2-40B4-BE49-F238E27FC236}">
                    <a16:creationId xmlns:a16="http://schemas.microsoft.com/office/drawing/2014/main" id="{7AB516FF-D180-FD66-70B7-3D139AEED4C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847" y="2313"/>
                <a:ext cx="16" cy="13"/>
              </a:xfrm>
              <a:prstGeom prst="line">
                <a:avLst/>
              </a:prstGeom>
              <a:noFill/>
              <a:ln w="7938">
                <a:solidFill>
                  <a:srgbClr val="808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90" name="Line 788">
                <a:extLst>
                  <a:ext uri="{FF2B5EF4-FFF2-40B4-BE49-F238E27FC236}">
                    <a16:creationId xmlns:a16="http://schemas.microsoft.com/office/drawing/2014/main" id="{E806B1D8-B7D8-7C84-FA6E-2E168747DE6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2831" y="2313"/>
                <a:ext cx="16" cy="13"/>
              </a:xfrm>
              <a:prstGeom prst="line">
                <a:avLst/>
              </a:prstGeom>
              <a:noFill/>
              <a:ln w="7938">
                <a:solidFill>
                  <a:srgbClr val="808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91" name="Line 789">
                <a:extLst>
                  <a:ext uri="{FF2B5EF4-FFF2-40B4-BE49-F238E27FC236}">
                    <a16:creationId xmlns:a16="http://schemas.microsoft.com/office/drawing/2014/main" id="{D95EF32F-C4FA-6A8A-850B-D92D3C79E0B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847" y="2300"/>
                <a:ext cx="16" cy="13"/>
              </a:xfrm>
              <a:prstGeom prst="line">
                <a:avLst/>
              </a:prstGeom>
              <a:noFill/>
              <a:ln w="7938">
                <a:solidFill>
                  <a:srgbClr val="808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92" name="Rectangle 790">
                <a:extLst>
                  <a:ext uri="{FF2B5EF4-FFF2-40B4-BE49-F238E27FC236}">
                    <a16:creationId xmlns:a16="http://schemas.microsoft.com/office/drawing/2014/main" id="{80C0C489-3037-5834-016A-AA53203D2A8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31" y="2308"/>
                <a:ext cx="48" cy="3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93" name="Line 791">
                <a:extLst>
                  <a:ext uri="{FF2B5EF4-FFF2-40B4-BE49-F238E27FC236}">
                    <a16:creationId xmlns:a16="http://schemas.microsoft.com/office/drawing/2014/main" id="{DE3C7DA6-286E-98F6-BB09-5F00442B33E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2836" y="2313"/>
                <a:ext cx="16" cy="13"/>
              </a:xfrm>
              <a:prstGeom prst="line">
                <a:avLst/>
              </a:prstGeom>
              <a:noFill/>
              <a:ln w="7938">
                <a:solidFill>
                  <a:srgbClr val="808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94" name="Line 792">
                <a:extLst>
                  <a:ext uri="{FF2B5EF4-FFF2-40B4-BE49-F238E27FC236}">
                    <a16:creationId xmlns:a16="http://schemas.microsoft.com/office/drawing/2014/main" id="{28470000-521C-06DD-E8DC-1035E7B6EBA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852" y="2326"/>
                <a:ext cx="16" cy="12"/>
              </a:xfrm>
              <a:prstGeom prst="line">
                <a:avLst/>
              </a:prstGeom>
              <a:noFill/>
              <a:ln w="7938">
                <a:solidFill>
                  <a:srgbClr val="808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95" name="Line 793">
                <a:extLst>
                  <a:ext uri="{FF2B5EF4-FFF2-40B4-BE49-F238E27FC236}">
                    <a16:creationId xmlns:a16="http://schemas.microsoft.com/office/drawing/2014/main" id="{44F02B58-495A-4B4D-312A-E371468D2F5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2836" y="2326"/>
                <a:ext cx="16" cy="12"/>
              </a:xfrm>
              <a:prstGeom prst="line">
                <a:avLst/>
              </a:prstGeom>
              <a:noFill/>
              <a:ln w="7938">
                <a:solidFill>
                  <a:srgbClr val="808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96" name="Line 794">
                <a:extLst>
                  <a:ext uri="{FF2B5EF4-FFF2-40B4-BE49-F238E27FC236}">
                    <a16:creationId xmlns:a16="http://schemas.microsoft.com/office/drawing/2014/main" id="{FD6800C9-B35A-2CBF-1943-62BDDE95D2C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852" y="2313"/>
                <a:ext cx="16" cy="13"/>
              </a:xfrm>
              <a:prstGeom prst="line">
                <a:avLst/>
              </a:prstGeom>
              <a:noFill/>
              <a:ln w="7938">
                <a:solidFill>
                  <a:srgbClr val="808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97" name="Rectangle 795">
                <a:extLst>
                  <a:ext uri="{FF2B5EF4-FFF2-40B4-BE49-F238E27FC236}">
                    <a16:creationId xmlns:a16="http://schemas.microsoft.com/office/drawing/2014/main" id="{A700A01A-BB6A-C6A7-0DD5-8877EA93AF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42" y="2321"/>
                <a:ext cx="48" cy="3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98" name="Line 796">
                <a:extLst>
                  <a:ext uri="{FF2B5EF4-FFF2-40B4-BE49-F238E27FC236}">
                    <a16:creationId xmlns:a16="http://schemas.microsoft.com/office/drawing/2014/main" id="{B6EFA254-9F86-BC8C-DBB2-DF1E8DF9C3E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2847" y="2326"/>
                <a:ext cx="16" cy="12"/>
              </a:xfrm>
              <a:prstGeom prst="line">
                <a:avLst/>
              </a:prstGeom>
              <a:noFill/>
              <a:ln w="7938">
                <a:solidFill>
                  <a:srgbClr val="808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99" name="Line 797">
                <a:extLst>
                  <a:ext uri="{FF2B5EF4-FFF2-40B4-BE49-F238E27FC236}">
                    <a16:creationId xmlns:a16="http://schemas.microsoft.com/office/drawing/2014/main" id="{CEB74809-BD4B-116A-0AB8-EC4FEEBFB11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863" y="2338"/>
                <a:ext cx="16" cy="13"/>
              </a:xfrm>
              <a:prstGeom prst="line">
                <a:avLst/>
              </a:prstGeom>
              <a:noFill/>
              <a:ln w="7938">
                <a:solidFill>
                  <a:srgbClr val="808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00" name="Line 798">
                <a:extLst>
                  <a:ext uri="{FF2B5EF4-FFF2-40B4-BE49-F238E27FC236}">
                    <a16:creationId xmlns:a16="http://schemas.microsoft.com/office/drawing/2014/main" id="{6A6649BF-23FF-696E-3DF3-BFDB5D0EFA2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2847" y="2338"/>
                <a:ext cx="16" cy="13"/>
              </a:xfrm>
              <a:prstGeom prst="line">
                <a:avLst/>
              </a:prstGeom>
              <a:noFill/>
              <a:ln w="7938">
                <a:solidFill>
                  <a:srgbClr val="808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01" name="Line 799">
                <a:extLst>
                  <a:ext uri="{FF2B5EF4-FFF2-40B4-BE49-F238E27FC236}">
                    <a16:creationId xmlns:a16="http://schemas.microsoft.com/office/drawing/2014/main" id="{6A734F9C-1D26-FEDF-8C83-366E3CD9DD9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863" y="2326"/>
                <a:ext cx="16" cy="12"/>
              </a:xfrm>
              <a:prstGeom prst="line">
                <a:avLst/>
              </a:prstGeom>
              <a:noFill/>
              <a:ln w="7938">
                <a:solidFill>
                  <a:srgbClr val="808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02" name="Rectangle 800">
                <a:extLst>
                  <a:ext uri="{FF2B5EF4-FFF2-40B4-BE49-F238E27FC236}">
                    <a16:creationId xmlns:a16="http://schemas.microsoft.com/office/drawing/2014/main" id="{4973B775-D9E5-2A83-2096-1E7B9C38F51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47" y="2338"/>
                <a:ext cx="48" cy="3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03" name="Line 801">
                <a:extLst>
                  <a:ext uri="{FF2B5EF4-FFF2-40B4-BE49-F238E27FC236}">
                    <a16:creationId xmlns:a16="http://schemas.microsoft.com/office/drawing/2014/main" id="{B85BAE67-1F43-2C74-4E2C-51D34341C8E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2852" y="2343"/>
                <a:ext cx="16" cy="13"/>
              </a:xfrm>
              <a:prstGeom prst="line">
                <a:avLst/>
              </a:prstGeom>
              <a:noFill/>
              <a:ln w="7938">
                <a:solidFill>
                  <a:srgbClr val="808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04" name="Line 802">
                <a:extLst>
                  <a:ext uri="{FF2B5EF4-FFF2-40B4-BE49-F238E27FC236}">
                    <a16:creationId xmlns:a16="http://schemas.microsoft.com/office/drawing/2014/main" id="{45487629-866D-D898-A7EF-4A2DBEC33FF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868" y="2356"/>
                <a:ext cx="16" cy="12"/>
              </a:xfrm>
              <a:prstGeom prst="line">
                <a:avLst/>
              </a:prstGeom>
              <a:noFill/>
              <a:ln w="7938">
                <a:solidFill>
                  <a:srgbClr val="808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05" name="Line 803">
                <a:extLst>
                  <a:ext uri="{FF2B5EF4-FFF2-40B4-BE49-F238E27FC236}">
                    <a16:creationId xmlns:a16="http://schemas.microsoft.com/office/drawing/2014/main" id="{535D380A-A759-3308-EE52-16773D23C84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2852" y="2356"/>
                <a:ext cx="16" cy="12"/>
              </a:xfrm>
              <a:prstGeom prst="line">
                <a:avLst/>
              </a:prstGeom>
              <a:noFill/>
              <a:ln w="7938">
                <a:solidFill>
                  <a:srgbClr val="808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06" name="Line 804">
                <a:extLst>
                  <a:ext uri="{FF2B5EF4-FFF2-40B4-BE49-F238E27FC236}">
                    <a16:creationId xmlns:a16="http://schemas.microsoft.com/office/drawing/2014/main" id="{EF06599C-3EF8-393C-5244-3449840C00C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868" y="2343"/>
                <a:ext cx="16" cy="13"/>
              </a:xfrm>
              <a:prstGeom prst="line">
                <a:avLst/>
              </a:prstGeom>
              <a:noFill/>
              <a:ln w="7938">
                <a:solidFill>
                  <a:srgbClr val="808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07" name="Rectangle 805">
                <a:extLst>
                  <a:ext uri="{FF2B5EF4-FFF2-40B4-BE49-F238E27FC236}">
                    <a16:creationId xmlns:a16="http://schemas.microsoft.com/office/drawing/2014/main" id="{D56DB93A-5BE1-D0F4-5804-47BC0549E13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58" y="2351"/>
                <a:ext cx="48" cy="3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08" name="Line 806">
                <a:extLst>
                  <a:ext uri="{FF2B5EF4-FFF2-40B4-BE49-F238E27FC236}">
                    <a16:creationId xmlns:a16="http://schemas.microsoft.com/office/drawing/2014/main" id="{57258933-3999-05AE-0CC8-B776809E586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2863" y="2356"/>
                <a:ext cx="16" cy="12"/>
              </a:xfrm>
              <a:prstGeom prst="line">
                <a:avLst/>
              </a:prstGeom>
              <a:noFill/>
              <a:ln w="7938">
                <a:solidFill>
                  <a:srgbClr val="808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09" name="Line 807">
                <a:extLst>
                  <a:ext uri="{FF2B5EF4-FFF2-40B4-BE49-F238E27FC236}">
                    <a16:creationId xmlns:a16="http://schemas.microsoft.com/office/drawing/2014/main" id="{4F6BA56A-EC9B-E918-4C23-2AD6039B32E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879" y="2368"/>
                <a:ext cx="16" cy="13"/>
              </a:xfrm>
              <a:prstGeom prst="line">
                <a:avLst/>
              </a:prstGeom>
              <a:noFill/>
              <a:ln w="7938">
                <a:solidFill>
                  <a:srgbClr val="808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10" name="Line 808">
                <a:extLst>
                  <a:ext uri="{FF2B5EF4-FFF2-40B4-BE49-F238E27FC236}">
                    <a16:creationId xmlns:a16="http://schemas.microsoft.com/office/drawing/2014/main" id="{B95DFEB8-7739-FC7E-7DEC-1531BC87A17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2863" y="2368"/>
                <a:ext cx="16" cy="13"/>
              </a:xfrm>
              <a:prstGeom prst="line">
                <a:avLst/>
              </a:prstGeom>
              <a:noFill/>
              <a:ln w="7938">
                <a:solidFill>
                  <a:srgbClr val="808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11" name="Line 809">
                <a:extLst>
                  <a:ext uri="{FF2B5EF4-FFF2-40B4-BE49-F238E27FC236}">
                    <a16:creationId xmlns:a16="http://schemas.microsoft.com/office/drawing/2014/main" id="{865C2FB4-F029-1FB4-AA4A-7F44B012997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879" y="2356"/>
                <a:ext cx="16" cy="12"/>
              </a:xfrm>
              <a:prstGeom prst="line">
                <a:avLst/>
              </a:prstGeom>
              <a:noFill/>
              <a:ln w="7938">
                <a:solidFill>
                  <a:srgbClr val="808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12" name="Rectangle 810">
                <a:extLst>
                  <a:ext uri="{FF2B5EF4-FFF2-40B4-BE49-F238E27FC236}">
                    <a16:creationId xmlns:a16="http://schemas.microsoft.com/office/drawing/2014/main" id="{6CEED6B0-F67F-C6DF-9662-C46DBD5DA4E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68" y="2364"/>
                <a:ext cx="49" cy="3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13" name="Line 811">
                <a:extLst>
                  <a:ext uri="{FF2B5EF4-FFF2-40B4-BE49-F238E27FC236}">
                    <a16:creationId xmlns:a16="http://schemas.microsoft.com/office/drawing/2014/main" id="{ABCF55FD-7CD6-C0D7-810C-4FA7311A431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2874" y="2368"/>
                <a:ext cx="16" cy="13"/>
              </a:xfrm>
              <a:prstGeom prst="line">
                <a:avLst/>
              </a:prstGeom>
              <a:noFill/>
              <a:ln w="7938">
                <a:solidFill>
                  <a:srgbClr val="808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14" name="Line 812">
                <a:extLst>
                  <a:ext uri="{FF2B5EF4-FFF2-40B4-BE49-F238E27FC236}">
                    <a16:creationId xmlns:a16="http://schemas.microsoft.com/office/drawing/2014/main" id="{1CFD1568-AD86-444E-A363-2B2BE8350E0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890" y="2381"/>
                <a:ext cx="16" cy="13"/>
              </a:xfrm>
              <a:prstGeom prst="line">
                <a:avLst/>
              </a:prstGeom>
              <a:noFill/>
              <a:ln w="7938">
                <a:solidFill>
                  <a:srgbClr val="808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15" name="Line 813">
                <a:extLst>
                  <a:ext uri="{FF2B5EF4-FFF2-40B4-BE49-F238E27FC236}">
                    <a16:creationId xmlns:a16="http://schemas.microsoft.com/office/drawing/2014/main" id="{99C0CA3D-4E03-B334-F5D0-02F38CECD1E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2874" y="2381"/>
                <a:ext cx="16" cy="13"/>
              </a:xfrm>
              <a:prstGeom prst="line">
                <a:avLst/>
              </a:prstGeom>
              <a:noFill/>
              <a:ln w="7938">
                <a:solidFill>
                  <a:srgbClr val="808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16" name="Line 814">
                <a:extLst>
                  <a:ext uri="{FF2B5EF4-FFF2-40B4-BE49-F238E27FC236}">
                    <a16:creationId xmlns:a16="http://schemas.microsoft.com/office/drawing/2014/main" id="{CB4901A4-152D-32CE-75C8-AC2E0A3D7F7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890" y="2368"/>
                <a:ext cx="16" cy="13"/>
              </a:xfrm>
              <a:prstGeom prst="line">
                <a:avLst/>
              </a:prstGeom>
              <a:noFill/>
              <a:ln w="7938">
                <a:solidFill>
                  <a:srgbClr val="808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17" name="Rectangle 815">
                <a:extLst>
                  <a:ext uri="{FF2B5EF4-FFF2-40B4-BE49-F238E27FC236}">
                    <a16:creationId xmlns:a16="http://schemas.microsoft.com/office/drawing/2014/main" id="{70333D38-7013-2286-515F-6ED305121D6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74" y="2377"/>
                <a:ext cx="48" cy="3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18" name="Line 816">
                <a:extLst>
                  <a:ext uri="{FF2B5EF4-FFF2-40B4-BE49-F238E27FC236}">
                    <a16:creationId xmlns:a16="http://schemas.microsoft.com/office/drawing/2014/main" id="{F91595F3-296D-3C8A-C43F-900AD553FFD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2879" y="2381"/>
                <a:ext cx="16" cy="13"/>
              </a:xfrm>
              <a:prstGeom prst="line">
                <a:avLst/>
              </a:prstGeom>
              <a:noFill/>
              <a:ln w="7938">
                <a:solidFill>
                  <a:srgbClr val="808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19" name="Line 817">
                <a:extLst>
                  <a:ext uri="{FF2B5EF4-FFF2-40B4-BE49-F238E27FC236}">
                    <a16:creationId xmlns:a16="http://schemas.microsoft.com/office/drawing/2014/main" id="{23B038BE-C5D8-0779-07E8-26BFE7FC741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895" y="2394"/>
                <a:ext cx="16" cy="13"/>
              </a:xfrm>
              <a:prstGeom prst="line">
                <a:avLst/>
              </a:prstGeom>
              <a:noFill/>
              <a:ln w="7938">
                <a:solidFill>
                  <a:srgbClr val="808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20" name="Line 818">
                <a:extLst>
                  <a:ext uri="{FF2B5EF4-FFF2-40B4-BE49-F238E27FC236}">
                    <a16:creationId xmlns:a16="http://schemas.microsoft.com/office/drawing/2014/main" id="{E5A90312-4EF3-2973-56CA-367A7B162DB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2879" y="2394"/>
                <a:ext cx="16" cy="13"/>
              </a:xfrm>
              <a:prstGeom prst="line">
                <a:avLst/>
              </a:prstGeom>
              <a:noFill/>
              <a:ln w="7938">
                <a:solidFill>
                  <a:srgbClr val="808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21" name="Line 819">
                <a:extLst>
                  <a:ext uri="{FF2B5EF4-FFF2-40B4-BE49-F238E27FC236}">
                    <a16:creationId xmlns:a16="http://schemas.microsoft.com/office/drawing/2014/main" id="{C8A08EF5-6B6A-268A-A860-7C57ECCE478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895" y="2381"/>
                <a:ext cx="16" cy="13"/>
              </a:xfrm>
              <a:prstGeom prst="line">
                <a:avLst/>
              </a:prstGeom>
              <a:noFill/>
              <a:ln w="7938">
                <a:solidFill>
                  <a:srgbClr val="808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22" name="Rectangle 820">
                <a:extLst>
                  <a:ext uri="{FF2B5EF4-FFF2-40B4-BE49-F238E27FC236}">
                    <a16:creationId xmlns:a16="http://schemas.microsoft.com/office/drawing/2014/main" id="{9847BCA1-A18C-CDDB-F5EA-0A482D901CF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84" y="2394"/>
                <a:ext cx="49" cy="3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23" name="Line 821">
                <a:extLst>
                  <a:ext uri="{FF2B5EF4-FFF2-40B4-BE49-F238E27FC236}">
                    <a16:creationId xmlns:a16="http://schemas.microsoft.com/office/drawing/2014/main" id="{89D2D626-1BC6-EAEB-708B-500311D98D6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2890" y="2398"/>
                <a:ext cx="16" cy="13"/>
              </a:xfrm>
              <a:prstGeom prst="line">
                <a:avLst/>
              </a:prstGeom>
              <a:noFill/>
              <a:ln w="7938">
                <a:solidFill>
                  <a:srgbClr val="808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24" name="Line 822">
                <a:extLst>
                  <a:ext uri="{FF2B5EF4-FFF2-40B4-BE49-F238E27FC236}">
                    <a16:creationId xmlns:a16="http://schemas.microsoft.com/office/drawing/2014/main" id="{EE78B7E4-F6A0-6B89-1A7C-1DBE32D24CD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906" y="2411"/>
                <a:ext cx="16" cy="13"/>
              </a:xfrm>
              <a:prstGeom prst="line">
                <a:avLst/>
              </a:prstGeom>
              <a:noFill/>
              <a:ln w="7938">
                <a:solidFill>
                  <a:srgbClr val="808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25" name="Line 823">
                <a:extLst>
                  <a:ext uri="{FF2B5EF4-FFF2-40B4-BE49-F238E27FC236}">
                    <a16:creationId xmlns:a16="http://schemas.microsoft.com/office/drawing/2014/main" id="{8D11DE51-2AD5-ADE0-A88F-5096A9A07F3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2890" y="2411"/>
                <a:ext cx="16" cy="13"/>
              </a:xfrm>
              <a:prstGeom prst="line">
                <a:avLst/>
              </a:prstGeom>
              <a:noFill/>
              <a:ln w="7938">
                <a:solidFill>
                  <a:srgbClr val="808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26" name="Line 824">
                <a:extLst>
                  <a:ext uri="{FF2B5EF4-FFF2-40B4-BE49-F238E27FC236}">
                    <a16:creationId xmlns:a16="http://schemas.microsoft.com/office/drawing/2014/main" id="{DE38C779-B84D-2A1F-9A44-B8177713BFD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906" y="2398"/>
                <a:ext cx="16" cy="13"/>
              </a:xfrm>
              <a:prstGeom prst="line">
                <a:avLst/>
              </a:prstGeom>
              <a:noFill/>
              <a:ln w="7938">
                <a:solidFill>
                  <a:srgbClr val="808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27" name="Rectangle 825">
                <a:extLst>
                  <a:ext uri="{FF2B5EF4-FFF2-40B4-BE49-F238E27FC236}">
                    <a16:creationId xmlns:a16="http://schemas.microsoft.com/office/drawing/2014/main" id="{6D84D9FD-FEDF-8441-4BEE-B70AE6FF8F4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90" y="2407"/>
                <a:ext cx="48" cy="3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28" name="Line 826">
                <a:extLst>
                  <a:ext uri="{FF2B5EF4-FFF2-40B4-BE49-F238E27FC236}">
                    <a16:creationId xmlns:a16="http://schemas.microsoft.com/office/drawing/2014/main" id="{4C18F207-761A-9CA0-855F-A847A7F4D1B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2895" y="2411"/>
                <a:ext cx="16" cy="13"/>
              </a:xfrm>
              <a:prstGeom prst="line">
                <a:avLst/>
              </a:prstGeom>
              <a:noFill/>
              <a:ln w="7938">
                <a:solidFill>
                  <a:srgbClr val="808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29" name="Line 827">
                <a:extLst>
                  <a:ext uri="{FF2B5EF4-FFF2-40B4-BE49-F238E27FC236}">
                    <a16:creationId xmlns:a16="http://schemas.microsoft.com/office/drawing/2014/main" id="{18DC51AB-6135-E67C-600B-C8BC2318312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911" y="2424"/>
                <a:ext cx="16" cy="13"/>
              </a:xfrm>
              <a:prstGeom prst="line">
                <a:avLst/>
              </a:prstGeom>
              <a:noFill/>
              <a:ln w="7938">
                <a:solidFill>
                  <a:srgbClr val="808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30" name="Line 828">
                <a:extLst>
                  <a:ext uri="{FF2B5EF4-FFF2-40B4-BE49-F238E27FC236}">
                    <a16:creationId xmlns:a16="http://schemas.microsoft.com/office/drawing/2014/main" id="{66BDF66F-3DBA-373E-35B9-C9E063A166A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2895" y="2424"/>
                <a:ext cx="16" cy="13"/>
              </a:xfrm>
              <a:prstGeom prst="line">
                <a:avLst/>
              </a:prstGeom>
              <a:noFill/>
              <a:ln w="7938">
                <a:solidFill>
                  <a:srgbClr val="808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31" name="Line 829">
                <a:extLst>
                  <a:ext uri="{FF2B5EF4-FFF2-40B4-BE49-F238E27FC236}">
                    <a16:creationId xmlns:a16="http://schemas.microsoft.com/office/drawing/2014/main" id="{C0D00921-F04F-929A-6E88-F627290F1DD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911" y="2411"/>
                <a:ext cx="16" cy="13"/>
              </a:xfrm>
              <a:prstGeom prst="line">
                <a:avLst/>
              </a:prstGeom>
              <a:noFill/>
              <a:ln w="7938">
                <a:solidFill>
                  <a:srgbClr val="808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32" name="Rectangle 830">
                <a:extLst>
                  <a:ext uri="{FF2B5EF4-FFF2-40B4-BE49-F238E27FC236}">
                    <a16:creationId xmlns:a16="http://schemas.microsoft.com/office/drawing/2014/main" id="{875486FA-FBC2-EFD3-0514-72B2ECB07CE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01" y="2420"/>
                <a:ext cx="48" cy="3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33" name="Line 831">
                <a:extLst>
                  <a:ext uri="{FF2B5EF4-FFF2-40B4-BE49-F238E27FC236}">
                    <a16:creationId xmlns:a16="http://schemas.microsoft.com/office/drawing/2014/main" id="{A25D5E04-9B30-E218-CAEF-9315D8CAB8F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2906" y="2424"/>
                <a:ext cx="16" cy="13"/>
              </a:xfrm>
              <a:prstGeom prst="line">
                <a:avLst/>
              </a:prstGeom>
              <a:noFill/>
              <a:ln w="7938">
                <a:solidFill>
                  <a:srgbClr val="808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34" name="Line 832">
                <a:extLst>
                  <a:ext uri="{FF2B5EF4-FFF2-40B4-BE49-F238E27FC236}">
                    <a16:creationId xmlns:a16="http://schemas.microsoft.com/office/drawing/2014/main" id="{A5538470-6642-96B4-B387-3FB0C4A6EAC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922" y="2437"/>
                <a:ext cx="16" cy="13"/>
              </a:xfrm>
              <a:prstGeom prst="line">
                <a:avLst/>
              </a:prstGeom>
              <a:noFill/>
              <a:ln w="7938">
                <a:solidFill>
                  <a:srgbClr val="808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35" name="Line 833">
                <a:extLst>
                  <a:ext uri="{FF2B5EF4-FFF2-40B4-BE49-F238E27FC236}">
                    <a16:creationId xmlns:a16="http://schemas.microsoft.com/office/drawing/2014/main" id="{D99C1FDB-DAD6-FECF-DFB0-AF4011645C8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2906" y="2437"/>
                <a:ext cx="16" cy="13"/>
              </a:xfrm>
              <a:prstGeom prst="line">
                <a:avLst/>
              </a:prstGeom>
              <a:noFill/>
              <a:ln w="7938">
                <a:solidFill>
                  <a:srgbClr val="808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36" name="Line 834">
                <a:extLst>
                  <a:ext uri="{FF2B5EF4-FFF2-40B4-BE49-F238E27FC236}">
                    <a16:creationId xmlns:a16="http://schemas.microsoft.com/office/drawing/2014/main" id="{DDAF0803-64F0-7BE3-B29F-A387FF07A7F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922" y="2424"/>
                <a:ext cx="16" cy="13"/>
              </a:xfrm>
              <a:prstGeom prst="line">
                <a:avLst/>
              </a:prstGeom>
              <a:noFill/>
              <a:ln w="7938">
                <a:solidFill>
                  <a:srgbClr val="808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37" name="Rectangle 835">
                <a:extLst>
                  <a:ext uri="{FF2B5EF4-FFF2-40B4-BE49-F238E27FC236}">
                    <a16:creationId xmlns:a16="http://schemas.microsoft.com/office/drawing/2014/main" id="{13B53C60-DD5B-49D1-DFE5-2EDA418E677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06" y="2433"/>
                <a:ext cx="48" cy="3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38" name="Line 836">
                <a:extLst>
                  <a:ext uri="{FF2B5EF4-FFF2-40B4-BE49-F238E27FC236}">
                    <a16:creationId xmlns:a16="http://schemas.microsoft.com/office/drawing/2014/main" id="{B26D72C5-113A-5021-2F94-D40A3300615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2911" y="2437"/>
                <a:ext cx="16" cy="13"/>
              </a:xfrm>
              <a:prstGeom prst="line">
                <a:avLst/>
              </a:prstGeom>
              <a:noFill/>
              <a:ln w="7938">
                <a:solidFill>
                  <a:srgbClr val="808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39" name="Line 837">
                <a:extLst>
                  <a:ext uri="{FF2B5EF4-FFF2-40B4-BE49-F238E27FC236}">
                    <a16:creationId xmlns:a16="http://schemas.microsoft.com/office/drawing/2014/main" id="{674B2C51-2902-2EB9-64BD-5A8871DDE12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927" y="2450"/>
                <a:ext cx="16" cy="13"/>
              </a:xfrm>
              <a:prstGeom prst="line">
                <a:avLst/>
              </a:prstGeom>
              <a:noFill/>
              <a:ln w="7938">
                <a:solidFill>
                  <a:srgbClr val="808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40" name="Line 838">
                <a:extLst>
                  <a:ext uri="{FF2B5EF4-FFF2-40B4-BE49-F238E27FC236}">
                    <a16:creationId xmlns:a16="http://schemas.microsoft.com/office/drawing/2014/main" id="{38E474EB-CBE3-8E06-CFFA-F5D0A3C7205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2911" y="2450"/>
                <a:ext cx="16" cy="13"/>
              </a:xfrm>
              <a:prstGeom prst="line">
                <a:avLst/>
              </a:prstGeom>
              <a:noFill/>
              <a:ln w="7938">
                <a:solidFill>
                  <a:srgbClr val="808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41" name="Line 839">
                <a:extLst>
                  <a:ext uri="{FF2B5EF4-FFF2-40B4-BE49-F238E27FC236}">
                    <a16:creationId xmlns:a16="http://schemas.microsoft.com/office/drawing/2014/main" id="{F346AB35-610B-0853-6417-07F448971DA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927" y="2437"/>
                <a:ext cx="16" cy="13"/>
              </a:xfrm>
              <a:prstGeom prst="line">
                <a:avLst/>
              </a:prstGeom>
              <a:noFill/>
              <a:ln w="7938">
                <a:solidFill>
                  <a:srgbClr val="808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42" name="Rectangle 840">
                <a:extLst>
                  <a:ext uri="{FF2B5EF4-FFF2-40B4-BE49-F238E27FC236}">
                    <a16:creationId xmlns:a16="http://schemas.microsoft.com/office/drawing/2014/main" id="{ADA0F806-1296-AC9B-1E11-8936B2D672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17" y="2445"/>
                <a:ext cx="48" cy="3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43" name="Line 841">
                <a:extLst>
                  <a:ext uri="{FF2B5EF4-FFF2-40B4-BE49-F238E27FC236}">
                    <a16:creationId xmlns:a16="http://schemas.microsoft.com/office/drawing/2014/main" id="{966B2DF5-8075-7C7B-467C-B5CFB9BFF5C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2922" y="2450"/>
                <a:ext cx="16" cy="13"/>
              </a:xfrm>
              <a:prstGeom prst="line">
                <a:avLst/>
              </a:prstGeom>
              <a:noFill/>
              <a:ln w="7938">
                <a:solidFill>
                  <a:srgbClr val="808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44" name="Line 842">
                <a:extLst>
                  <a:ext uri="{FF2B5EF4-FFF2-40B4-BE49-F238E27FC236}">
                    <a16:creationId xmlns:a16="http://schemas.microsoft.com/office/drawing/2014/main" id="{640CDB02-0C63-A397-2959-F242DF90B67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938" y="2463"/>
                <a:ext cx="16" cy="12"/>
              </a:xfrm>
              <a:prstGeom prst="line">
                <a:avLst/>
              </a:prstGeom>
              <a:noFill/>
              <a:ln w="7938">
                <a:solidFill>
                  <a:srgbClr val="808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45" name="Line 843">
                <a:extLst>
                  <a:ext uri="{FF2B5EF4-FFF2-40B4-BE49-F238E27FC236}">
                    <a16:creationId xmlns:a16="http://schemas.microsoft.com/office/drawing/2014/main" id="{D825A210-61DF-96E7-0C1F-0A2A2293C25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2922" y="2463"/>
                <a:ext cx="16" cy="12"/>
              </a:xfrm>
              <a:prstGeom prst="line">
                <a:avLst/>
              </a:prstGeom>
              <a:noFill/>
              <a:ln w="7938">
                <a:solidFill>
                  <a:srgbClr val="808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46" name="Line 844">
                <a:extLst>
                  <a:ext uri="{FF2B5EF4-FFF2-40B4-BE49-F238E27FC236}">
                    <a16:creationId xmlns:a16="http://schemas.microsoft.com/office/drawing/2014/main" id="{6407B9C6-4CF2-E673-0219-1155F567E12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938" y="2450"/>
                <a:ext cx="16" cy="13"/>
              </a:xfrm>
              <a:prstGeom prst="line">
                <a:avLst/>
              </a:prstGeom>
              <a:noFill/>
              <a:ln w="7938">
                <a:solidFill>
                  <a:srgbClr val="808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47" name="Rectangle 845">
                <a:extLst>
                  <a:ext uri="{FF2B5EF4-FFF2-40B4-BE49-F238E27FC236}">
                    <a16:creationId xmlns:a16="http://schemas.microsoft.com/office/drawing/2014/main" id="{DF33D725-95F3-379A-1443-93D1FABD3C0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22" y="2458"/>
                <a:ext cx="48" cy="3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48" name="Line 846">
                <a:extLst>
                  <a:ext uri="{FF2B5EF4-FFF2-40B4-BE49-F238E27FC236}">
                    <a16:creationId xmlns:a16="http://schemas.microsoft.com/office/drawing/2014/main" id="{6122E084-7DE5-9A9C-BB27-57231E11627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2927" y="2463"/>
                <a:ext cx="16" cy="12"/>
              </a:xfrm>
              <a:prstGeom prst="line">
                <a:avLst/>
              </a:prstGeom>
              <a:noFill/>
              <a:ln w="7938">
                <a:solidFill>
                  <a:srgbClr val="808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49" name="Line 847">
                <a:extLst>
                  <a:ext uri="{FF2B5EF4-FFF2-40B4-BE49-F238E27FC236}">
                    <a16:creationId xmlns:a16="http://schemas.microsoft.com/office/drawing/2014/main" id="{070F2AB7-F7ED-641B-BBE8-0193D15FE4F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943" y="2475"/>
                <a:ext cx="17" cy="13"/>
              </a:xfrm>
              <a:prstGeom prst="line">
                <a:avLst/>
              </a:prstGeom>
              <a:noFill/>
              <a:ln w="7938">
                <a:solidFill>
                  <a:srgbClr val="808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50" name="Line 848">
                <a:extLst>
                  <a:ext uri="{FF2B5EF4-FFF2-40B4-BE49-F238E27FC236}">
                    <a16:creationId xmlns:a16="http://schemas.microsoft.com/office/drawing/2014/main" id="{1F264583-3E38-3C85-E128-FAE282BE242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2927" y="2475"/>
                <a:ext cx="16" cy="13"/>
              </a:xfrm>
              <a:prstGeom prst="line">
                <a:avLst/>
              </a:prstGeom>
              <a:noFill/>
              <a:ln w="7938">
                <a:solidFill>
                  <a:srgbClr val="808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51" name="Line 849">
                <a:extLst>
                  <a:ext uri="{FF2B5EF4-FFF2-40B4-BE49-F238E27FC236}">
                    <a16:creationId xmlns:a16="http://schemas.microsoft.com/office/drawing/2014/main" id="{6DD7D645-ED9A-F966-3D5A-33B77301D9B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943" y="2463"/>
                <a:ext cx="17" cy="12"/>
              </a:xfrm>
              <a:prstGeom prst="line">
                <a:avLst/>
              </a:prstGeom>
              <a:noFill/>
              <a:ln w="7938">
                <a:solidFill>
                  <a:srgbClr val="808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52" name="Rectangle 850">
                <a:extLst>
                  <a:ext uri="{FF2B5EF4-FFF2-40B4-BE49-F238E27FC236}">
                    <a16:creationId xmlns:a16="http://schemas.microsoft.com/office/drawing/2014/main" id="{2077EF91-18ED-EC80-76CD-E2A6FD41D9D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33" y="2471"/>
                <a:ext cx="48" cy="3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53" name="Line 851">
                <a:extLst>
                  <a:ext uri="{FF2B5EF4-FFF2-40B4-BE49-F238E27FC236}">
                    <a16:creationId xmlns:a16="http://schemas.microsoft.com/office/drawing/2014/main" id="{88A8DF24-CA32-D277-D4C1-3A3DC5F9185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2938" y="2475"/>
                <a:ext cx="16" cy="13"/>
              </a:xfrm>
              <a:prstGeom prst="line">
                <a:avLst/>
              </a:prstGeom>
              <a:noFill/>
              <a:ln w="7938">
                <a:solidFill>
                  <a:srgbClr val="808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54" name="Line 852">
                <a:extLst>
                  <a:ext uri="{FF2B5EF4-FFF2-40B4-BE49-F238E27FC236}">
                    <a16:creationId xmlns:a16="http://schemas.microsoft.com/office/drawing/2014/main" id="{3F9FD8FC-9FCA-0914-BBC7-C02C643871D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954" y="2488"/>
                <a:ext cx="16" cy="13"/>
              </a:xfrm>
              <a:prstGeom prst="line">
                <a:avLst/>
              </a:prstGeom>
              <a:noFill/>
              <a:ln w="7938">
                <a:solidFill>
                  <a:srgbClr val="808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55" name="Line 853">
                <a:extLst>
                  <a:ext uri="{FF2B5EF4-FFF2-40B4-BE49-F238E27FC236}">
                    <a16:creationId xmlns:a16="http://schemas.microsoft.com/office/drawing/2014/main" id="{1A2FF02D-CBB3-9800-86EE-8466943F80D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2938" y="2488"/>
                <a:ext cx="16" cy="13"/>
              </a:xfrm>
              <a:prstGeom prst="line">
                <a:avLst/>
              </a:prstGeom>
              <a:noFill/>
              <a:ln w="7938">
                <a:solidFill>
                  <a:srgbClr val="808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56" name="Line 854">
                <a:extLst>
                  <a:ext uri="{FF2B5EF4-FFF2-40B4-BE49-F238E27FC236}">
                    <a16:creationId xmlns:a16="http://schemas.microsoft.com/office/drawing/2014/main" id="{85994126-EE5C-3E99-F6EB-2B6FC8E7F15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954" y="2475"/>
                <a:ext cx="16" cy="13"/>
              </a:xfrm>
              <a:prstGeom prst="line">
                <a:avLst/>
              </a:prstGeom>
              <a:noFill/>
              <a:ln w="7938">
                <a:solidFill>
                  <a:srgbClr val="808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57" name="Rectangle 855">
                <a:extLst>
                  <a:ext uri="{FF2B5EF4-FFF2-40B4-BE49-F238E27FC236}">
                    <a16:creationId xmlns:a16="http://schemas.microsoft.com/office/drawing/2014/main" id="{7A378680-1160-3955-CF47-1ECFC381B87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38" y="2484"/>
                <a:ext cx="48" cy="3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58" name="Line 856">
                <a:extLst>
                  <a:ext uri="{FF2B5EF4-FFF2-40B4-BE49-F238E27FC236}">
                    <a16:creationId xmlns:a16="http://schemas.microsoft.com/office/drawing/2014/main" id="{3386D778-4F32-6EC0-4256-FCB277E2951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2943" y="2488"/>
                <a:ext cx="17" cy="13"/>
              </a:xfrm>
              <a:prstGeom prst="line">
                <a:avLst/>
              </a:prstGeom>
              <a:noFill/>
              <a:ln w="7938">
                <a:solidFill>
                  <a:srgbClr val="808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59" name="Line 857">
                <a:extLst>
                  <a:ext uri="{FF2B5EF4-FFF2-40B4-BE49-F238E27FC236}">
                    <a16:creationId xmlns:a16="http://schemas.microsoft.com/office/drawing/2014/main" id="{94D997A4-2812-8EE2-ACD7-0748938BB9E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960" y="2501"/>
                <a:ext cx="16" cy="13"/>
              </a:xfrm>
              <a:prstGeom prst="line">
                <a:avLst/>
              </a:prstGeom>
              <a:noFill/>
              <a:ln w="7938">
                <a:solidFill>
                  <a:srgbClr val="808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60" name="Line 858">
                <a:extLst>
                  <a:ext uri="{FF2B5EF4-FFF2-40B4-BE49-F238E27FC236}">
                    <a16:creationId xmlns:a16="http://schemas.microsoft.com/office/drawing/2014/main" id="{49E47453-CD6C-9FCF-EFFF-3B3A8923F68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2943" y="2501"/>
                <a:ext cx="17" cy="13"/>
              </a:xfrm>
              <a:prstGeom prst="line">
                <a:avLst/>
              </a:prstGeom>
              <a:noFill/>
              <a:ln w="7938">
                <a:solidFill>
                  <a:srgbClr val="808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61" name="Line 859">
                <a:extLst>
                  <a:ext uri="{FF2B5EF4-FFF2-40B4-BE49-F238E27FC236}">
                    <a16:creationId xmlns:a16="http://schemas.microsoft.com/office/drawing/2014/main" id="{0AAD75F9-C1D2-8DBF-4D6F-9DEEA502971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960" y="2488"/>
                <a:ext cx="16" cy="13"/>
              </a:xfrm>
              <a:prstGeom prst="line">
                <a:avLst/>
              </a:prstGeom>
              <a:noFill/>
              <a:ln w="7938">
                <a:solidFill>
                  <a:srgbClr val="808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62" name="Rectangle 860">
                <a:extLst>
                  <a:ext uri="{FF2B5EF4-FFF2-40B4-BE49-F238E27FC236}">
                    <a16:creationId xmlns:a16="http://schemas.microsoft.com/office/drawing/2014/main" id="{9965C0EC-533E-549E-1AA8-05D32CE668A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49" y="2497"/>
                <a:ext cx="48" cy="3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63" name="Line 861">
                <a:extLst>
                  <a:ext uri="{FF2B5EF4-FFF2-40B4-BE49-F238E27FC236}">
                    <a16:creationId xmlns:a16="http://schemas.microsoft.com/office/drawing/2014/main" id="{789D27AC-FC37-994F-22C9-4E050416E45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2954" y="2501"/>
                <a:ext cx="16" cy="13"/>
              </a:xfrm>
              <a:prstGeom prst="line">
                <a:avLst/>
              </a:prstGeom>
              <a:noFill/>
              <a:ln w="7938">
                <a:solidFill>
                  <a:srgbClr val="808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64" name="Line 862">
                <a:extLst>
                  <a:ext uri="{FF2B5EF4-FFF2-40B4-BE49-F238E27FC236}">
                    <a16:creationId xmlns:a16="http://schemas.microsoft.com/office/drawing/2014/main" id="{8FA0B604-2494-26FA-F2F6-DC93FA1817D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970" y="2514"/>
                <a:ext cx="16" cy="13"/>
              </a:xfrm>
              <a:prstGeom prst="line">
                <a:avLst/>
              </a:prstGeom>
              <a:noFill/>
              <a:ln w="7938">
                <a:solidFill>
                  <a:srgbClr val="808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65" name="Line 863">
                <a:extLst>
                  <a:ext uri="{FF2B5EF4-FFF2-40B4-BE49-F238E27FC236}">
                    <a16:creationId xmlns:a16="http://schemas.microsoft.com/office/drawing/2014/main" id="{CD134C6C-1BE6-D5E5-456F-F14839D7BC2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2954" y="2514"/>
                <a:ext cx="16" cy="13"/>
              </a:xfrm>
              <a:prstGeom prst="line">
                <a:avLst/>
              </a:prstGeom>
              <a:noFill/>
              <a:ln w="7938">
                <a:solidFill>
                  <a:srgbClr val="808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66" name="Line 864">
                <a:extLst>
                  <a:ext uri="{FF2B5EF4-FFF2-40B4-BE49-F238E27FC236}">
                    <a16:creationId xmlns:a16="http://schemas.microsoft.com/office/drawing/2014/main" id="{F6046ACB-0A3A-3657-675A-95685830D2A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970" y="2501"/>
                <a:ext cx="16" cy="13"/>
              </a:xfrm>
              <a:prstGeom prst="line">
                <a:avLst/>
              </a:prstGeom>
              <a:noFill/>
              <a:ln w="7938">
                <a:solidFill>
                  <a:srgbClr val="808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67" name="Rectangle 865">
                <a:extLst>
                  <a:ext uri="{FF2B5EF4-FFF2-40B4-BE49-F238E27FC236}">
                    <a16:creationId xmlns:a16="http://schemas.microsoft.com/office/drawing/2014/main" id="{E50B9AA2-5139-F5BF-D19D-CE2ECF73798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54" y="2510"/>
                <a:ext cx="49" cy="3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68" name="Line 866">
                <a:extLst>
                  <a:ext uri="{FF2B5EF4-FFF2-40B4-BE49-F238E27FC236}">
                    <a16:creationId xmlns:a16="http://schemas.microsoft.com/office/drawing/2014/main" id="{C9F6C926-4797-DC86-06E7-504A5A4A675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2960" y="2514"/>
                <a:ext cx="16" cy="13"/>
              </a:xfrm>
              <a:prstGeom prst="line">
                <a:avLst/>
              </a:prstGeom>
              <a:noFill/>
              <a:ln w="7938">
                <a:solidFill>
                  <a:srgbClr val="808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69" name="Line 867">
                <a:extLst>
                  <a:ext uri="{FF2B5EF4-FFF2-40B4-BE49-F238E27FC236}">
                    <a16:creationId xmlns:a16="http://schemas.microsoft.com/office/drawing/2014/main" id="{C64A6931-9CC5-B4D9-27C9-55FA2931C6F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976" y="2527"/>
                <a:ext cx="16" cy="13"/>
              </a:xfrm>
              <a:prstGeom prst="line">
                <a:avLst/>
              </a:prstGeom>
              <a:noFill/>
              <a:ln w="7938">
                <a:solidFill>
                  <a:srgbClr val="808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70" name="Line 868">
                <a:extLst>
                  <a:ext uri="{FF2B5EF4-FFF2-40B4-BE49-F238E27FC236}">
                    <a16:creationId xmlns:a16="http://schemas.microsoft.com/office/drawing/2014/main" id="{C10CDC85-0B77-9997-D218-F5EAA0D814C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2960" y="2527"/>
                <a:ext cx="16" cy="13"/>
              </a:xfrm>
              <a:prstGeom prst="line">
                <a:avLst/>
              </a:prstGeom>
              <a:noFill/>
              <a:ln w="7938">
                <a:solidFill>
                  <a:srgbClr val="808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71" name="Line 869">
                <a:extLst>
                  <a:ext uri="{FF2B5EF4-FFF2-40B4-BE49-F238E27FC236}">
                    <a16:creationId xmlns:a16="http://schemas.microsoft.com/office/drawing/2014/main" id="{0BC96411-E795-AD30-9705-88804BC43B0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976" y="2514"/>
                <a:ext cx="16" cy="13"/>
              </a:xfrm>
              <a:prstGeom prst="line">
                <a:avLst/>
              </a:prstGeom>
              <a:noFill/>
              <a:ln w="7938">
                <a:solidFill>
                  <a:srgbClr val="808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72" name="Rectangle 870">
                <a:extLst>
                  <a:ext uri="{FF2B5EF4-FFF2-40B4-BE49-F238E27FC236}">
                    <a16:creationId xmlns:a16="http://schemas.microsoft.com/office/drawing/2014/main" id="{D785083F-F5F7-A549-27FC-578080745C8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65" y="2523"/>
                <a:ext cx="48" cy="3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73" name="Line 871">
                <a:extLst>
                  <a:ext uri="{FF2B5EF4-FFF2-40B4-BE49-F238E27FC236}">
                    <a16:creationId xmlns:a16="http://schemas.microsoft.com/office/drawing/2014/main" id="{2EE61352-2650-2E38-A21A-29B00B464C9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2970" y="2527"/>
                <a:ext cx="16" cy="13"/>
              </a:xfrm>
              <a:prstGeom prst="line">
                <a:avLst/>
              </a:prstGeom>
              <a:noFill/>
              <a:ln w="7938">
                <a:solidFill>
                  <a:srgbClr val="808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74" name="Line 872">
                <a:extLst>
                  <a:ext uri="{FF2B5EF4-FFF2-40B4-BE49-F238E27FC236}">
                    <a16:creationId xmlns:a16="http://schemas.microsoft.com/office/drawing/2014/main" id="{07E19CC5-5D83-38DE-0BA8-8057772F875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986" y="2540"/>
                <a:ext cx="17" cy="12"/>
              </a:xfrm>
              <a:prstGeom prst="line">
                <a:avLst/>
              </a:prstGeom>
              <a:noFill/>
              <a:ln w="7938">
                <a:solidFill>
                  <a:srgbClr val="808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75" name="Line 873">
                <a:extLst>
                  <a:ext uri="{FF2B5EF4-FFF2-40B4-BE49-F238E27FC236}">
                    <a16:creationId xmlns:a16="http://schemas.microsoft.com/office/drawing/2014/main" id="{721D3AA4-4518-3B00-0961-AD37131C79F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2970" y="2540"/>
                <a:ext cx="16" cy="12"/>
              </a:xfrm>
              <a:prstGeom prst="line">
                <a:avLst/>
              </a:prstGeom>
              <a:noFill/>
              <a:ln w="7938">
                <a:solidFill>
                  <a:srgbClr val="808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76" name="Line 874">
                <a:extLst>
                  <a:ext uri="{FF2B5EF4-FFF2-40B4-BE49-F238E27FC236}">
                    <a16:creationId xmlns:a16="http://schemas.microsoft.com/office/drawing/2014/main" id="{2CDCD729-9671-A45B-5505-2813DE57946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986" y="2527"/>
                <a:ext cx="17" cy="13"/>
              </a:xfrm>
              <a:prstGeom prst="line">
                <a:avLst/>
              </a:prstGeom>
              <a:noFill/>
              <a:ln w="7938">
                <a:solidFill>
                  <a:srgbClr val="808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77" name="Rectangle 875">
                <a:extLst>
                  <a:ext uri="{FF2B5EF4-FFF2-40B4-BE49-F238E27FC236}">
                    <a16:creationId xmlns:a16="http://schemas.microsoft.com/office/drawing/2014/main" id="{B51AC354-10CD-C923-EEF7-AE104E8C2A7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76" y="2535"/>
                <a:ext cx="48" cy="3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78" name="Line 876">
                <a:extLst>
                  <a:ext uri="{FF2B5EF4-FFF2-40B4-BE49-F238E27FC236}">
                    <a16:creationId xmlns:a16="http://schemas.microsoft.com/office/drawing/2014/main" id="{ED97AADF-FC52-F7FC-D89B-ADE40884FF9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2981" y="2540"/>
                <a:ext cx="16" cy="12"/>
              </a:xfrm>
              <a:prstGeom prst="line">
                <a:avLst/>
              </a:prstGeom>
              <a:noFill/>
              <a:ln w="7938">
                <a:solidFill>
                  <a:srgbClr val="808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79" name="Line 877">
                <a:extLst>
                  <a:ext uri="{FF2B5EF4-FFF2-40B4-BE49-F238E27FC236}">
                    <a16:creationId xmlns:a16="http://schemas.microsoft.com/office/drawing/2014/main" id="{E9767A40-DB60-1C9D-92CE-4316B72B481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997" y="2552"/>
                <a:ext cx="16" cy="13"/>
              </a:xfrm>
              <a:prstGeom prst="line">
                <a:avLst/>
              </a:prstGeom>
              <a:noFill/>
              <a:ln w="7938">
                <a:solidFill>
                  <a:srgbClr val="808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80" name="Line 878">
                <a:extLst>
                  <a:ext uri="{FF2B5EF4-FFF2-40B4-BE49-F238E27FC236}">
                    <a16:creationId xmlns:a16="http://schemas.microsoft.com/office/drawing/2014/main" id="{1176EFF0-017C-B5A4-D0CD-B1477A348D4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2981" y="2552"/>
                <a:ext cx="16" cy="13"/>
              </a:xfrm>
              <a:prstGeom prst="line">
                <a:avLst/>
              </a:prstGeom>
              <a:noFill/>
              <a:ln w="7938">
                <a:solidFill>
                  <a:srgbClr val="808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81" name="Line 879">
                <a:extLst>
                  <a:ext uri="{FF2B5EF4-FFF2-40B4-BE49-F238E27FC236}">
                    <a16:creationId xmlns:a16="http://schemas.microsoft.com/office/drawing/2014/main" id="{B594B784-1F85-62F0-7033-AAF76A89B1D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997" y="2540"/>
                <a:ext cx="16" cy="12"/>
              </a:xfrm>
              <a:prstGeom prst="line">
                <a:avLst/>
              </a:prstGeom>
              <a:noFill/>
              <a:ln w="7938">
                <a:solidFill>
                  <a:srgbClr val="808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82" name="Rectangle 880">
                <a:extLst>
                  <a:ext uri="{FF2B5EF4-FFF2-40B4-BE49-F238E27FC236}">
                    <a16:creationId xmlns:a16="http://schemas.microsoft.com/office/drawing/2014/main" id="{9D8F1C45-294B-9574-0316-E8639DEAAFC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1" y="2544"/>
                <a:ext cx="48" cy="3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83" name="Line 881">
                <a:extLst>
                  <a:ext uri="{FF2B5EF4-FFF2-40B4-BE49-F238E27FC236}">
                    <a16:creationId xmlns:a16="http://schemas.microsoft.com/office/drawing/2014/main" id="{CBE8A3DB-9E32-06EE-409F-8347DFED813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2986" y="2548"/>
                <a:ext cx="17" cy="13"/>
              </a:xfrm>
              <a:prstGeom prst="line">
                <a:avLst/>
              </a:prstGeom>
              <a:noFill/>
              <a:ln w="7938">
                <a:solidFill>
                  <a:srgbClr val="808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84" name="Line 882">
                <a:extLst>
                  <a:ext uri="{FF2B5EF4-FFF2-40B4-BE49-F238E27FC236}">
                    <a16:creationId xmlns:a16="http://schemas.microsoft.com/office/drawing/2014/main" id="{FF725C0A-10E7-8842-4BC2-00606F32D70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003" y="2561"/>
                <a:ext cx="16" cy="13"/>
              </a:xfrm>
              <a:prstGeom prst="line">
                <a:avLst/>
              </a:prstGeom>
              <a:noFill/>
              <a:ln w="7938">
                <a:solidFill>
                  <a:srgbClr val="808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85" name="Line 883">
                <a:extLst>
                  <a:ext uri="{FF2B5EF4-FFF2-40B4-BE49-F238E27FC236}">
                    <a16:creationId xmlns:a16="http://schemas.microsoft.com/office/drawing/2014/main" id="{F1925C9E-A100-6D53-72ED-65E0827675B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2986" y="2561"/>
                <a:ext cx="17" cy="13"/>
              </a:xfrm>
              <a:prstGeom prst="line">
                <a:avLst/>
              </a:prstGeom>
              <a:noFill/>
              <a:ln w="7938">
                <a:solidFill>
                  <a:srgbClr val="808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86" name="Line 884">
                <a:extLst>
                  <a:ext uri="{FF2B5EF4-FFF2-40B4-BE49-F238E27FC236}">
                    <a16:creationId xmlns:a16="http://schemas.microsoft.com/office/drawing/2014/main" id="{8C80CC61-2D1C-4D3C-09B3-A6200C9E5EA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003" y="2548"/>
                <a:ext cx="16" cy="13"/>
              </a:xfrm>
              <a:prstGeom prst="line">
                <a:avLst/>
              </a:prstGeom>
              <a:noFill/>
              <a:ln w="7938">
                <a:solidFill>
                  <a:srgbClr val="808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87" name="Rectangle 885">
                <a:extLst>
                  <a:ext uri="{FF2B5EF4-FFF2-40B4-BE49-F238E27FC236}">
                    <a16:creationId xmlns:a16="http://schemas.microsoft.com/office/drawing/2014/main" id="{4E1D6CD9-D630-6E48-0EEB-B003879F7C6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92" y="2557"/>
                <a:ext cx="48" cy="3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88" name="Line 886">
                <a:extLst>
                  <a:ext uri="{FF2B5EF4-FFF2-40B4-BE49-F238E27FC236}">
                    <a16:creationId xmlns:a16="http://schemas.microsoft.com/office/drawing/2014/main" id="{3E470EB6-26BC-25CC-F9CC-BAF99704F73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2997" y="2561"/>
                <a:ext cx="16" cy="13"/>
              </a:xfrm>
              <a:prstGeom prst="line">
                <a:avLst/>
              </a:prstGeom>
              <a:noFill/>
              <a:ln w="7938">
                <a:solidFill>
                  <a:srgbClr val="808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89" name="Line 887">
                <a:extLst>
                  <a:ext uri="{FF2B5EF4-FFF2-40B4-BE49-F238E27FC236}">
                    <a16:creationId xmlns:a16="http://schemas.microsoft.com/office/drawing/2014/main" id="{E42844F3-0A13-2031-6F44-4D5F9F896D4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013" y="2574"/>
                <a:ext cx="16" cy="13"/>
              </a:xfrm>
              <a:prstGeom prst="line">
                <a:avLst/>
              </a:prstGeom>
              <a:noFill/>
              <a:ln w="7938">
                <a:solidFill>
                  <a:srgbClr val="808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90" name="Line 888">
                <a:extLst>
                  <a:ext uri="{FF2B5EF4-FFF2-40B4-BE49-F238E27FC236}">
                    <a16:creationId xmlns:a16="http://schemas.microsoft.com/office/drawing/2014/main" id="{22B0A81A-C2EB-DD52-CE1D-787547BC886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2997" y="2574"/>
                <a:ext cx="16" cy="13"/>
              </a:xfrm>
              <a:prstGeom prst="line">
                <a:avLst/>
              </a:prstGeom>
              <a:noFill/>
              <a:ln w="7938">
                <a:solidFill>
                  <a:srgbClr val="808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91" name="Line 889">
                <a:extLst>
                  <a:ext uri="{FF2B5EF4-FFF2-40B4-BE49-F238E27FC236}">
                    <a16:creationId xmlns:a16="http://schemas.microsoft.com/office/drawing/2014/main" id="{20FAABCA-BE96-0AC6-B5C8-F759F1EEA87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013" y="2561"/>
                <a:ext cx="16" cy="13"/>
              </a:xfrm>
              <a:prstGeom prst="line">
                <a:avLst/>
              </a:prstGeom>
              <a:noFill/>
              <a:ln w="7938">
                <a:solidFill>
                  <a:srgbClr val="808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92" name="Rectangle 890">
                <a:extLst>
                  <a:ext uri="{FF2B5EF4-FFF2-40B4-BE49-F238E27FC236}">
                    <a16:creationId xmlns:a16="http://schemas.microsoft.com/office/drawing/2014/main" id="{6C9E4F73-F616-59A3-87D2-071CF4A1D41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97" y="2570"/>
                <a:ext cx="48" cy="3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93" name="Line 891">
                <a:extLst>
                  <a:ext uri="{FF2B5EF4-FFF2-40B4-BE49-F238E27FC236}">
                    <a16:creationId xmlns:a16="http://schemas.microsoft.com/office/drawing/2014/main" id="{C5724DFF-803D-1266-6345-65E1FE19646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3003" y="2574"/>
                <a:ext cx="16" cy="13"/>
              </a:xfrm>
              <a:prstGeom prst="line">
                <a:avLst/>
              </a:prstGeom>
              <a:noFill/>
              <a:ln w="7938">
                <a:solidFill>
                  <a:srgbClr val="808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94" name="Line 892">
                <a:extLst>
                  <a:ext uri="{FF2B5EF4-FFF2-40B4-BE49-F238E27FC236}">
                    <a16:creationId xmlns:a16="http://schemas.microsoft.com/office/drawing/2014/main" id="{E805CEA5-1004-11CF-2F2A-9736360FA62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019" y="2587"/>
                <a:ext cx="16" cy="13"/>
              </a:xfrm>
              <a:prstGeom prst="line">
                <a:avLst/>
              </a:prstGeom>
              <a:noFill/>
              <a:ln w="7938">
                <a:solidFill>
                  <a:srgbClr val="808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95" name="Line 893">
                <a:extLst>
                  <a:ext uri="{FF2B5EF4-FFF2-40B4-BE49-F238E27FC236}">
                    <a16:creationId xmlns:a16="http://schemas.microsoft.com/office/drawing/2014/main" id="{6BC70B6B-DC9C-67B1-C84E-76C8967D3A3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003" y="2587"/>
                <a:ext cx="16" cy="13"/>
              </a:xfrm>
              <a:prstGeom prst="line">
                <a:avLst/>
              </a:prstGeom>
              <a:noFill/>
              <a:ln w="7938">
                <a:solidFill>
                  <a:srgbClr val="808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96" name="Line 894">
                <a:extLst>
                  <a:ext uri="{FF2B5EF4-FFF2-40B4-BE49-F238E27FC236}">
                    <a16:creationId xmlns:a16="http://schemas.microsoft.com/office/drawing/2014/main" id="{D165426E-A353-68D1-2256-6DC86AE5ED1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019" y="2574"/>
                <a:ext cx="16" cy="13"/>
              </a:xfrm>
              <a:prstGeom prst="line">
                <a:avLst/>
              </a:prstGeom>
              <a:noFill/>
              <a:ln w="7938">
                <a:solidFill>
                  <a:srgbClr val="808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97" name="Rectangle 895">
                <a:extLst>
                  <a:ext uri="{FF2B5EF4-FFF2-40B4-BE49-F238E27FC236}">
                    <a16:creationId xmlns:a16="http://schemas.microsoft.com/office/drawing/2014/main" id="{16255330-A006-04E4-3AA3-D40C3A305CF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08" y="2582"/>
                <a:ext cx="48" cy="3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98" name="Line 896">
                <a:extLst>
                  <a:ext uri="{FF2B5EF4-FFF2-40B4-BE49-F238E27FC236}">
                    <a16:creationId xmlns:a16="http://schemas.microsoft.com/office/drawing/2014/main" id="{E566D860-322F-F119-8D0D-B05F369DFD1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3013" y="2587"/>
                <a:ext cx="16" cy="13"/>
              </a:xfrm>
              <a:prstGeom prst="line">
                <a:avLst/>
              </a:prstGeom>
              <a:noFill/>
              <a:ln w="7938">
                <a:solidFill>
                  <a:srgbClr val="808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99" name="Line 897">
                <a:extLst>
                  <a:ext uri="{FF2B5EF4-FFF2-40B4-BE49-F238E27FC236}">
                    <a16:creationId xmlns:a16="http://schemas.microsoft.com/office/drawing/2014/main" id="{E1850B0B-9A01-015A-9648-66017806E48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029" y="2600"/>
                <a:ext cx="16" cy="12"/>
              </a:xfrm>
              <a:prstGeom prst="line">
                <a:avLst/>
              </a:prstGeom>
              <a:noFill/>
              <a:ln w="7938">
                <a:solidFill>
                  <a:srgbClr val="808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00" name="Line 898">
                <a:extLst>
                  <a:ext uri="{FF2B5EF4-FFF2-40B4-BE49-F238E27FC236}">
                    <a16:creationId xmlns:a16="http://schemas.microsoft.com/office/drawing/2014/main" id="{1867F955-FEED-CD55-0811-DAEEC1E6115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013" y="2600"/>
                <a:ext cx="16" cy="12"/>
              </a:xfrm>
              <a:prstGeom prst="line">
                <a:avLst/>
              </a:prstGeom>
              <a:noFill/>
              <a:ln w="7938">
                <a:solidFill>
                  <a:srgbClr val="808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01" name="Line 899">
                <a:extLst>
                  <a:ext uri="{FF2B5EF4-FFF2-40B4-BE49-F238E27FC236}">
                    <a16:creationId xmlns:a16="http://schemas.microsoft.com/office/drawing/2014/main" id="{B76A6F2E-DC8A-D3CB-9E57-AB909E70BC3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029" y="2587"/>
                <a:ext cx="16" cy="13"/>
              </a:xfrm>
              <a:prstGeom prst="line">
                <a:avLst/>
              </a:prstGeom>
              <a:noFill/>
              <a:ln w="7938">
                <a:solidFill>
                  <a:srgbClr val="808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02" name="Rectangle 900">
                <a:extLst>
                  <a:ext uri="{FF2B5EF4-FFF2-40B4-BE49-F238E27FC236}">
                    <a16:creationId xmlns:a16="http://schemas.microsoft.com/office/drawing/2014/main" id="{C5E23CFE-4113-164A-D453-07535F6870B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13" y="2591"/>
                <a:ext cx="49" cy="3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03" name="Line 901">
                <a:extLst>
                  <a:ext uri="{FF2B5EF4-FFF2-40B4-BE49-F238E27FC236}">
                    <a16:creationId xmlns:a16="http://schemas.microsoft.com/office/drawing/2014/main" id="{53FAC58D-DBDD-045F-FED2-992B22B7186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3019" y="2595"/>
                <a:ext cx="16" cy="13"/>
              </a:xfrm>
              <a:prstGeom prst="line">
                <a:avLst/>
              </a:prstGeom>
              <a:noFill/>
              <a:ln w="7938">
                <a:solidFill>
                  <a:srgbClr val="808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04" name="Line 902">
                <a:extLst>
                  <a:ext uri="{FF2B5EF4-FFF2-40B4-BE49-F238E27FC236}">
                    <a16:creationId xmlns:a16="http://schemas.microsoft.com/office/drawing/2014/main" id="{54B4B8EA-5D50-2AB9-CC0B-2A436B4B33F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035" y="2608"/>
                <a:ext cx="16" cy="13"/>
              </a:xfrm>
              <a:prstGeom prst="line">
                <a:avLst/>
              </a:prstGeom>
              <a:noFill/>
              <a:ln w="7938">
                <a:solidFill>
                  <a:srgbClr val="808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05" name="Line 903">
                <a:extLst>
                  <a:ext uri="{FF2B5EF4-FFF2-40B4-BE49-F238E27FC236}">
                    <a16:creationId xmlns:a16="http://schemas.microsoft.com/office/drawing/2014/main" id="{2FCE74C9-B738-9312-F0BC-75CCCEBF625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019" y="2608"/>
                <a:ext cx="16" cy="13"/>
              </a:xfrm>
              <a:prstGeom prst="line">
                <a:avLst/>
              </a:prstGeom>
              <a:noFill/>
              <a:ln w="7938">
                <a:solidFill>
                  <a:srgbClr val="808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06" name="Line 904">
                <a:extLst>
                  <a:ext uri="{FF2B5EF4-FFF2-40B4-BE49-F238E27FC236}">
                    <a16:creationId xmlns:a16="http://schemas.microsoft.com/office/drawing/2014/main" id="{3F58E2F2-D204-3C9E-4AD4-E0121B14E70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035" y="2595"/>
                <a:ext cx="16" cy="13"/>
              </a:xfrm>
              <a:prstGeom prst="line">
                <a:avLst/>
              </a:prstGeom>
              <a:noFill/>
              <a:ln w="7938">
                <a:solidFill>
                  <a:srgbClr val="808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07" name="Rectangle 905">
                <a:extLst>
                  <a:ext uri="{FF2B5EF4-FFF2-40B4-BE49-F238E27FC236}">
                    <a16:creationId xmlns:a16="http://schemas.microsoft.com/office/drawing/2014/main" id="{FAD358C3-BD6F-3877-6560-0CFC0CF3A5D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24" y="2604"/>
                <a:ext cx="48" cy="3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08" name="Line 906">
                <a:extLst>
                  <a:ext uri="{FF2B5EF4-FFF2-40B4-BE49-F238E27FC236}">
                    <a16:creationId xmlns:a16="http://schemas.microsoft.com/office/drawing/2014/main" id="{8A3B0373-0715-EBA8-64AA-68728ACD307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3029" y="2608"/>
                <a:ext cx="16" cy="13"/>
              </a:xfrm>
              <a:prstGeom prst="line">
                <a:avLst/>
              </a:prstGeom>
              <a:noFill/>
              <a:ln w="7938">
                <a:solidFill>
                  <a:srgbClr val="808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09" name="Line 907">
                <a:extLst>
                  <a:ext uri="{FF2B5EF4-FFF2-40B4-BE49-F238E27FC236}">
                    <a16:creationId xmlns:a16="http://schemas.microsoft.com/office/drawing/2014/main" id="{01162035-F81F-B0C6-5AA9-7B67CC034D3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045" y="2621"/>
                <a:ext cx="17" cy="13"/>
              </a:xfrm>
              <a:prstGeom prst="line">
                <a:avLst/>
              </a:prstGeom>
              <a:noFill/>
              <a:ln w="7938">
                <a:solidFill>
                  <a:srgbClr val="808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10" name="Line 908">
                <a:extLst>
                  <a:ext uri="{FF2B5EF4-FFF2-40B4-BE49-F238E27FC236}">
                    <a16:creationId xmlns:a16="http://schemas.microsoft.com/office/drawing/2014/main" id="{0376BCFE-87A2-4AA4-6A50-AE7F6D9E27C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029" y="2621"/>
                <a:ext cx="16" cy="13"/>
              </a:xfrm>
              <a:prstGeom prst="line">
                <a:avLst/>
              </a:prstGeom>
              <a:noFill/>
              <a:ln w="7938">
                <a:solidFill>
                  <a:srgbClr val="808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11" name="Line 909">
                <a:extLst>
                  <a:ext uri="{FF2B5EF4-FFF2-40B4-BE49-F238E27FC236}">
                    <a16:creationId xmlns:a16="http://schemas.microsoft.com/office/drawing/2014/main" id="{34C57986-48E7-06AA-4E20-37AB4D055BA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045" y="2608"/>
                <a:ext cx="17" cy="13"/>
              </a:xfrm>
              <a:prstGeom prst="line">
                <a:avLst/>
              </a:prstGeom>
              <a:noFill/>
              <a:ln w="7938">
                <a:solidFill>
                  <a:srgbClr val="808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12" name="Rectangle 910">
                <a:extLst>
                  <a:ext uri="{FF2B5EF4-FFF2-40B4-BE49-F238E27FC236}">
                    <a16:creationId xmlns:a16="http://schemas.microsoft.com/office/drawing/2014/main" id="{E7CB958E-44CC-54F8-5D05-7B5629F730E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29" y="2617"/>
                <a:ext cx="49" cy="3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13" name="Line 911">
                <a:extLst>
                  <a:ext uri="{FF2B5EF4-FFF2-40B4-BE49-F238E27FC236}">
                    <a16:creationId xmlns:a16="http://schemas.microsoft.com/office/drawing/2014/main" id="{77107559-B17F-C733-3DBC-850E82494FE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3035" y="2621"/>
                <a:ext cx="16" cy="13"/>
              </a:xfrm>
              <a:prstGeom prst="line">
                <a:avLst/>
              </a:prstGeom>
              <a:noFill/>
              <a:ln w="7938">
                <a:solidFill>
                  <a:srgbClr val="808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14" name="Line 912">
                <a:extLst>
                  <a:ext uri="{FF2B5EF4-FFF2-40B4-BE49-F238E27FC236}">
                    <a16:creationId xmlns:a16="http://schemas.microsoft.com/office/drawing/2014/main" id="{22BE1B52-FF47-D28C-E2AA-D08EF90C77F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051" y="2634"/>
                <a:ext cx="16" cy="13"/>
              </a:xfrm>
              <a:prstGeom prst="line">
                <a:avLst/>
              </a:prstGeom>
              <a:noFill/>
              <a:ln w="7938">
                <a:solidFill>
                  <a:srgbClr val="808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15" name="Line 913">
                <a:extLst>
                  <a:ext uri="{FF2B5EF4-FFF2-40B4-BE49-F238E27FC236}">
                    <a16:creationId xmlns:a16="http://schemas.microsoft.com/office/drawing/2014/main" id="{1A6EC385-FAD8-B25E-A116-F562AB73F34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035" y="2634"/>
                <a:ext cx="16" cy="13"/>
              </a:xfrm>
              <a:prstGeom prst="line">
                <a:avLst/>
              </a:prstGeom>
              <a:noFill/>
              <a:ln w="7938">
                <a:solidFill>
                  <a:srgbClr val="808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16" name="Line 914">
                <a:extLst>
                  <a:ext uri="{FF2B5EF4-FFF2-40B4-BE49-F238E27FC236}">
                    <a16:creationId xmlns:a16="http://schemas.microsoft.com/office/drawing/2014/main" id="{714538CB-6E01-AFAA-5365-DD52DFF4286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051" y="2621"/>
                <a:ext cx="16" cy="13"/>
              </a:xfrm>
              <a:prstGeom prst="line">
                <a:avLst/>
              </a:prstGeom>
              <a:noFill/>
              <a:ln w="7938">
                <a:solidFill>
                  <a:srgbClr val="808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17" name="Rectangle 915">
                <a:extLst>
                  <a:ext uri="{FF2B5EF4-FFF2-40B4-BE49-F238E27FC236}">
                    <a16:creationId xmlns:a16="http://schemas.microsoft.com/office/drawing/2014/main" id="{F168050E-B7DF-5FA9-EA5E-273A1E4E2C7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40" y="2625"/>
                <a:ext cx="48" cy="3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18" name="Line 916">
                <a:extLst>
                  <a:ext uri="{FF2B5EF4-FFF2-40B4-BE49-F238E27FC236}">
                    <a16:creationId xmlns:a16="http://schemas.microsoft.com/office/drawing/2014/main" id="{956CA8CE-3FF4-D366-DA0C-5CE4E544914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3045" y="2630"/>
                <a:ext cx="17" cy="12"/>
              </a:xfrm>
              <a:prstGeom prst="line">
                <a:avLst/>
              </a:prstGeom>
              <a:noFill/>
              <a:ln w="7938">
                <a:solidFill>
                  <a:srgbClr val="808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19" name="Line 917">
                <a:extLst>
                  <a:ext uri="{FF2B5EF4-FFF2-40B4-BE49-F238E27FC236}">
                    <a16:creationId xmlns:a16="http://schemas.microsoft.com/office/drawing/2014/main" id="{5E79D4D0-5D9E-F531-EDB0-0CD50AF5332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062" y="2642"/>
                <a:ext cx="16" cy="13"/>
              </a:xfrm>
              <a:prstGeom prst="line">
                <a:avLst/>
              </a:prstGeom>
              <a:noFill/>
              <a:ln w="7938">
                <a:solidFill>
                  <a:srgbClr val="808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20" name="Line 918">
                <a:extLst>
                  <a:ext uri="{FF2B5EF4-FFF2-40B4-BE49-F238E27FC236}">
                    <a16:creationId xmlns:a16="http://schemas.microsoft.com/office/drawing/2014/main" id="{8F335015-65DB-E0C8-C41B-8BE4548F216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045" y="2642"/>
                <a:ext cx="17" cy="13"/>
              </a:xfrm>
              <a:prstGeom prst="line">
                <a:avLst/>
              </a:prstGeom>
              <a:noFill/>
              <a:ln w="7938">
                <a:solidFill>
                  <a:srgbClr val="808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21" name="Line 919">
                <a:extLst>
                  <a:ext uri="{FF2B5EF4-FFF2-40B4-BE49-F238E27FC236}">
                    <a16:creationId xmlns:a16="http://schemas.microsoft.com/office/drawing/2014/main" id="{D774314B-6BB2-0D67-B893-8EDFB03E956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062" y="2630"/>
                <a:ext cx="16" cy="12"/>
              </a:xfrm>
              <a:prstGeom prst="line">
                <a:avLst/>
              </a:prstGeom>
              <a:noFill/>
              <a:ln w="7938">
                <a:solidFill>
                  <a:srgbClr val="808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22" name="Rectangle 920">
                <a:extLst>
                  <a:ext uri="{FF2B5EF4-FFF2-40B4-BE49-F238E27FC236}">
                    <a16:creationId xmlns:a16="http://schemas.microsoft.com/office/drawing/2014/main" id="{AAD17FFF-7025-3790-6699-3705D456B57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45" y="2638"/>
                <a:ext cx="49" cy="3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23" name="Line 921">
                <a:extLst>
                  <a:ext uri="{FF2B5EF4-FFF2-40B4-BE49-F238E27FC236}">
                    <a16:creationId xmlns:a16="http://schemas.microsoft.com/office/drawing/2014/main" id="{7F8D0E9E-69DF-AA2C-4EA6-DD2407BBD59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3051" y="2642"/>
                <a:ext cx="16" cy="13"/>
              </a:xfrm>
              <a:prstGeom prst="line">
                <a:avLst/>
              </a:prstGeom>
              <a:noFill/>
              <a:ln w="7938">
                <a:solidFill>
                  <a:srgbClr val="808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24" name="Line 922">
                <a:extLst>
                  <a:ext uri="{FF2B5EF4-FFF2-40B4-BE49-F238E27FC236}">
                    <a16:creationId xmlns:a16="http://schemas.microsoft.com/office/drawing/2014/main" id="{CC1C9991-86AD-04E0-9EEB-419868C7225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067" y="2655"/>
                <a:ext cx="16" cy="13"/>
              </a:xfrm>
              <a:prstGeom prst="line">
                <a:avLst/>
              </a:prstGeom>
              <a:noFill/>
              <a:ln w="7938">
                <a:solidFill>
                  <a:srgbClr val="808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25" name="Line 923">
                <a:extLst>
                  <a:ext uri="{FF2B5EF4-FFF2-40B4-BE49-F238E27FC236}">
                    <a16:creationId xmlns:a16="http://schemas.microsoft.com/office/drawing/2014/main" id="{A88B8608-9535-A793-6469-AD236A72BA7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051" y="2655"/>
                <a:ext cx="16" cy="13"/>
              </a:xfrm>
              <a:prstGeom prst="line">
                <a:avLst/>
              </a:prstGeom>
              <a:noFill/>
              <a:ln w="7938">
                <a:solidFill>
                  <a:srgbClr val="808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26" name="Line 924">
                <a:extLst>
                  <a:ext uri="{FF2B5EF4-FFF2-40B4-BE49-F238E27FC236}">
                    <a16:creationId xmlns:a16="http://schemas.microsoft.com/office/drawing/2014/main" id="{41E3E350-4A0B-9C12-1126-9BDB0CB0FE7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067" y="2642"/>
                <a:ext cx="16" cy="13"/>
              </a:xfrm>
              <a:prstGeom prst="line">
                <a:avLst/>
              </a:prstGeom>
              <a:noFill/>
              <a:ln w="7938">
                <a:solidFill>
                  <a:srgbClr val="808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27" name="Rectangle 925">
                <a:extLst>
                  <a:ext uri="{FF2B5EF4-FFF2-40B4-BE49-F238E27FC236}">
                    <a16:creationId xmlns:a16="http://schemas.microsoft.com/office/drawing/2014/main" id="{BD0D8640-60F9-6024-6523-493136C3BCE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56" y="2647"/>
                <a:ext cx="48" cy="3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28" name="Line 926">
                <a:extLst>
                  <a:ext uri="{FF2B5EF4-FFF2-40B4-BE49-F238E27FC236}">
                    <a16:creationId xmlns:a16="http://schemas.microsoft.com/office/drawing/2014/main" id="{DF269E79-2357-A60A-49BD-B09645AB18C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3062" y="2651"/>
                <a:ext cx="16" cy="13"/>
              </a:xfrm>
              <a:prstGeom prst="line">
                <a:avLst/>
              </a:prstGeom>
              <a:noFill/>
              <a:ln w="7938">
                <a:solidFill>
                  <a:srgbClr val="808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29" name="Line 927">
                <a:extLst>
                  <a:ext uri="{FF2B5EF4-FFF2-40B4-BE49-F238E27FC236}">
                    <a16:creationId xmlns:a16="http://schemas.microsoft.com/office/drawing/2014/main" id="{44DE7E5F-C7D1-6FBF-6642-E98E31525B1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078" y="2664"/>
                <a:ext cx="16" cy="13"/>
              </a:xfrm>
              <a:prstGeom prst="line">
                <a:avLst/>
              </a:prstGeom>
              <a:noFill/>
              <a:ln w="7938">
                <a:solidFill>
                  <a:srgbClr val="FF66CC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30" name="Line 928">
                <a:extLst>
                  <a:ext uri="{FF2B5EF4-FFF2-40B4-BE49-F238E27FC236}">
                    <a16:creationId xmlns:a16="http://schemas.microsoft.com/office/drawing/2014/main" id="{D546DBF1-AE12-C2FC-2F6C-AA509072B62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062" y="2664"/>
                <a:ext cx="16" cy="13"/>
              </a:xfrm>
              <a:prstGeom prst="line">
                <a:avLst/>
              </a:prstGeom>
              <a:noFill/>
              <a:ln w="7938">
                <a:solidFill>
                  <a:srgbClr val="808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31" name="Line 929">
                <a:extLst>
                  <a:ext uri="{FF2B5EF4-FFF2-40B4-BE49-F238E27FC236}">
                    <a16:creationId xmlns:a16="http://schemas.microsoft.com/office/drawing/2014/main" id="{0A919B6A-7605-CCE3-988C-C3A75F93952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078" y="2651"/>
                <a:ext cx="16" cy="13"/>
              </a:xfrm>
              <a:prstGeom prst="line">
                <a:avLst/>
              </a:prstGeom>
              <a:noFill/>
              <a:ln w="7938">
                <a:solidFill>
                  <a:srgbClr val="FF66CC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32" name="Rectangle 930">
                <a:extLst>
                  <a:ext uri="{FF2B5EF4-FFF2-40B4-BE49-F238E27FC236}">
                    <a16:creationId xmlns:a16="http://schemas.microsoft.com/office/drawing/2014/main" id="{20E3B948-1856-8DF0-DAF4-7EAFDFF250E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67" y="2660"/>
                <a:ext cx="48" cy="3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33" name="Line 931">
                <a:extLst>
                  <a:ext uri="{FF2B5EF4-FFF2-40B4-BE49-F238E27FC236}">
                    <a16:creationId xmlns:a16="http://schemas.microsoft.com/office/drawing/2014/main" id="{EB24A3D4-7AB3-5AA7-EEA0-E2A0D8C8E40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3072" y="2664"/>
                <a:ext cx="16" cy="13"/>
              </a:xfrm>
              <a:prstGeom prst="line">
                <a:avLst/>
              </a:prstGeom>
              <a:noFill/>
              <a:ln w="7938">
                <a:solidFill>
                  <a:srgbClr val="808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34" name="Line 932">
                <a:extLst>
                  <a:ext uri="{FF2B5EF4-FFF2-40B4-BE49-F238E27FC236}">
                    <a16:creationId xmlns:a16="http://schemas.microsoft.com/office/drawing/2014/main" id="{4AD02435-0CB3-FFE4-D7E5-EECD721B2A7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088" y="2677"/>
                <a:ext cx="16" cy="12"/>
              </a:xfrm>
              <a:prstGeom prst="line">
                <a:avLst/>
              </a:prstGeom>
              <a:noFill/>
              <a:ln w="7938">
                <a:solidFill>
                  <a:srgbClr val="FF66CC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35" name="Line 933">
                <a:extLst>
                  <a:ext uri="{FF2B5EF4-FFF2-40B4-BE49-F238E27FC236}">
                    <a16:creationId xmlns:a16="http://schemas.microsoft.com/office/drawing/2014/main" id="{48D90CEA-FABE-07E9-4760-432931C67F6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072" y="2677"/>
                <a:ext cx="16" cy="12"/>
              </a:xfrm>
              <a:prstGeom prst="line">
                <a:avLst/>
              </a:prstGeom>
              <a:noFill/>
              <a:ln w="7938">
                <a:solidFill>
                  <a:srgbClr val="808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36" name="Line 934">
                <a:extLst>
                  <a:ext uri="{FF2B5EF4-FFF2-40B4-BE49-F238E27FC236}">
                    <a16:creationId xmlns:a16="http://schemas.microsoft.com/office/drawing/2014/main" id="{6CF700D5-E2FB-321A-1B01-BEDFBAD3820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088" y="2664"/>
                <a:ext cx="16" cy="13"/>
              </a:xfrm>
              <a:prstGeom prst="line">
                <a:avLst/>
              </a:prstGeom>
              <a:noFill/>
              <a:ln w="7938">
                <a:solidFill>
                  <a:srgbClr val="FF66CC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37" name="Rectangle 935">
                <a:extLst>
                  <a:ext uri="{FF2B5EF4-FFF2-40B4-BE49-F238E27FC236}">
                    <a16:creationId xmlns:a16="http://schemas.microsoft.com/office/drawing/2014/main" id="{D7823BBE-34CD-A256-57E3-AA755E2ECD8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72" y="2668"/>
                <a:ext cx="49" cy="3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38" name="Line 936">
                <a:extLst>
                  <a:ext uri="{FF2B5EF4-FFF2-40B4-BE49-F238E27FC236}">
                    <a16:creationId xmlns:a16="http://schemas.microsoft.com/office/drawing/2014/main" id="{169448A8-5D84-E534-4D06-2365E1C2889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3078" y="2672"/>
                <a:ext cx="16" cy="13"/>
              </a:xfrm>
              <a:prstGeom prst="line">
                <a:avLst/>
              </a:prstGeom>
              <a:noFill/>
              <a:ln w="7938">
                <a:solidFill>
                  <a:srgbClr val="FF66CC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39" name="Line 937">
                <a:extLst>
                  <a:ext uri="{FF2B5EF4-FFF2-40B4-BE49-F238E27FC236}">
                    <a16:creationId xmlns:a16="http://schemas.microsoft.com/office/drawing/2014/main" id="{52622C75-266D-70D6-BD66-40EBA58DAAB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094" y="2685"/>
                <a:ext cx="16" cy="13"/>
              </a:xfrm>
              <a:prstGeom prst="line">
                <a:avLst/>
              </a:prstGeom>
              <a:noFill/>
              <a:ln w="7938">
                <a:solidFill>
                  <a:srgbClr val="FF66CC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40" name="Line 938">
                <a:extLst>
                  <a:ext uri="{FF2B5EF4-FFF2-40B4-BE49-F238E27FC236}">
                    <a16:creationId xmlns:a16="http://schemas.microsoft.com/office/drawing/2014/main" id="{8E61492E-8FB4-8162-0948-0C72E0F477B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078" y="2685"/>
                <a:ext cx="16" cy="13"/>
              </a:xfrm>
              <a:prstGeom prst="line">
                <a:avLst/>
              </a:prstGeom>
              <a:noFill/>
              <a:ln w="7938">
                <a:solidFill>
                  <a:srgbClr val="FF66CC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41" name="Line 939">
                <a:extLst>
                  <a:ext uri="{FF2B5EF4-FFF2-40B4-BE49-F238E27FC236}">
                    <a16:creationId xmlns:a16="http://schemas.microsoft.com/office/drawing/2014/main" id="{C09B75D6-6B85-212C-3311-38D00C3710F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094" y="2672"/>
                <a:ext cx="16" cy="13"/>
              </a:xfrm>
              <a:prstGeom prst="line">
                <a:avLst/>
              </a:prstGeom>
              <a:noFill/>
              <a:ln w="7938">
                <a:solidFill>
                  <a:srgbClr val="FF66CC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42" name="Rectangle 940">
                <a:extLst>
                  <a:ext uri="{FF2B5EF4-FFF2-40B4-BE49-F238E27FC236}">
                    <a16:creationId xmlns:a16="http://schemas.microsoft.com/office/drawing/2014/main" id="{C2CB6900-BA7F-5A45-3949-CCA68CC8AF4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" y="2681"/>
                <a:ext cx="48" cy="38"/>
              </a:xfrm>
              <a:prstGeom prst="rect">
                <a:avLst/>
              </a:prstGeom>
              <a:noFill/>
              <a:ln w="9525">
                <a:solidFill>
                  <a:srgbClr val="FF66CC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43" name="Line 941">
                <a:extLst>
                  <a:ext uri="{FF2B5EF4-FFF2-40B4-BE49-F238E27FC236}">
                    <a16:creationId xmlns:a16="http://schemas.microsoft.com/office/drawing/2014/main" id="{70464736-8AF7-85F9-79B6-E3D0505C55A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3088" y="2685"/>
                <a:ext cx="16" cy="13"/>
              </a:xfrm>
              <a:prstGeom prst="line">
                <a:avLst/>
              </a:prstGeom>
              <a:noFill/>
              <a:ln w="7938">
                <a:solidFill>
                  <a:srgbClr val="FF66CC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44" name="Line 942">
                <a:extLst>
                  <a:ext uri="{FF2B5EF4-FFF2-40B4-BE49-F238E27FC236}">
                    <a16:creationId xmlns:a16="http://schemas.microsoft.com/office/drawing/2014/main" id="{D6733CE9-658F-D208-09C1-BA4C9714CBF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04" y="2698"/>
                <a:ext cx="17" cy="13"/>
              </a:xfrm>
              <a:prstGeom prst="line">
                <a:avLst/>
              </a:prstGeom>
              <a:noFill/>
              <a:ln w="7938">
                <a:solidFill>
                  <a:srgbClr val="FF66CC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45" name="Line 943">
                <a:extLst>
                  <a:ext uri="{FF2B5EF4-FFF2-40B4-BE49-F238E27FC236}">
                    <a16:creationId xmlns:a16="http://schemas.microsoft.com/office/drawing/2014/main" id="{23363317-0634-C50F-3C15-8A0451D0063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088" y="2698"/>
                <a:ext cx="16" cy="13"/>
              </a:xfrm>
              <a:prstGeom prst="line">
                <a:avLst/>
              </a:prstGeom>
              <a:noFill/>
              <a:ln w="7938">
                <a:solidFill>
                  <a:srgbClr val="FF66CC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46" name="Line 944">
                <a:extLst>
                  <a:ext uri="{FF2B5EF4-FFF2-40B4-BE49-F238E27FC236}">
                    <a16:creationId xmlns:a16="http://schemas.microsoft.com/office/drawing/2014/main" id="{0F5916EE-A24D-073E-286B-65EBF340AE1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104" y="2685"/>
                <a:ext cx="17" cy="13"/>
              </a:xfrm>
              <a:prstGeom prst="line">
                <a:avLst/>
              </a:prstGeom>
              <a:noFill/>
              <a:ln w="7938">
                <a:solidFill>
                  <a:srgbClr val="FF66CC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47" name="Rectangle 945">
                <a:extLst>
                  <a:ext uri="{FF2B5EF4-FFF2-40B4-BE49-F238E27FC236}">
                    <a16:creationId xmlns:a16="http://schemas.microsoft.com/office/drawing/2014/main" id="{1187F53D-A075-B013-D1D2-06579D6E68B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8" y="2689"/>
                <a:ext cx="49" cy="39"/>
              </a:xfrm>
              <a:prstGeom prst="rect">
                <a:avLst/>
              </a:prstGeom>
              <a:noFill/>
              <a:ln w="9525">
                <a:solidFill>
                  <a:srgbClr val="FF66CC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48" name="Line 946">
                <a:extLst>
                  <a:ext uri="{FF2B5EF4-FFF2-40B4-BE49-F238E27FC236}">
                    <a16:creationId xmlns:a16="http://schemas.microsoft.com/office/drawing/2014/main" id="{4360FBD1-0B80-DB66-806D-F540986BCDE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3094" y="2694"/>
                <a:ext cx="16" cy="13"/>
              </a:xfrm>
              <a:prstGeom prst="line">
                <a:avLst/>
              </a:prstGeom>
              <a:noFill/>
              <a:ln w="7938">
                <a:solidFill>
                  <a:srgbClr val="FF66CC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49" name="Line 947">
                <a:extLst>
                  <a:ext uri="{FF2B5EF4-FFF2-40B4-BE49-F238E27FC236}">
                    <a16:creationId xmlns:a16="http://schemas.microsoft.com/office/drawing/2014/main" id="{CBA98E2F-95A2-9C32-F369-DC7648F8791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10" y="2707"/>
                <a:ext cx="16" cy="12"/>
              </a:xfrm>
              <a:prstGeom prst="line">
                <a:avLst/>
              </a:prstGeom>
              <a:noFill/>
              <a:ln w="7938">
                <a:solidFill>
                  <a:srgbClr val="FF66CC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50" name="Line 948">
                <a:extLst>
                  <a:ext uri="{FF2B5EF4-FFF2-40B4-BE49-F238E27FC236}">
                    <a16:creationId xmlns:a16="http://schemas.microsoft.com/office/drawing/2014/main" id="{A48D6A40-1C2C-C296-E020-B7529A1195D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094" y="2707"/>
                <a:ext cx="16" cy="12"/>
              </a:xfrm>
              <a:prstGeom prst="line">
                <a:avLst/>
              </a:prstGeom>
              <a:noFill/>
              <a:ln w="7938">
                <a:solidFill>
                  <a:srgbClr val="FF66CC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51" name="Line 949">
                <a:extLst>
                  <a:ext uri="{FF2B5EF4-FFF2-40B4-BE49-F238E27FC236}">
                    <a16:creationId xmlns:a16="http://schemas.microsoft.com/office/drawing/2014/main" id="{2FFD5821-7A45-B243-6432-5F2B9ED7AD2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110" y="2694"/>
                <a:ext cx="16" cy="13"/>
              </a:xfrm>
              <a:prstGeom prst="line">
                <a:avLst/>
              </a:prstGeom>
              <a:noFill/>
              <a:ln w="7938">
                <a:solidFill>
                  <a:srgbClr val="FF66CC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52" name="Rectangle 950">
                <a:extLst>
                  <a:ext uri="{FF2B5EF4-FFF2-40B4-BE49-F238E27FC236}">
                    <a16:creationId xmlns:a16="http://schemas.microsoft.com/office/drawing/2014/main" id="{D5089C1D-2BA9-B66A-B832-3BE75FCA5FA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99" y="2702"/>
                <a:ext cx="48" cy="39"/>
              </a:xfrm>
              <a:prstGeom prst="rect">
                <a:avLst/>
              </a:prstGeom>
              <a:noFill/>
              <a:ln w="9525">
                <a:solidFill>
                  <a:srgbClr val="FF66CC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53" name="Line 951">
                <a:extLst>
                  <a:ext uri="{FF2B5EF4-FFF2-40B4-BE49-F238E27FC236}">
                    <a16:creationId xmlns:a16="http://schemas.microsoft.com/office/drawing/2014/main" id="{B81CA163-D2BC-BCBF-A1A4-3C6D39123BB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3104" y="2707"/>
                <a:ext cx="17" cy="12"/>
              </a:xfrm>
              <a:prstGeom prst="line">
                <a:avLst/>
              </a:prstGeom>
              <a:noFill/>
              <a:ln w="7938">
                <a:solidFill>
                  <a:srgbClr val="FF66CC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54" name="Line 952">
                <a:extLst>
                  <a:ext uri="{FF2B5EF4-FFF2-40B4-BE49-F238E27FC236}">
                    <a16:creationId xmlns:a16="http://schemas.microsoft.com/office/drawing/2014/main" id="{2A1D88B1-BEA8-4785-3171-E23F331FDFE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21" y="2719"/>
                <a:ext cx="16" cy="13"/>
              </a:xfrm>
              <a:prstGeom prst="line">
                <a:avLst/>
              </a:prstGeom>
              <a:noFill/>
              <a:ln w="7938">
                <a:solidFill>
                  <a:srgbClr val="FF66CC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55" name="Line 953">
                <a:extLst>
                  <a:ext uri="{FF2B5EF4-FFF2-40B4-BE49-F238E27FC236}">
                    <a16:creationId xmlns:a16="http://schemas.microsoft.com/office/drawing/2014/main" id="{B6DAFA5F-0071-81E2-D17C-4A2E476ED85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104" y="2719"/>
                <a:ext cx="17" cy="13"/>
              </a:xfrm>
              <a:prstGeom prst="line">
                <a:avLst/>
              </a:prstGeom>
              <a:noFill/>
              <a:ln w="7938">
                <a:solidFill>
                  <a:srgbClr val="FF66CC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56" name="Line 954">
                <a:extLst>
                  <a:ext uri="{FF2B5EF4-FFF2-40B4-BE49-F238E27FC236}">
                    <a16:creationId xmlns:a16="http://schemas.microsoft.com/office/drawing/2014/main" id="{3699A769-A512-3F38-A34B-6B1ABEE6449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121" y="2707"/>
                <a:ext cx="16" cy="12"/>
              </a:xfrm>
              <a:prstGeom prst="line">
                <a:avLst/>
              </a:prstGeom>
              <a:noFill/>
              <a:ln w="7938">
                <a:solidFill>
                  <a:srgbClr val="FF66CC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57" name="Rectangle 955">
                <a:extLst>
                  <a:ext uri="{FF2B5EF4-FFF2-40B4-BE49-F238E27FC236}">
                    <a16:creationId xmlns:a16="http://schemas.microsoft.com/office/drawing/2014/main" id="{08C4928E-9F32-30FC-8ECA-FE21D3034EB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104" y="2711"/>
                <a:ext cx="49" cy="38"/>
              </a:xfrm>
              <a:prstGeom prst="rect">
                <a:avLst/>
              </a:prstGeom>
              <a:noFill/>
              <a:ln w="9525">
                <a:solidFill>
                  <a:srgbClr val="FF66CC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58" name="Line 956">
                <a:extLst>
                  <a:ext uri="{FF2B5EF4-FFF2-40B4-BE49-F238E27FC236}">
                    <a16:creationId xmlns:a16="http://schemas.microsoft.com/office/drawing/2014/main" id="{956501C6-295A-CAF3-7E4D-109E0EFF1D0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3110" y="2715"/>
                <a:ext cx="16" cy="13"/>
              </a:xfrm>
              <a:prstGeom prst="line">
                <a:avLst/>
              </a:prstGeom>
              <a:noFill/>
              <a:ln w="7938">
                <a:solidFill>
                  <a:srgbClr val="FF66CC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59" name="Line 957">
                <a:extLst>
                  <a:ext uri="{FF2B5EF4-FFF2-40B4-BE49-F238E27FC236}">
                    <a16:creationId xmlns:a16="http://schemas.microsoft.com/office/drawing/2014/main" id="{E0B4C3AD-E8CD-EBDA-63BF-EB2AADC057C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26" y="2728"/>
                <a:ext cx="16" cy="13"/>
              </a:xfrm>
              <a:prstGeom prst="line">
                <a:avLst/>
              </a:prstGeom>
              <a:noFill/>
              <a:ln w="7938">
                <a:solidFill>
                  <a:srgbClr val="FF66CC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60" name="Line 958">
                <a:extLst>
                  <a:ext uri="{FF2B5EF4-FFF2-40B4-BE49-F238E27FC236}">
                    <a16:creationId xmlns:a16="http://schemas.microsoft.com/office/drawing/2014/main" id="{2AD6F672-3B3D-4791-CEF2-C5CA100DB3E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110" y="2728"/>
                <a:ext cx="16" cy="13"/>
              </a:xfrm>
              <a:prstGeom prst="line">
                <a:avLst/>
              </a:prstGeom>
              <a:noFill/>
              <a:ln w="7938">
                <a:solidFill>
                  <a:srgbClr val="FF66CC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61" name="Line 959">
                <a:extLst>
                  <a:ext uri="{FF2B5EF4-FFF2-40B4-BE49-F238E27FC236}">
                    <a16:creationId xmlns:a16="http://schemas.microsoft.com/office/drawing/2014/main" id="{E838115E-16DF-FD9D-40D3-168806F4172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126" y="2715"/>
                <a:ext cx="16" cy="13"/>
              </a:xfrm>
              <a:prstGeom prst="line">
                <a:avLst/>
              </a:prstGeom>
              <a:noFill/>
              <a:ln w="7938">
                <a:solidFill>
                  <a:srgbClr val="FF66CC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62" name="Rectangle 960">
                <a:extLst>
                  <a:ext uri="{FF2B5EF4-FFF2-40B4-BE49-F238E27FC236}">
                    <a16:creationId xmlns:a16="http://schemas.microsoft.com/office/drawing/2014/main" id="{C48D6BC3-FC83-571A-080A-E0CF95CEE57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115" y="2719"/>
                <a:ext cx="48" cy="39"/>
              </a:xfrm>
              <a:prstGeom prst="rect">
                <a:avLst/>
              </a:prstGeom>
              <a:noFill/>
              <a:ln w="9525">
                <a:solidFill>
                  <a:srgbClr val="FF66CC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63" name="Line 961">
                <a:extLst>
                  <a:ext uri="{FF2B5EF4-FFF2-40B4-BE49-F238E27FC236}">
                    <a16:creationId xmlns:a16="http://schemas.microsoft.com/office/drawing/2014/main" id="{043503ED-911F-3684-5D2E-232E9A15CE2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3121" y="2724"/>
                <a:ext cx="16" cy="13"/>
              </a:xfrm>
              <a:prstGeom prst="line">
                <a:avLst/>
              </a:prstGeom>
              <a:noFill/>
              <a:ln w="7938">
                <a:solidFill>
                  <a:srgbClr val="FF66CC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64" name="Line 962">
                <a:extLst>
                  <a:ext uri="{FF2B5EF4-FFF2-40B4-BE49-F238E27FC236}">
                    <a16:creationId xmlns:a16="http://schemas.microsoft.com/office/drawing/2014/main" id="{B02BAEC8-4CCE-3ABA-98B0-D53D0C23D24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37" y="2737"/>
                <a:ext cx="16" cy="12"/>
              </a:xfrm>
              <a:prstGeom prst="line">
                <a:avLst/>
              </a:prstGeom>
              <a:noFill/>
              <a:ln w="7938">
                <a:solidFill>
                  <a:srgbClr val="FF66CC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65" name="Line 963">
                <a:extLst>
                  <a:ext uri="{FF2B5EF4-FFF2-40B4-BE49-F238E27FC236}">
                    <a16:creationId xmlns:a16="http://schemas.microsoft.com/office/drawing/2014/main" id="{1B310703-EBAD-10B3-1E08-A8A47C30704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121" y="2737"/>
                <a:ext cx="16" cy="12"/>
              </a:xfrm>
              <a:prstGeom prst="line">
                <a:avLst/>
              </a:prstGeom>
              <a:noFill/>
              <a:ln w="7938">
                <a:solidFill>
                  <a:srgbClr val="FF66CC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66" name="Line 964">
                <a:extLst>
                  <a:ext uri="{FF2B5EF4-FFF2-40B4-BE49-F238E27FC236}">
                    <a16:creationId xmlns:a16="http://schemas.microsoft.com/office/drawing/2014/main" id="{0C800AAD-F9E8-D371-E9F0-D2ECD87169A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137" y="2724"/>
                <a:ext cx="16" cy="13"/>
              </a:xfrm>
              <a:prstGeom prst="line">
                <a:avLst/>
              </a:prstGeom>
              <a:noFill/>
              <a:ln w="7938">
                <a:solidFill>
                  <a:srgbClr val="FF66CC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67" name="Rectangle 965">
                <a:extLst>
                  <a:ext uri="{FF2B5EF4-FFF2-40B4-BE49-F238E27FC236}">
                    <a16:creationId xmlns:a16="http://schemas.microsoft.com/office/drawing/2014/main" id="{680F5FF8-A219-350A-6396-D79043A8BA4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121" y="2732"/>
                <a:ext cx="48" cy="39"/>
              </a:xfrm>
              <a:prstGeom prst="rect">
                <a:avLst/>
              </a:prstGeom>
              <a:noFill/>
              <a:ln w="9525">
                <a:solidFill>
                  <a:srgbClr val="FF66CC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68" name="Line 966">
                <a:extLst>
                  <a:ext uri="{FF2B5EF4-FFF2-40B4-BE49-F238E27FC236}">
                    <a16:creationId xmlns:a16="http://schemas.microsoft.com/office/drawing/2014/main" id="{B12AE23A-1D06-C2AF-E481-469C59F4FC0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3126" y="2737"/>
                <a:ext cx="16" cy="12"/>
              </a:xfrm>
              <a:prstGeom prst="line">
                <a:avLst/>
              </a:prstGeom>
              <a:noFill/>
              <a:ln w="7938">
                <a:solidFill>
                  <a:srgbClr val="FF66CC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69" name="Line 967">
                <a:extLst>
                  <a:ext uri="{FF2B5EF4-FFF2-40B4-BE49-F238E27FC236}">
                    <a16:creationId xmlns:a16="http://schemas.microsoft.com/office/drawing/2014/main" id="{61ED873B-DFB3-8289-EF56-DC2D283095F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42" y="2749"/>
                <a:ext cx="16" cy="13"/>
              </a:xfrm>
              <a:prstGeom prst="line">
                <a:avLst/>
              </a:prstGeom>
              <a:noFill/>
              <a:ln w="7938">
                <a:solidFill>
                  <a:srgbClr val="FF66CC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70" name="Line 968">
                <a:extLst>
                  <a:ext uri="{FF2B5EF4-FFF2-40B4-BE49-F238E27FC236}">
                    <a16:creationId xmlns:a16="http://schemas.microsoft.com/office/drawing/2014/main" id="{196B0F6A-868D-97EE-9999-90DBEF94E05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126" y="2749"/>
                <a:ext cx="16" cy="13"/>
              </a:xfrm>
              <a:prstGeom prst="line">
                <a:avLst/>
              </a:prstGeom>
              <a:noFill/>
              <a:ln w="7938">
                <a:solidFill>
                  <a:srgbClr val="FF66CC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71" name="Line 969">
                <a:extLst>
                  <a:ext uri="{FF2B5EF4-FFF2-40B4-BE49-F238E27FC236}">
                    <a16:creationId xmlns:a16="http://schemas.microsoft.com/office/drawing/2014/main" id="{3DF71195-3DA0-766C-C613-86B990973B9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142" y="2737"/>
                <a:ext cx="16" cy="12"/>
              </a:xfrm>
              <a:prstGeom prst="line">
                <a:avLst/>
              </a:prstGeom>
              <a:noFill/>
              <a:ln w="7938">
                <a:solidFill>
                  <a:srgbClr val="FF66CC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72" name="Rectangle 970">
                <a:extLst>
                  <a:ext uri="{FF2B5EF4-FFF2-40B4-BE49-F238E27FC236}">
                    <a16:creationId xmlns:a16="http://schemas.microsoft.com/office/drawing/2014/main" id="{A3907B1F-E69B-4F3A-C889-1228F8589C3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131" y="2741"/>
                <a:ext cx="49" cy="38"/>
              </a:xfrm>
              <a:prstGeom prst="rect">
                <a:avLst/>
              </a:prstGeom>
              <a:noFill/>
              <a:ln w="9525">
                <a:solidFill>
                  <a:srgbClr val="FF66CC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73" name="Line 971">
                <a:extLst>
                  <a:ext uri="{FF2B5EF4-FFF2-40B4-BE49-F238E27FC236}">
                    <a16:creationId xmlns:a16="http://schemas.microsoft.com/office/drawing/2014/main" id="{B9B819C4-1568-A955-431F-FC5B83EAEBD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3137" y="2745"/>
                <a:ext cx="16" cy="13"/>
              </a:xfrm>
              <a:prstGeom prst="line">
                <a:avLst/>
              </a:prstGeom>
              <a:noFill/>
              <a:ln w="7938">
                <a:solidFill>
                  <a:srgbClr val="FF66CC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74" name="Line 972">
                <a:extLst>
                  <a:ext uri="{FF2B5EF4-FFF2-40B4-BE49-F238E27FC236}">
                    <a16:creationId xmlns:a16="http://schemas.microsoft.com/office/drawing/2014/main" id="{14410A52-6EE6-B78B-72F4-AA4E0E19B5A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53" y="2758"/>
                <a:ext cx="16" cy="13"/>
              </a:xfrm>
              <a:prstGeom prst="line">
                <a:avLst/>
              </a:prstGeom>
              <a:noFill/>
              <a:ln w="7938">
                <a:solidFill>
                  <a:srgbClr val="FF66CC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75" name="Line 973">
                <a:extLst>
                  <a:ext uri="{FF2B5EF4-FFF2-40B4-BE49-F238E27FC236}">
                    <a16:creationId xmlns:a16="http://schemas.microsoft.com/office/drawing/2014/main" id="{142933C3-E8CE-0FB8-0ED2-0415AB5946D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137" y="2758"/>
                <a:ext cx="16" cy="13"/>
              </a:xfrm>
              <a:prstGeom prst="line">
                <a:avLst/>
              </a:prstGeom>
              <a:noFill/>
              <a:ln w="7938">
                <a:solidFill>
                  <a:srgbClr val="FF66CC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76" name="Line 974">
                <a:extLst>
                  <a:ext uri="{FF2B5EF4-FFF2-40B4-BE49-F238E27FC236}">
                    <a16:creationId xmlns:a16="http://schemas.microsoft.com/office/drawing/2014/main" id="{D87D0C2A-0FD2-ADC7-4C3B-25826B3988D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153" y="2745"/>
                <a:ext cx="16" cy="13"/>
              </a:xfrm>
              <a:prstGeom prst="line">
                <a:avLst/>
              </a:prstGeom>
              <a:noFill/>
              <a:ln w="7938">
                <a:solidFill>
                  <a:srgbClr val="FF66CC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77" name="Rectangle 975">
                <a:extLst>
                  <a:ext uri="{FF2B5EF4-FFF2-40B4-BE49-F238E27FC236}">
                    <a16:creationId xmlns:a16="http://schemas.microsoft.com/office/drawing/2014/main" id="{2D8ED490-404E-1A1E-7704-4B6BDBAAFE4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137" y="2749"/>
                <a:ext cx="48" cy="39"/>
              </a:xfrm>
              <a:prstGeom prst="rect">
                <a:avLst/>
              </a:prstGeom>
              <a:noFill/>
              <a:ln w="9525">
                <a:solidFill>
                  <a:srgbClr val="FF66CC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78" name="Line 976">
                <a:extLst>
                  <a:ext uri="{FF2B5EF4-FFF2-40B4-BE49-F238E27FC236}">
                    <a16:creationId xmlns:a16="http://schemas.microsoft.com/office/drawing/2014/main" id="{09E113F8-977A-CACD-0250-E6EF8C1F415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3142" y="2754"/>
                <a:ext cx="16" cy="13"/>
              </a:xfrm>
              <a:prstGeom prst="line">
                <a:avLst/>
              </a:prstGeom>
              <a:noFill/>
              <a:ln w="7938">
                <a:solidFill>
                  <a:srgbClr val="FF66CC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79" name="Line 977">
                <a:extLst>
                  <a:ext uri="{FF2B5EF4-FFF2-40B4-BE49-F238E27FC236}">
                    <a16:creationId xmlns:a16="http://schemas.microsoft.com/office/drawing/2014/main" id="{69E08206-6335-7211-3664-F07DE0B540D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58" y="2767"/>
                <a:ext cx="16" cy="12"/>
              </a:xfrm>
              <a:prstGeom prst="line">
                <a:avLst/>
              </a:prstGeom>
              <a:noFill/>
              <a:ln w="7938">
                <a:solidFill>
                  <a:srgbClr val="FF66CC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80" name="Line 978">
                <a:extLst>
                  <a:ext uri="{FF2B5EF4-FFF2-40B4-BE49-F238E27FC236}">
                    <a16:creationId xmlns:a16="http://schemas.microsoft.com/office/drawing/2014/main" id="{DB31529C-D152-D265-8AC2-FE541748CEC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142" y="2767"/>
                <a:ext cx="16" cy="12"/>
              </a:xfrm>
              <a:prstGeom prst="line">
                <a:avLst/>
              </a:prstGeom>
              <a:noFill/>
              <a:ln w="7938">
                <a:solidFill>
                  <a:srgbClr val="FF66CC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81" name="Line 979">
                <a:extLst>
                  <a:ext uri="{FF2B5EF4-FFF2-40B4-BE49-F238E27FC236}">
                    <a16:creationId xmlns:a16="http://schemas.microsoft.com/office/drawing/2014/main" id="{90EDA88E-4798-7247-5F95-656E9AF853C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158" y="2754"/>
                <a:ext cx="16" cy="13"/>
              </a:xfrm>
              <a:prstGeom prst="line">
                <a:avLst/>
              </a:prstGeom>
              <a:noFill/>
              <a:ln w="7938">
                <a:solidFill>
                  <a:srgbClr val="FF66CC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82" name="Rectangle 980">
                <a:extLst>
                  <a:ext uri="{FF2B5EF4-FFF2-40B4-BE49-F238E27FC236}">
                    <a16:creationId xmlns:a16="http://schemas.microsoft.com/office/drawing/2014/main" id="{9266DB86-F51D-A1F6-AC45-E6C2ADC0853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147" y="2758"/>
                <a:ext cx="49" cy="38"/>
              </a:xfrm>
              <a:prstGeom prst="rect">
                <a:avLst/>
              </a:prstGeom>
              <a:noFill/>
              <a:ln w="9525">
                <a:solidFill>
                  <a:srgbClr val="FF66CC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83" name="Line 981">
                <a:extLst>
                  <a:ext uri="{FF2B5EF4-FFF2-40B4-BE49-F238E27FC236}">
                    <a16:creationId xmlns:a16="http://schemas.microsoft.com/office/drawing/2014/main" id="{DA7FF515-40CC-6959-FCC9-6A65D4B56D1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3153" y="2762"/>
                <a:ext cx="16" cy="13"/>
              </a:xfrm>
              <a:prstGeom prst="line">
                <a:avLst/>
              </a:prstGeom>
              <a:noFill/>
              <a:ln w="7938">
                <a:solidFill>
                  <a:srgbClr val="FF66CC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84" name="Line 982">
                <a:extLst>
                  <a:ext uri="{FF2B5EF4-FFF2-40B4-BE49-F238E27FC236}">
                    <a16:creationId xmlns:a16="http://schemas.microsoft.com/office/drawing/2014/main" id="{1FD83F4E-FF0D-14B2-72D6-9862C4D0288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69" y="2775"/>
                <a:ext cx="16" cy="13"/>
              </a:xfrm>
              <a:prstGeom prst="line">
                <a:avLst/>
              </a:prstGeom>
              <a:noFill/>
              <a:ln w="7938">
                <a:solidFill>
                  <a:srgbClr val="FF66CC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85" name="Line 983">
                <a:extLst>
                  <a:ext uri="{FF2B5EF4-FFF2-40B4-BE49-F238E27FC236}">
                    <a16:creationId xmlns:a16="http://schemas.microsoft.com/office/drawing/2014/main" id="{C419BBAF-94EF-76A3-EBF6-F0DA457FE68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153" y="2775"/>
                <a:ext cx="16" cy="13"/>
              </a:xfrm>
              <a:prstGeom prst="line">
                <a:avLst/>
              </a:prstGeom>
              <a:noFill/>
              <a:ln w="7938">
                <a:solidFill>
                  <a:srgbClr val="FF66CC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86" name="Line 984">
                <a:extLst>
                  <a:ext uri="{FF2B5EF4-FFF2-40B4-BE49-F238E27FC236}">
                    <a16:creationId xmlns:a16="http://schemas.microsoft.com/office/drawing/2014/main" id="{DD2277F8-03F9-86BF-9120-A1555FDAACE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169" y="2762"/>
                <a:ext cx="16" cy="13"/>
              </a:xfrm>
              <a:prstGeom prst="line">
                <a:avLst/>
              </a:prstGeom>
              <a:noFill/>
              <a:ln w="7938">
                <a:solidFill>
                  <a:srgbClr val="FF66CC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87" name="Rectangle 985">
                <a:extLst>
                  <a:ext uri="{FF2B5EF4-FFF2-40B4-BE49-F238E27FC236}">
                    <a16:creationId xmlns:a16="http://schemas.microsoft.com/office/drawing/2014/main" id="{1204C44B-575F-763A-2324-A4FCBA38944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158" y="2771"/>
                <a:ext cx="48" cy="38"/>
              </a:xfrm>
              <a:prstGeom prst="rect">
                <a:avLst/>
              </a:prstGeom>
              <a:noFill/>
              <a:ln w="9525">
                <a:solidFill>
                  <a:srgbClr val="FF66CC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88" name="Line 986">
                <a:extLst>
                  <a:ext uri="{FF2B5EF4-FFF2-40B4-BE49-F238E27FC236}">
                    <a16:creationId xmlns:a16="http://schemas.microsoft.com/office/drawing/2014/main" id="{AA4EFEFA-1F77-F4E3-4DC8-2279570092B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3163" y="2775"/>
                <a:ext cx="17" cy="13"/>
              </a:xfrm>
              <a:prstGeom prst="line">
                <a:avLst/>
              </a:prstGeom>
              <a:noFill/>
              <a:ln w="7938">
                <a:solidFill>
                  <a:srgbClr val="FF66CC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89" name="Line 987">
                <a:extLst>
                  <a:ext uri="{FF2B5EF4-FFF2-40B4-BE49-F238E27FC236}">
                    <a16:creationId xmlns:a16="http://schemas.microsoft.com/office/drawing/2014/main" id="{165B317C-CBA9-440B-C270-B0109AFFED8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80" y="2788"/>
                <a:ext cx="16" cy="13"/>
              </a:xfrm>
              <a:prstGeom prst="line">
                <a:avLst/>
              </a:prstGeom>
              <a:noFill/>
              <a:ln w="7938">
                <a:solidFill>
                  <a:srgbClr val="FF66CC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90" name="Line 988">
                <a:extLst>
                  <a:ext uri="{FF2B5EF4-FFF2-40B4-BE49-F238E27FC236}">
                    <a16:creationId xmlns:a16="http://schemas.microsoft.com/office/drawing/2014/main" id="{BF5A2858-49D2-4DD9-5119-980776AF4E8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163" y="2788"/>
                <a:ext cx="17" cy="13"/>
              </a:xfrm>
              <a:prstGeom prst="line">
                <a:avLst/>
              </a:prstGeom>
              <a:noFill/>
              <a:ln w="7938">
                <a:solidFill>
                  <a:srgbClr val="FF66CC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91" name="Line 989">
                <a:extLst>
                  <a:ext uri="{FF2B5EF4-FFF2-40B4-BE49-F238E27FC236}">
                    <a16:creationId xmlns:a16="http://schemas.microsoft.com/office/drawing/2014/main" id="{E42DD9C3-DC58-A83B-634B-9D0564D4F44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180" y="2775"/>
                <a:ext cx="16" cy="13"/>
              </a:xfrm>
              <a:prstGeom prst="line">
                <a:avLst/>
              </a:prstGeom>
              <a:noFill/>
              <a:ln w="7938">
                <a:solidFill>
                  <a:srgbClr val="FF66CC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92" name="Rectangle 990">
                <a:extLst>
                  <a:ext uri="{FF2B5EF4-FFF2-40B4-BE49-F238E27FC236}">
                    <a16:creationId xmlns:a16="http://schemas.microsoft.com/office/drawing/2014/main" id="{F01E4963-CA5B-4943-3FC8-D1B46E36141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163" y="2779"/>
                <a:ext cx="49" cy="39"/>
              </a:xfrm>
              <a:prstGeom prst="rect">
                <a:avLst/>
              </a:prstGeom>
              <a:noFill/>
              <a:ln w="9525">
                <a:solidFill>
                  <a:srgbClr val="FF66CC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93" name="Line 991">
                <a:extLst>
                  <a:ext uri="{FF2B5EF4-FFF2-40B4-BE49-F238E27FC236}">
                    <a16:creationId xmlns:a16="http://schemas.microsoft.com/office/drawing/2014/main" id="{2E53FC8B-AD12-F2C5-BED6-1443D6D4437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3169" y="2784"/>
                <a:ext cx="16" cy="12"/>
              </a:xfrm>
              <a:prstGeom prst="line">
                <a:avLst/>
              </a:prstGeom>
              <a:noFill/>
              <a:ln w="7938">
                <a:solidFill>
                  <a:srgbClr val="FF66CC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94" name="Line 992">
                <a:extLst>
                  <a:ext uri="{FF2B5EF4-FFF2-40B4-BE49-F238E27FC236}">
                    <a16:creationId xmlns:a16="http://schemas.microsoft.com/office/drawing/2014/main" id="{56647A12-9543-A514-EAF9-3DFEA400027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85" y="2796"/>
                <a:ext cx="16" cy="13"/>
              </a:xfrm>
              <a:prstGeom prst="line">
                <a:avLst/>
              </a:prstGeom>
              <a:noFill/>
              <a:ln w="7938">
                <a:solidFill>
                  <a:srgbClr val="FF66CC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95" name="Line 993">
                <a:extLst>
                  <a:ext uri="{FF2B5EF4-FFF2-40B4-BE49-F238E27FC236}">
                    <a16:creationId xmlns:a16="http://schemas.microsoft.com/office/drawing/2014/main" id="{BA126AB1-791E-4EE2-B5D9-17DEC2A661C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169" y="2796"/>
                <a:ext cx="16" cy="13"/>
              </a:xfrm>
              <a:prstGeom prst="line">
                <a:avLst/>
              </a:prstGeom>
              <a:noFill/>
              <a:ln w="7938">
                <a:solidFill>
                  <a:srgbClr val="FF66CC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96" name="Line 994">
                <a:extLst>
                  <a:ext uri="{FF2B5EF4-FFF2-40B4-BE49-F238E27FC236}">
                    <a16:creationId xmlns:a16="http://schemas.microsoft.com/office/drawing/2014/main" id="{FC39F394-0484-56FF-1D43-179933506E8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185" y="2784"/>
                <a:ext cx="16" cy="12"/>
              </a:xfrm>
              <a:prstGeom prst="line">
                <a:avLst/>
              </a:prstGeom>
              <a:noFill/>
              <a:ln w="7938">
                <a:solidFill>
                  <a:srgbClr val="FF66CC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97" name="Rectangle 995">
                <a:extLst>
                  <a:ext uri="{FF2B5EF4-FFF2-40B4-BE49-F238E27FC236}">
                    <a16:creationId xmlns:a16="http://schemas.microsoft.com/office/drawing/2014/main" id="{82ACAE7C-829B-5497-3D76-7E8EDF0259E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174" y="2788"/>
                <a:ext cx="48" cy="38"/>
              </a:xfrm>
              <a:prstGeom prst="rect">
                <a:avLst/>
              </a:prstGeom>
              <a:noFill/>
              <a:ln w="9525">
                <a:solidFill>
                  <a:srgbClr val="FF66CC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98" name="Line 996">
                <a:extLst>
                  <a:ext uri="{FF2B5EF4-FFF2-40B4-BE49-F238E27FC236}">
                    <a16:creationId xmlns:a16="http://schemas.microsoft.com/office/drawing/2014/main" id="{F4C8CA07-553A-A693-0D68-27D74C96C58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3180" y="2792"/>
                <a:ext cx="16" cy="13"/>
              </a:xfrm>
              <a:prstGeom prst="line">
                <a:avLst/>
              </a:prstGeom>
              <a:noFill/>
              <a:ln w="7938">
                <a:solidFill>
                  <a:srgbClr val="FF66CC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99" name="Line 997">
                <a:extLst>
                  <a:ext uri="{FF2B5EF4-FFF2-40B4-BE49-F238E27FC236}">
                    <a16:creationId xmlns:a16="http://schemas.microsoft.com/office/drawing/2014/main" id="{1A06FD56-3562-1F3C-CA6F-6C6928ADFD2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96" y="2805"/>
                <a:ext cx="16" cy="13"/>
              </a:xfrm>
              <a:prstGeom prst="line">
                <a:avLst/>
              </a:prstGeom>
              <a:noFill/>
              <a:ln w="7938">
                <a:solidFill>
                  <a:srgbClr val="FF66CC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00" name="Line 998">
                <a:extLst>
                  <a:ext uri="{FF2B5EF4-FFF2-40B4-BE49-F238E27FC236}">
                    <a16:creationId xmlns:a16="http://schemas.microsoft.com/office/drawing/2014/main" id="{33471331-577B-D866-81DD-B0A3DC11479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180" y="2805"/>
                <a:ext cx="16" cy="13"/>
              </a:xfrm>
              <a:prstGeom prst="line">
                <a:avLst/>
              </a:prstGeom>
              <a:noFill/>
              <a:ln w="7938">
                <a:solidFill>
                  <a:srgbClr val="FF66CC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01" name="Line 999">
                <a:extLst>
                  <a:ext uri="{FF2B5EF4-FFF2-40B4-BE49-F238E27FC236}">
                    <a16:creationId xmlns:a16="http://schemas.microsoft.com/office/drawing/2014/main" id="{391AF3F0-C739-0533-0F8B-DF41F62EA54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196" y="2792"/>
                <a:ext cx="16" cy="13"/>
              </a:xfrm>
              <a:prstGeom prst="line">
                <a:avLst/>
              </a:prstGeom>
              <a:noFill/>
              <a:ln w="7938">
                <a:solidFill>
                  <a:srgbClr val="FF66CC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02" name="Rectangle 1000">
                <a:extLst>
                  <a:ext uri="{FF2B5EF4-FFF2-40B4-BE49-F238E27FC236}">
                    <a16:creationId xmlns:a16="http://schemas.microsoft.com/office/drawing/2014/main" id="{F6D4271E-2A08-40DD-A52F-9548B483907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180" y="2796"/>
                <a:ext cx="48" cy="39"/>
              </a:xfrm>
              <a:prstGeom prst="rect">
                <a:avLst/>
              </a:prstGeom>
              <a:noFill/>
              <a:ln w="9525">
                <a:solidFill>
                  <a:srgbClr val="FF66CC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03" name="Line 1001">
                <a:extLst>
                  <a:ext uri="{FF2B5EF4-FFF2-40B4-BE49-F238E27FC236}">
                    <a16:creationId xmlns:a16="http://schemas.microsoft.com/office/drawing/2014/main" id="{494CDBCA-E1D3-3351-C79C-63379C41B0E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3185" y="2801"/>
                <a:ext cx="16" cy="13"/>
              </a:xfrm>
              <a:prstGeom prst="line">
                <a:avLst/>
              </a:prstGeom>
              <a:noFill/>
              <a:ln w="7938">
                <a:solidFill>
                  <a:srgbClr val="FF66CC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04" name="Line 1002">
                <a:extLst>
                  <a:ext uri="{FF2B5EF4-FFF2-40B4-BE49-F238E27FC236}">
                    <a16:creationId xmlns:a16="http://schemas.microsoft.com/office/drawing/2014/main" id="{3CDE88A9-BC19-029F-6CD2-DF424D28E43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201" y="2814"/>
                <a:ext cx="16" cy="12"/>
              </a:xfrm>
              <a:prstGeom prst="line">
                <a:avLst/>
              </a:prstGeom>
              <a:noFill/>
              <a:ln w="7938">
                <a:solidFill>
                  <a:srgbClr val="FF66CC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05" name="Line 1003">
                <a:extLst>
                  <a:ext uri="{FF2B5EF4-FFF2-40B4-BE49-F238E27FC236}">
                    <a16:creationId xmlns:a16="http://schemas.microsoft.com/office/drawing/2014/main" id="{95E811C3-700B-12C3-8BAE-B80AF958369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185" y="2814"/>
                <a:ext cx="16" cy="12"/>
              </a:xfrm>
              <a:prstGeom prst="line">
                <a:avLst/>
              </a:prstGeom>
              <a:noFill/>
              <a:ln w="7938">
                <a:solidFill>
                  <a:srgbClr val="FF66CC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06" name="Line 1004">
                <a:extLst>
                  <a:ext uri="{FF2B5EF4-FFF2-40B4-BE49-F238E27FC236}">
                    <a16:creationId xmlns:a16="http://schemas.microsoft.com/office/drawing/2014/main" id="{8AF85FED-A8BE-0D58-057D-05D8E3705EE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201" y="2801"/>
                <a:ext cx="16" cy="13"/>
              </a:xfrm>
              <a:prstGeom prst="line">
                <a:avLst/>
              </a:prstGeom>
              <a:noFill/>
              <a:ln w="7938">
                <a:solidFill>
                  <a:srgbClr val="FF66CC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07" name="Rectangle 1005">
                <a:extLst>
                  <a:ext uri="{FF2B5EF4-FFF2-40B4-BE49-F238E27FC236}">
                    <a16:creationId xmlns:a16="http://schemas.microsoft.com/office/drawing/2014/main" id="{67D80F5A-F1C5-3EAE-50E8-FDD060C0C02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190" y="2805"/>
                <a:ext cx="49" cy="39"/>
              </a:xfrm>
              <a:prstGeom prst="rect">
                <a:avLst/>
              </a:prstGeom>
              <a:noFill/>
              <a:ln w="9525">
                <a:solidFill>
                  <a:srgbClr val="FF66CC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08" name="Line 1006">
                <a:extLst>
                  <a:ext uri="{FF2B5EF4-FFF2-40B4-BE49-F238E27FC236}">
                    <a16:creationId xmlns:a16="http://schemas.microsoft.com/office/drawing/2014/main" id="{AF7BB06B-A464-386E-8762-532D055E609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3196" y="2809"/>
                <a:ext cx="16" cy="13"/>
              </a:xfrm>
              <a:prstGeom prst="line">
                <a:avLst/>
              </a:prstGeom>
              <a:noFill/>
              <a:ln w="7938">
                <a:solidFill>
                  <a:srgbClr val="FF66CC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09" name="Line 1007">
                <a:extLst>
                  <a:ext uri="{FF2B5EF4-FFF2-40B4-BE49-F238E27FC236}">
                    <a16:creationId xmlns:a16="http://schemas.microsoft.com/office/drawing/2014/main" id="{722D980F-6D1B-27EB-D8BC-5338553235F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212" y="2822"/>
                <a:ext cx="16" cy="13"/>
              </a:xfrm>
              <a:prstGeom prst="line">
                <a:avLst/>
              </a:prstGeom>
              <a:noFill/>
              <a:ln w="7938">
                <a:solidFill>
                  <a:srgbClr val="FF66CC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10" name="Line 1008">
                <a:extLst>
                  <a:ext uri="{FF2B5EF4-FFF2-40B4-BE49-F238E27FC236}">
                    <a16:creationId xmlns:a16="http://schemas.microsoft.com/office/drawing/2014/main" id="{F3FB2745-3537-B020-5DCB-4D6E38AF1B0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196" y="2822"/>
                <a:ext cx="16" cy="13"/>
              </a:xfrm>
              <a:prstGeom prst="line">
                <a:avLst/>
              </a:prstGeom>
              <a:noFill/>
              <a:ln w="7938">
                <a:solidFill>
                  <a:srgbClr val="FF66CC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11" name="Line 1009">
                <a:extLst>
                  <a:ext uri="{FF2B5EF4-FFF2-40B4-BE49-F238E27FC236}">
                    <a16:creationId xmlns:a16="http://schemas.microsoft.com/office/drawing/2014/main" id="{E3C0181B-C4ED-74A3-4795-F1B85A84C54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212" y="2809"/>
                <a:ext cx="16" cy="13"/>
              </a:xfrm>
              <a:prstGeom prst="line">
                <a:avLst/>
              </a:prstGeom>
              <a:noFill/>
              <a:ln w="7938">
                <a:solidFill>
                  <a:srgbClr val="FF66CC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12" name="Rectangle 1010">
                <a:extLst>
                  <a:ext uri="{FF2B5EF4-FFF2-40B4-BE49-F238E27FC236}">
                    <a16:creationId xmlns:a16="http://schemas.microsoft.com/office/drawing/2014/main" id="{928E7472-2134-8DA3-8DF2-768190D93D2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196" y="2814"/>
                <a:ext cx="48" cy="38"/>
              </a:xfrm>
              <a:prstGeom prst="rect">
                <a:avLst/>
              </a:prstGeom>
              <a:noFill/>
              <a:ln w="9525">
                <a:solidFill>
                  <a:srgbClr val="FF66CC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13" name="Line 1011">
                <a:extLst>
                  <a:ext uri="{FF2B5EF4-FFF2-40B4-BE49-F238E27FC236}">
                    <a16:creationId xmlns:a16="http://schemas.microsoft.com/office/drawing/2014/main" id="{CEE63076-C877-DECD-FBA3-F49B5B3C1C4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3201" y="2818"/>
                <a:ext cx="16" cy="13"/>
              </a:xfrm>
              <a:prstGeom prst="line">
                <a:avLst/>
              </a:prstGeom>
              <a:noFill/>
              <a:ln w="7938">
                <a:solidFill>
                  <a:srgbClr val="FF66CC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14" name="Line 1012">
                <a:extLst>
                  <a:ext uri="{FF2B5EF4-FFF2-40B4-BE49-F238E27FC236}">
                    <a16:creationId xmlns:a16="http://schemas.microsoft.com/office/drawing/2014/main" id="{8F96EEF7-6AE2-F3FB-D2DD-968FFB3B28A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217" y="2831"/>
                <a:ext cx="16" cy="13"/>
              </a:xfrm>
              <a:prstGeom prst="line">
                <a:avLst/>
              </a:prstGeom>
              <a:noFill/>
              <a:ln w="7938">
                <a:solidFill>
                  <a:srgbClr val="FF66CC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15" name="Line 1013">
                <a:extLst>
                  <a:ext uri="{FF2B5EF4-FFF2-40B4-BE49-F238E27FC236}">
                    <a16:creationId xmlns:a16="http://schemas.microsoft.com/office/drawing/2014/main" id="{B639E3EC-2775-4131-5D35-1BADA6BBAA4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201" y="2831"/>
                <a:ext cx="16" cy="13"/>
              </a:xfrm>
              <a:prstGeom prst="line">
                <a:avLst/>
              </a:prstGeom>
              <a:noFill/>
              <a:ln w="7938">
                <a:solidFill>
                  <a:srgbClr val="FF66CC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16" name="Line 1014">
                <a:extLst>
                  <a:ext uri="{FF2B5EF4-FFF2-40B4-BE49-F238E27FC236}">
                    <a16:creationId xmlns:a16="http://schemas.microsoft.com/office/drawing/2014/main" id="{C8F0510E-F583-24E6-7C8E-2C5D247B72A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217" y="2818"/>
                <a:ext cx="16" cy="13"/>
              </a:xfrm>
              <a:prstGeom prst="line">
                <a:avLst/>
              </a:prstGeom>
              <a:noFill/>
              <a:ln w="7938">
                <a:solidFill>
                  <a:srgbClr val="FF66CC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17" name="Rectangle 1015">
                <a:extLst>
                  <a:ext uri="{FF2B5EF4-FFF2-40B4-BE49-F238E27FC236}">
                    <a16:creationId xmlns:a16="http://schemas.microsoft.com/office/drawing/2014/main" id="{F7EFC1D9-B1B7-A22D-A459-8CDAADE0DC8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206" y="2822"/>
                <a:ext cx="49" cy="39"/>
              </a:xfrm>
              <a:prstGeom prst="rect">
                <a:avLst/>
              </a:prstGeom>
              <a:noFill/>
              <a:ln w="9525">
                <a:solidFill>
                  <a:srgbClr val="FF66CC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18" name="Line 1016">
                <a:extLst>
                  <a:ext uri="{FF2B5EF4-FFF2-40B4-BE49-F238E27FC236}">
                    <a16:creationId xmlns:a16="http://schemas.microsoft.com/office/drawing/2014/main" id="{0F648886-D7F0-A27E-AE56-031EC345CC4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3212" y="2826"/>
                <a:ext cx="16" cy="13"/>
              </a:xfrm>
              <a:prstGeom prst="line">
                <a:avLst/>
              </a:prstGeom>
              <a:noFill/>
              <a:ln w="7938">
                <a:solidFill>
                  <a:srgbClr val="FF66CC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19" name="Line 1017">
                <a:extLst>
                  <a:ext uri="{FF2B5EF4-FFF2-40B4-BE49-F238E27FC236}">
                    <a16:creationId xmlns:a16="http://schemas.microsoft.com/office/drawing/2014/main" id="{BE353F5B-614F-2656-627C-F21ADE3AE53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228" y="2839"/>
                <a:ext cx="16" cy="13"/>
              </a:xfrm>
              <a:prstGeom prst="line">
                <a:avLst/>
              </a:prstGeom>
              <a:noFill/>
              <a:ln w="7938">
                <a:solidFill>
                  <a:srgbClr val="FF66CC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20" name="Line 1018">
                <a:extLst>
                  <a:ext uri="{FF2B5EF4-FFF2-40B4-BE49-F238E27FC236}">
                    <a16:creationId xmlns:a16="http://schemas.microsoft.com/office/drawing/2014/main" id="{4CBBC0CC-4D2A-C602-0695-0546650AB2F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212" y="2839"/>
                <a:ext cx="16" cy="13"/>
              </a:xfrm>
              <a:prstGeom prst="line">
                <a:avLst/>
              </a:prstGeom>
              <a:noFill/>
              <a:ln w="7938">
                <a:solidFill>
                  <a:srgbClr val="FF66CC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21" name="Line 1019">
                <a:extLst>
                  <a:ext uri="{FF2B5EF4-FFF2-40B4-BE49-F238E27FC236}">
                    <a16:creationId xmlns:a16="http://schemas.microsoft.com/office/drawing/2014/main" id="{523FF0B9-0F0D-84F6-AB34-2E5ECF39D08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228" y="2826"/>
                <a:ext cx="16" cy="13"/>
              </a:xfrm>
              <a:prstGeom prst="line">
                <a:avLst/>
              </a:prstGeom>
              <a:noFill/>
              <a:ln w="7938">
                <a:solidFill>
                  <a:srgbClr val="FF66CC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22" name="Rectangle 1020">
                <a:extLst>
                  <a:ext uri="{FF2B5EF4-FFF2-40B4-BE49-F238E27FC236}">
                    <a16:creationId xmlns:a16="http://schemas.microsoft.com/office/drawing/2014/main" id="{983EA285-DFB5-34D5-E064-38F90BA1302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212" y="2831"/>
                <a:ext cx="48" cy="38"/>
              </a:xfrm>
              <a:prstGeom prst="rect">
                <a:avLst/>
              </a:prstGeom>
              <a:noFill/>
              <a:ln w="9525">
                <a:solidFill>
                  <a:srgbClr val="FF66CC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23" name="Line 1021">
                <a:extLst>
                  <a:ext uri="{FF2B5EF4-FFF2-40B4-BE49-F238E27FC236}">
                    <a16:creationId xmlns:a16="http://schemas.microsoft.com/office/drawing/2014/main" id="{2DDE79B1-A485-A731-4D2B-2E20DE9EC6F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3217" y="2835"/>
                <a:ext cx="16" cy="13"/>
              </a:xfrm>
              <a:prstGeom prst="line">
                <a:avLst/>
              </a:prstGeom>
              <a:noFill/>
              <a:ln w="7938">
                <a:solidFill>
                  <a:srgbClr val="FF66CC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24" name="Line 1022">
                <a:extLst>
                  <a:ext uri="{FF2B5EF4-FFF2-40B4-BE49-F238E27FC236}">
                    <a16:creationId xmlns:a16="http://schemas.microsoft.com/office/drawing/2014/main" id="{F288DB2E-3132-630F-CD28-EE071BF5F65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233" y="2848"/>
                <a:ext cx="16" cy="13"/>
              </a:xfrm>
              <a:prstGeom prst="line">
                <a:avLst/>
              </a:prstGeom>
              <a:noFill/>
              <a:ln w="7938">
                <a:solidFill>
                  <a:srgbClr val="FF66CC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25" name="Line 1023">
                <a:extLst>
                  <a:ext uri="{FF2B5EF4-FFF2-40B4-BE49-F238E27FC236}">
                    <a16:creationId xmlns:a16="http://schemas.microsoft.com/office/drawing/2014/main" id="{125F49FE-A75A-B4DB-D841-81EA9AB5100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217" y="2848"/>
                <a:ext cx="16" cy="13"/>
              </a:xfrm>
              <a:prstGeom prst="line">
                <a:avLst/>
              </a:prstGeom>
              <a:noFill/>
              <a:ln w="7938">
                <a:solidFill>
                  <a:srgbClr val="FF66CC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26" name="Line 1024">
                <a:extLst>
                  <a:ext uri="{FF2B5EF4-FFF2-40B4-BE49-F238E27FC236}">
                    <a16:creationId xmlns:a16="http://schemas.microsoft.com/office/drawing/2014/main" id="{BBCA55EB-B765-6CAC-D131-7E9B5843E48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233" y="2835"/>
                <a:ext cx="16" cy="13"/>
              </a:xfrm>
              <a:prstGeom prst="line">
                <a:avLst/>
              </a:prstGeom>
              <a:noFill/>
              <a:ln w="7938">
                <a:solidFill>
                  <a:srgbClr val="FF66CC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27" name="Rectangle 1025">
                <a:extLst>
                  <a:ext uri="{FF2B5EF4-FFF2-40B4-BE49-F238E27FC236}">
                    <a16:creationId xmlns:a16="http://schemas.microsoft.com/office/drawing/2014/main" id="{3D799772-D618-B10E-58B0-3A81E868C04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222" y="2844"/>
                <a:ext cx="49" cy="38"/>
              </a:xfrm>
              <a:prstGeom prst="rect">
                <a:avLst/>
              </a:prstGeom>
              <a:noFill/>
              <a:ln w="9525">
                <a:solidFill>
                  <a:srgbClr val="FF66CC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28" name="Line 1026">
                <a:extLst>
                  <a:ext uri="{FF2B5EF4-FFF2-40B4-BE49-F238E27FC236}">
                    <a16:creationId xmlns:a16="http://schemas.microsoft.com/office/drawing/2014/main" id="{987FC559-4F93-0CCA-85F5-E2F02731828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3228" y="2848"/>
                <a:ext cx="16" cy="13"/>
              </a:xfrm>
              <a:prstGeom prst="line">
                <a:avLst/>
              </a:prstGeom>
              <a:noFill/>
              <a:ln w="7938">
                <a:solidFill>
                  <a:srgbClr val="FF66CC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29" name="Line 1027">
                <a:extLst>
                  <a:ext uri="{FF2B5EF4-FFF2-40B4-BE49-F238E27FC236}">
                    <a16:creationId xmlns:a16="http://schemas.microsoft.com/office/drawing/2014/main" id="{E842BD55-A2F7-A4D3-641D-ED7B7100ACD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228" y="2861"/>
                <a:ext cx="16" cy="13"/>
              </a:xfrm>
              <a:prstGeom prst="line">
                <a:avLst/>
              </a:prstGeom>
              <a:noFill/>
              <a:ln w="7938">
                <a:solidFill>
                  <a:srgbClr val="FF66CC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30" name="Rectangle 1028">
                <a:extLst>
                  <a:ext uri="{FF2B5EF4-FFF2-40B4-BE49-F238E27FC236}">
                    <a16:creationId xmlns:a16="http://schemas.microsoft.com/office/drawing/2014/main" id="{8A44C48D-5A5D-310F-F88F-20085C6EA54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228" y="2852"/>
                <a:ext cx="48" cy="39"/>
              </a:xfrm>
              <a:prstGeom prst="rect">
                <a:avLst/>
              </a:prstGeom>
              <a:noFill/>
              <a:ln w="9525">
                <a:solidFill>
                  <a:srgbClr val="FF66CC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31" name="Line 1029">
                <a:extLst>
                  <a:ext uri="{FF2B5EF4-FFF2-40B4-BE49-F238E27FC236}">
                    <a16:creationId xmlns:a16="http://schemas.microsoft.com/office/drawing/2014/main" id="{0DD068BA-E901-297C-43D6-FDDBAF23797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3233" y="2856"/>
                <a:ext cx="16" cy="13"/>
              </a:xfrm>
              <a:prstGeom prst="line">
                <a:avLst/>
              </a:prstGeom>
              <a:noFill/>
              <a:ln w="7938">
                <a:solidFill>
                  <a:srgbClr val="FF66CC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32" name="Line 1030">
                <a:extLst>
                  <a:ext uri="{FF2B5EF4-FFF2-40B4-BE49-F238E27FC236}">
                    <a16:creationId xmlns:a16="http://schemas.microsoft.com/office/drawing/2014/main" id="{2EC0086A-6FCB-3121-7F94-F29FEE049E0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233" y="2869"/>
                <a:ext cx="16" cy="13"/>
              </a:xfrm>
              <a:prstGeom prst="line">
                <a:avLst/>
              </a:prstGeom>
              <a:noFill/>
              <a:ln w="7938">
                <a:solidFill>
                  <a:srgbClr val="FF66CC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33" name="Rectangle 1031">
                <a:extLst>
                  <a:ext uri="{FF2B5EF4-FFF2-40B4-BE49-F238E27FC236}">
                    <a16:creationId xmlns:a16="http://schemas.microsoft.com/office/drawing/2014/main" id="{01853503-BC71-6353-D228-8996B444B90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239" y="2861"/>
                <a:ext cx="48" cy="38"/>
              </a:xfrm>
              <a:prstGeom prst="rect">
                <a:avLst/>
              </a:prstGeom>
              <a:noFill/>
              <a:ln w="9525">
                <a:solidFill>
                  <a:srgbClr val="FF66CC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35" name="Group 1032">
              <a:extLst>
                <a:ext uri="{FF2B5EF4-FFF2-40B4-BE49-F238E27FC236}">
                  <a16:creationId xmlns:a16="http://schemas.microsoft.com/office/drawing/2014/main" id="{8907CBBE-18D6-52ED-DEFD-0A98A9E2483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668" y="1146"/>
              <a:ext cx="436" cy="381"/>
              <a:chOff x="2862" y="1884"/>
              <a:chExt cx="2577" cy="1389"/>
            </a:xfrm>
          </p:grpSpPr>
          <p:sp>
            <p:nvSpPr>
              <p:cNvPr id="290" name="Line 1033">
                <a:extLst>
                  <a:ext uri="{FF2B5EF4-FFF2-40B4-BE49-F238E27FC236}">
                    <a16:creationId xmlns:a16="http://schemas.microsoft.com/office/drawing/2014/main" id="{0A3C9392-E971-68C8-4953-1A955089DA3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458" y="2666"/>
                <a:ext cx="6" cy="5"/>
              </a:xfrm>
              <a:prstGeom prst="line">
                <a:avLst/>
              </a:prstGeom>
              <a:noFill/>
              <a:ln w="19050">
                <a:solidFill>
                  <a:srgbClr val="808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1" name="Line 1034">
                <a:extLst>
                  <a:ext uri="{FF2B5EF4-FFF2-40B4-BE49-F238E27FC236}">
                    <a16:creationId xmlns:a16="http://schemas.microsoft.com/office/drawing/2014/main" id="{7DD1CE8C-726F-7A68-6F14-6C0FD35574C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464" y="2671"/>
                <a:ext cx="12" cy="10"/>
              </a:xfrm>
              <a:prstGeom prst="line">
                <a:avLst/>
              </a:prstGeom>
              <a:noFill/>
              <a:ln w="19050">
                <a:solidFill>
                  <a:srgbClr val="808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2" name="Line 1035">
                <a:extLst>
                  <a:ext uri="{FF2B5EF4-FFF2-40B4-BE49-F238E27FC236}">
                    <a16:creationId xmlns:a16="http://schemas.microsoft.com/office/drawing/2014/main" id="{91BCEB7E-E8B1-82CE-126C-9FCCC201F57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476" y="2681"/>
                <a:ext cx="6" cy="6"/>
              </a:xfrm>
              <a:prstGeom prst="line">
                <a:avLst/>
              </a:prstGeom>
              <a:noFill/>
              <a:ln w="19050">
                <a:solidFill>
                  <a:srgbClr val="808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3" name="Line 1036">
                <a:extLst>
                  <a:ext uri="{FF2B5EF4-FFF2-40B4-BE49-F238E27FC236}">
                    <a16:creationId xmlns:a16="http://schemas.microsoft.com/office/drawing/2014/main" id="{5C53EAAE-8777-3249-FC29-4143B4B0E0D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482" y="2687"/>
                <a:ext cx="6" cy="5"/>
              </a:xfrm>
              <a:prstGeom prst="line">
                <a:avLst/>
              </a:prstGeom>
              <a:noFill/>
              <a:ln w="19050">
                <a:solidFill>
                  <a:srgbClr val="808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4" name="Line 1037">
                <a:extLst>
                  <a:ext uri="{FF2B5EF4-FFF2-40B4-BE49-F238E27FC236}">
                    <a16:creationId xmlns:a16="http://schemas.microsoft.com/office/drawing/2014/main" id="{502CF7C9-9BDF-6B10-69B0-710A4EB974E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488" y="2692"/>
                <a:ext cx="12" cy="5"/>
              </a:xfrm>
              <a:prstGeom prst="line">
                <a:avLst/>
              </a:prstGeom>
              <a:noFill/>
              <a:ln w="19050">
                <a:solidFill>
                  <a:srgbClr val="808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5" name="Line 1038">
                <a:extLst>
                  <a:ext uri="{FF2B5EF4-FFF2-40B4-BE49-F238E27FC236}">
                    <a16:creationId xmlns:a16="http://schemas.microsoft.com/office/drawing/2014/main" id="{846E6891-E082-CE26-9855-93B61788680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500" y="2697"/>
                <a:ext cx="6" cy="10"/>
              </a:xfrm>
              <a:prstGeom prst="line">
                <a:avLst/>
              </a:prstGeom>
              <a:noFill/>
              <a:ln w="19050">
                <a:solidFill>
                  <a:srgbClr val="808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6" name="Line 1039">
                <a:extLst>
                  <a:ext uri="{FF2B5EF4-FFF2-40B4-BE49-F238E27FC236}">
                    <a16:creationId xmlns:a16="http://schemas.microsoft.com/office/drawing/2014/main" id="{C97787D9-4677-513F-9DCE-1273E70829A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506" y="2707"/>
                <a:ext cx="6" cy="6"/>
              </a:xfrm>
              <a:prstGeom prst="line">
                <a:avLst/>
              </a:prstGeom>
              <a:noFill/>
              <a:ln w="19050">
                <a:solidFill>
                  <a:srgbClr val="808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7" name="Line 1040">
                <a:extLst>
                  <a:ext uri="{FF2B5EF4-FFF2-40B4-BE49-F238E27FC236}">
                    <a16:creationId xmlns:a16="http://schemas.microsoft.com/office/drawing/2014/main" id="{8B7B23DF-9D68-1F4C-8607-735AD8E7F3C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512" y="2713"/>
                <a:ext cx="12" cy="5"/>
              </a:xfrm>
              <a:prstGeom prst="line">
                <a:avLst/>
              </a:prstGeom>
              <a:noFill/>
              <a:ln w="19050">
                <a:solidFill>
                  <a:srgbClr val="808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8" name="Line 1041">
                <a:extLst>
                  <a:ext uri="{FF2B5EF4-FFF2-40B4-BE49-F238E27FC236}">
                    <a16:creationId xmlns:a16="http://schemas.microsoft.com/office/drawing/2014/main" id="{FA7FE9A3-229B-72E4-F91C-2ADC48E270C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524" y="2718"/>
                <a:ext cx="6" cy="5"/>
              </a:xfrm>
              <a:prstGeom prst="line">
                <a:avLst/>
              </a:prstGeom>
              <a:noFill/>
              <a:ln w="19050">
                <a:solidFill>
                  <a:srgbClr val="808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9" name="Line 1042">
                <a:extLst>
                  <a:ext uri="{FF2B5EF4-FFF2-40B4-BE49-F238E27FC236}">
                    <a16:creationId xmlns:a16="http://schemas.microsoft.com/office/drawing/2014/main" id="{1579F913-5C8F-0A96-A844-C8BD0192832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530" y="2723"/>
                <a:ext cx="6" cy="5"/>
              </a:xfrm>
              <a:prstGeom prst="line">
                <a:avLst/>
              </a:prstGeom>
              <a:noFill/>
              <a:ln w="19050">
                <a:solidFill>
                  <a:srgbClr val="808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0" name="Line 1043">
                <a:extLst>
                  <a:ext uri="{FF2B5EF4-FFF2-40B4-BE49-F238E27FC236}">
                    <a16:creationId xmlns:a16="http://schemas.microsoft.com/office/drawing/2014/main" id="{1839797C-9DF9-77F3-F9F5-CFCC8018284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536" y="2728"/>
                <a:ext cx="12" cy="11"/>
              </a:xfrm>
              <a:prstGeom prst="line">
                <a:avLst/>
              </a:prstGeom>
              <a:noFill/>
              <a:ln w="19050">
                <a:solidFill>
                  <a:srgbClr val="808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1" name="Line 1044">
                <a:extLst>
                  <a:ext uri="{FF2B5EF4-FFF2-40B4-BE49-F238E27FC236}">
                    <a16:creationId xmlns:a16="http://schemas.microsoft.com/office/drawing/2014/main" id="{ACC7CF41-A4BD-0241-0F4C-31CF964D2BB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548" y="2739"/>
                <a:ext cx="6" cy="5"/>
              </a:xfrm>
              <a:prstGeom prst="line">
                <a:avLst/>
              </a:prstGeom>
              <a:noFill/>
              <a:ln w="19050">
                <a:solidFill>
                  <a:srgbClr val="808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2" name="Line 1045">
                <a:extLst>
                  <a:ext uri="{FF2B5EF4-FFF2-40B4-BE49-F238E27FC236}">
                    <a16:creationId xmlns:a16="http://schemas.microsoft.com/office/drawing/2014/main" id="{EC5133FE-DCED-FF55-FBC6-3A98AA6304D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554" y="2744"/>
                <a:ext cx="12" cy="5"/>
              </a:xfrm>
              <a:prstGeom prst="line">
                <a:avLst/>
              </a:prstGeom>
              <a:noFill/>
              <a:ln w="19050">
                <a:solidFill>
                  <a:srgbClr val="808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3" name="Line 1046">
                <a:extLst>
                  <a:ext uri="{FF2B5EF4-FFF2-40B4-BE49-F238E27FC236}">
                    <a16:creationId xmlns:a16="http://schemas.microsoft.com/office/drawing/2014/main" id="{9E2E543D-C498-057F-1C56-33808272E0B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566" y="2749"/>
                <a:ext cx="6" cy="6"/>
              </a:xfrm>
              <a:prstGeom prst="line">
                <a:avLst/>
              </a:prstGeom>
              <a:noFill/>
              <a:ln w="19050">
                <a:solidFill>
                  <a:srgbClr val="808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4" name="Line 1047">
                <a:extLst>
                  <a:ext uri="{FF2B5EF4-FFF2-40B4-BE49-F238E27FC236}">
                    <a16:creationId xmlns:a16="http://schemas.microsoft.com/office/drawing/2014/main" id="{30DD1715-DC05-A022-DB55-694A39D0FCE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572" y="2755"/>
                <a:ext cx="6" cy="5"/>
              </a:xfrm>
              <a:prstGeom prst="line">
                <a:avLst/>
              </a:prstGeom>
              <a:noFill/>
              <a:ln w="19050">
                <a:solidFill>
                  <a:srgbClr val="808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5" name="Line 1048">
                <a:extLst>
                  <a:ext uri="{FF2B5EF4-FFF2-40B4-BE49-F238E27FC236}">
                    <a16:creationId xmlns:a16="http://schemas.microsoft.com/office/drawing/2014/main" id="{D73E3D99-0ABE-03B4-3B7A-7C2F75C7DFE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578" y="2760"/>
                <a:ext cx="12" cy="5"/>
              </a:xfrm>
              <a:prstGeom prst="line">
                <a:avLst/>
              </a:prstGeom>
              <a:noFill/>
              <a:ln w="19050">
                <a:solidFill>
                  <a:srgbClr val="808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6" name="Line 1049">
                <a:extLst>
                  <a:ext uri="{FF2B5EF4-FFF2-40B4-BE49-F238E27FC236}">
                    <a16:creationId xmlns:a16="http://schemas.microsoft.com/office/drawing/2014/main" id="{FE6B7D38-567A-BF78-BB0A-26E61F672C8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590" y="2765"/>
                <a:ext cx="6" cy="5"/>
              </a:xfrm>
              <a:prstGeom prst="line">
                <a:avLst/>
              </a:prstGeom>
              <a:noFill/>
              <a:ln w="19050">
                <a:solidFill>
                  <a:srgbClr val="808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7" name="Line 1050">
                <a:extLst>
                  <a:ext uri="{FF2B5EF4-FFF2-40B4-BE49-F238E27FC236}">
                    <a16:creationId xmlns:a16="http://schemas.microsoft.com/office/drawing/2014/main" id="{5EA70445-C7BC-C943-BF83-2C72B07BAF2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596" y="2770"/>
                <a:ext cx="6" cy="5"/>
              </a:xfrm>
              <a:prstGeom prst="line">
                <a:avLst/>
              </a:prstGeom>
              <a:noFill/>
              <a:ln w="19050">
                <a:solidFill>
                  <a:srgbClr val="808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8" name="Line 1051">
                <a:extLst>
                  <a:ext uri="{FF2B5EF4-FFF2-40B4-BE49-F238E27FC236}">
                    <a16:creationId xmlns:a16="http://schemas.microsoft.com/office/drawing/2014/main" id="{E04EC4FC-2141-853F-314C-642BD4BDFEE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602" y="2775"/>
                <a:ext cx="13" cy="11"/>
              </a:xfrm>
              <a:prstGeom prst="line">
                <a:avLst/>
              </a:prstGeom>
              <a:noFill/>
              <a:ln w="19050">
                <a:solidFill>
                  <a:srgbClr val="808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9" name="Line 1052">
                <a:extLst>
                  <a:ext uri="{FF2B5EF4-FFF2-40B4-BE49-F238E27FC236}">
                    <a16:creationId xmlns:a16="http://schemas.microsoft.com/office/drawing/2014/main" id="{C545A26A-C399-0815-A2DC-646D300DBB6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615" y="2786"/>
                <a:ext cx="6" cy="5"/>
              </a:xfrm>
              <a:prstGeom prst="line">
                <a:avLst/>
              </a:prstGeom>
              <a:noFill/>
              <a:ln w="19050">
                <a:solidFill>
                  <a:srgbClr val="808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10" name="Line 1053">
                <a:extLst>
                  <a:ext uri="{FF2B5EF4-FFF2-40B4-BE49-F238E27FC236}">
                    <a16:creationId xmlns:a16="http://schemas.microsoft.com/office/drawing/2014/main" id="{227C0E1A-52EA-0843-5295-66D18B00EB2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621" y="2791"/>
                <a:ext cx="6" cy="5"/>
              </a:xfrm>
              <a:prstGeom prst="line">
                <a:avLst/>
              </a:prstGeom>
              <a:noFill/>
              <a:ln w="19050">
                <a:solidFill>
                  <a:srgbClr val="808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11" name="Line 1054">
                <a:extLst>
                  <a:ext uri="{FF2B5EF4-FFF2-40B4-BE49-F238E27FC236}">
                    <a16:creationId xmlns:a16="http://schemas.microsoft.com/office/drawing/2014/main" id="{8F0F7D56-DD03-CAE9-5E22-FAF7E957A4E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627" y="2796"/>
                <a:ext cx="12" cy="6"/>
              </a:xfrm>
              <a:prstGeom prst="line">
                <a:avLst/>
              </a:prstGeom>
              <a:noFill/>
              <a:ln w="19050">
                <a:solidFill>
                  <a:srgbClr val="808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12" name="Line 1055">
                <a:extLst>
                  <a:ext uri="{FF2B5EF4-FFF2-40B4-BE49-F238E27FC236}">
                    <a16:creationId xmlns:a16="http://schemas.microsoft.com/office/drawing/2014/main" id="{1A939B25-2BF5-874A-1E5F-39DB5DE2E95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639" y="2802"/>
                <a:ext cx="6" cy="5"/>
              </a:xfrm>
              <a:prstGeom prst="line">
                <a:avLst/>
              </a:prstGeom>
              <a:noFill/>
              <a:ln w="19050">
                <a:solidFill>
                  <a:srgbClr val="808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13" name="Line 1056">
                <a:extLst>
                  <a:ext uri="{FF2B5EF4-FFF2-40B4-BE49-F238E27FC236}">
                    <a16:creationId xmlns:a16="http://schemas.microsoft.com/office/drawing/2014/main" id="{A69B0B40-6FE6-C669-3C80-66D87E4F017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645" y="2807"/>
                <a:ext cx="96" cy="57"/>
              </a:xfrm>
              <a:prstGeom prst="line">
                <a:avLst/>
              </a:prstGeom>
              <a:noFill/>
              <a:ln w="19050">
                <a:solidFill>
                  <a:srgbClr val="808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14" name="Line 1057">
                <a:extLst>
                  <a:ext uri="{FF2B5EF4-FFF2-40B4-BE49-F238E27FC236}">
                    <a16:creationId xmlns:a16="http://schemas.microsoft.com/office/drawing/2014/main" id="{5DEC4C46-3DCB-F428-A5E9-98CA0548DFA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741" y="2864"/>
                <a:ext cx="102" cy="53"/>
              </a:xfrm>
              <a:prstGeom prst="line">
                <a:avLst/>
              </a:prstGeom>
              <a:noFill/>
              <a:ln w="19050">
                <a:solidFill>
                  <a:srgbClr val="808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15" name="Line 1058">
                <a:extLst>
                  <a:ext uri="{FF2B5EF4-FFF2-40B4-BE49-F238E27FC236}">
                    <a16:creationId xmlns:a16="http://schemas.microsoft.com/office/drawing/2014/main" id="{C50BE5DA-9C62-932A-BF45-BB10E5B3A2F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43" y="2917"/>
                <a:ext cx="97" cy="47"/>
              </a:xfrm>
              <a:prstGeom prst="line">
                <a:avLst/>
              </a:prstGeom>
              <a:noFill/>
              <a:ln w="19050">
                <a:solidFill>
                  <a:srgbClr val="808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16" name="Line 1059">
                <a:extLst>
                  <a:ext uri="{FF2B5EF4-FFF2-40B4-BE49-F238E27FC236}">
                    <a16:creationId xmlns:a16="http://schemas.microsoft.com/office/drawing/2014/main" id="{0A77EF6E-9D43-24F3-6C96-C6C8FC160B3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40" y="2964"/>
                <a:ext cx="96" cy="42"/>
              </a:xfrm>
              <a:prstGeom prst="line">
                <a:avLst/>
              </a:prstGeom>
              <a:noFill/>
              <a:ln w="19050">
                <a:solidFill>
                  <a:srgbClr val="808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17" name="Line 1060">
                <a:extLst>
                  <a:ext uri="{FF2B5EF4-FFF2-40B4-BE49-F238E27FC236}">
                    <a16:creationId xmlns:a16="http://schemas.microsoft.com/office/drawing/2014/main" id="{14AB499A-4935-80AE-4275-320090E37D5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36" y="3006"/>
                <a:ext cx="96" cy="31"/>
              </a:xfrm>
              <a:prstGeom prst="line">
                <a:avLst/>
              </a:prstGeom>
              <a:noFill/>
              <a:ln w="19050">
                <a:solidFill>
                  <a:srgbClr val="808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18" name="Line 1061">
                <a:extLst>
                  <a:ext uri="{FF2B5EF4-FFF2-40B4-BE49-F238E27FC236}">
                    <a16:creationId xmlns:a16="http://schemas.microsoft.com/office/drawing/2014/main" id="{6953AEB7-5B44-73D1-73DC-E465476FDDE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132" y="3037"/>
                <a:ext cx="103" cy="31"/>
              </a:xfrm>
              <a:prstGeom prst="line">
                <a:avLst/>
              </a:prstGeom>
              <a:noFill/>
              <a:ln w="19050">
                <a:solidFill>
                  <a:srgbClr val="808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19" name="Line 1062">
                <a:extLst>
                  <a:ext uri="{FF2B5EF4-FFF2-40B4-BE49-F238E27FC236}">
                    <a16:creationId xmlns:a16="http://schemas.microsoft.com/office/drawing/2014/main" id="{C44B88AC-D53A-B21A-746E-85AC81CCA88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235" y="3068"/>
                <a:ext cx="96" cy="32"/>
              </a:xfrm>
              <a:prstGeom prst="line">
                <a:avLst/>
              </a:prstGeom>
              <a:noFill/>
              <a:ln w="19050">
                <a:solidFill>
                  <a:srgbClr val="808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20" name="Line 1063">
                <a:extLst>
                  <a:ext uri="{FF2B5EF4-FFF2-40B4-BE49-F238E27FC236}">
                    <a16:creationId xmlns:a16="http://schemas.microsoft.com/office/drawing/2014/main" id="{F8DC00AB-2CEF-6634-17C8-A3114326544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331" y="3100"/>
                <a:ext cx="96" cy="21"/>
              </a:xfrm>
              <a:prstGeom prst="line">
                <a:avLst/>
              </a:prstGeom>
              <a:noFill/>
              <a:ln w="19050">
                <a:solidFill>
                  <a:srgbClr val="808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21" name="Line 1064">
                <a:extLst>
                  <a:ext uri="{FF2B5EF4-FFF2-40B4-BE49-F238E27FC236}">
                    <a16:creationId xmlns:a16="http://schemas.microsoft.com/office/drawing/2014/main" id="{EC01FB62-AFE0-B8B6-A2F0-0D4C63EA986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427" y="3121"/>
                <a:ext cx="103" cy="21"/>
              </a:xfrm>
              <a:prstGeom prst="line">
                <a:avLst/>
              </a:prstGeom>
              <a:noFill/>
              <a:ln w="19050">
                <a:solidFill>
                  <a:srgbClr val="808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22" name="Line 1065">
                <a:extLst>
                  <a:ext uri="{FF2B5EF4-FFF2-40B4-BE49-F238E27FC236}">
                    <a16:creationId xmlns:a16="http://schemas.microsoft.com/office/drawing/2014/main" id="{5FFD9BE5-590E-6E0A-2ECB-67C0F5E698B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530" y="3142"/>
                <a:ext cx="96" cy="21"/>
              </a:xfrm>
              <a:prstGeom prst="line">
                <a:avLst/>
              </a:prstGeom>
              <a:noFill/>
              <a:ln w="19050">
                <a:solidFill>
                  <a:srgbClr val="808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23" name="Line 1066">
                <a:extLst>
                  <a:ext uri="{FF2B5EF4-FFF2-40B4-BE49-F238E27FC236}">
                    <a16:creationId xmlns:a16="http://schemas.microsoft.com/office/drawing/2014/main" id="{475783D3-3F32-8673-0B9A-23FACC213CC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626" y="3163"/>
                <a:ext cx="96" cy="15"/>
              </a:xfrm>
              <a:prstGeom prst="line">
                <a:avLst/>
              </a:prstGeom>
              <a:noFill/>
              <a:ln w="19050">
                <a:solidFill>
                  <a:srgbClr val="808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24" name="Line 1067">
                <a:extLst>
                  <a:ext uri="{FF2B5EF4-FFF2-40B4-BE49-F238E27FC236}">
                    <a16:creationId xmlns:a16="http://schemas.microsoft.com/office/drawing/2014/main" id="{C3129466-5201-E7B9-59A6-E975CB2760F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722" y="3178"/>
                <a:ext cx="97" cy="11"/>
              </a:xfrm>
              <a:prstGeom prst="line">
                <a:avLst/>
              </a:prstGeom>
              <a:noFill/>
              <a:ln w="19050">
                <a:solidFill>
                  <a:srgbClr val="808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25" name="Line 1068">
                <a:extLst>
                  <a:ext uri="{FF2B5EF4-FFF2-40B4-BE49-F238E27FC236}">
                    <a16:creationId xmlns:a16="http://schemas.microsoft.com/office/drawing/2014/main" id="{26FA1268-9AE9-9BAA-D445-1FB5B474CAA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819" y="3189"/>
                <a:ext cx="102" cy="15"/>
              </a:xfrm>
              <a:prstGeom prst="line">
                <a:avLst/>
              </a:prstGeom>
              <a:noFill/>
              <a:ln w="19050">
                <a:solidFill>
                  <a:srgbClr val="808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26" name="Line 1069">
                <a:extLst>
                  <a:ext uri="{FF2B5EF4-FFF2-40B4-BE49-F238E27FC236}">
                    <a16:creationId xmlns:a16="http://schemas.microsoft.com/office/drawing/2014/main" id="{9D73CBC9-6FF9-3465-EAA6-EC1C4046A2D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921" y="3204"/>
                <a:ext cx="96" cy="11"/>
              </a:xfrm>
              <a:prstGeom prst="line">
                <a:avLst/>
              </a:prstGeom>
              <a:noFill/>
              <a:ln w="19050">
                <a:solidFill>
                  <a:srgbClr val="808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27" name="Line 1070">
                <a:extLst>
                  <a:ext uri="{FF2B5EF4-FFF2-40B4-BE49-F238E27FC236}">
                    <a16:creationId xmlns:a16="http://schemas.microsoft.com/office/drawing/2014/main" id="{B7766D32-AD77-1BFB-5046-408266FED14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017" y="3215"/>
                <a:ext cx="97" cy="5"/>
              </a:xfrm>
              <a:prstGeom prst="line">
                <a:avLst/>
              </a:prstGeom>
              <a:noFill/>
              <a:ln w="19050">
                <a:solidFill>
                  <a:srgbClr val="808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28" name="Line 1071">
                <a:extLst>
                  <a:ext uri="{FF2B5EF4-FFF2-40B4-BE49-F238E27FC236}">
                    <a16:creationId xmlns:a16="http://schemas.microsoft.com/office/drawing/2014/main" id="{4EEEBEB7-3B68-E750-6218-D94D6DADBCD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114" y="3220"/>
                <a:ext cx="96" cy="11"/>
              </a:xfrm>
              <a:prstGeom prst="line">
                <a:avLst/>
              </a:prstGeom>
              <a:noFill/>
              <a:ln w="19050">
                <a:solidFill>
                  <a:srgbClr val="808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29" name="Line 1072">
                <a:extLst>
                  <a:ext uri="{FF2B5EF4-FFF2-40B4-BE49-F238E27FC236}">
                    <a16:creationId xmlns:a16="http://schemas.microsoft.com/office/drawing/2014/main" id="{12A3C20A-76A3-EE82-FC57-EA57C15357C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210" y="3231"/>
                <a:ext cx="102" cy="5"/>
              </a:xfrm>
              <a:prstGeom prst="line">
                <a:avLst/>
              </a:prstGeom>
              <a:noFill/>
              <a:ln w="19050">
                <a:solidFill>
                  <a:srgbClr val="808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30" name="Line 1073">
                <a:extLst>
                  <a:ext uri="{FF2B5EF4-FFF2-40B4-BE49-F238E27FC236}">
                    <a16:creationId xmlns:a16="http://schemas.microsoft.com/office/drawing/2014/main" id="{53066E84-EBB9-A3D6-4D47-390965DBCE9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312" y="3236"/>
                <a:ext cx="97" cy="10"/>
              </a:xfrm>
              <a:prstGeom prst="line">
                <a:avLst/>
              </a:prstGeom>
              <a:noFill/>
              <a:ln w="19050">
                <a:solidFill>
                  <a:srgbClr val="808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31" name="Line 1074">
                <a:extLst>
                  <a:ext uri="{FF2B5EF4-FFF2-40B4-BE49-F238E27FC236}">
                    <a16:creationId xmlns:a16="http://schemas.microsoft.com/office/drawing/2014/main" id="{A0067D6F-0F55-EAA5-E860-0E783688A3A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627" y="2807"/>
                <a:ext cx="18" cy="16"/>
              </a:xfrm>
              <a:prstGeom prst="line">
                <a:avLst/>
              </a:prstGeom>
              <a:noFill/>
              <a:ln w="9525">
                <a:solidFill>
                  <a:srgbClr val="808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32" name="Rectangle 1075">
                <a:extLst>
                  <a:ext uri="{FF2B5EF4-FFF2-40B4-BE49-F238E27FC236}">
                    <a16:creationId xmlns:a16="http://schemas.microsoft.com/office/drawing/2014/main" id="{FEABE647-DCE0-F76B-6472-CBCA7F7AA62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717" y="2844"/>
                <a:ext cx="54" cy="4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33" name="Line 1076">
                <a:extLst>
                  <a:ext uri="{FF2B5EF4-FFF2-40B4-BE49-F238E27FC236}">
                    <a16:creationId xmlns:a16="http://schemas.microsoft.com/office/drawing/2014/main" id="{27661C5F-232F-8809-28ED-89EFDD3D35E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3723" y="2849"/>
                <a:ext cx="18" cy="15"/>
              </a:xfrm>
              <a:prstGeom prst="line">
                <a:avLst/>
              </a:prstGeom>
              <a:noFill/>
              <a:ln w="9525">
                <a:solidFill>
                  <a:srgbClr val="808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34" name="Line 1077">
                <a:extLst>
                  <a:ext uri="{FF2B5EF4-FFF2-40B4-BE49-F238E27FC236}">
                    <a16:creationId xmlns:a16="http://schemas.microsoft.com/office/drawing/2014/main" id="{1E8B5465-6E84-C54B-CA9D-6B286548C40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741" y="2864"/>
                <a:ext cx="18" cy="16"/>
              </a:xfrm>
              <a:prstGeom prst="line">
                <a:avLst/>
              </a:prstGeom>
              <a:noFill/>
              <a:ln w="9525">
                <a:solidFill>
                  <a:srgbClr val="808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35" name="Line 1078">
                <a:extLst>
                  <a:ext uri="{FF2B5EF4-FFF2-40B4-BE49-F238E27FC236}">
                    <a16:creationId xmlns:a16="http://schemas.microsoft.com/office/drawing/2014/main" id="{EFA90376-3BBB-999A-AB94-A4FD515B37C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723" y="2864"/>
                <a:ext cx="18" cy="16"/>
              </a:xfrm>
              <a:prstGeom prst="line">
                <a:avLst/>
              </a:prstGeom>
              <a:noFill/>
              <a:ln w="9525">
                <a:solidFill>
                  <a:srgbClr val="808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36" name="Rectangle 1079">
                <a:extLst>
                  <a:ext uri="{FF2B5EF4-FFF2-40B4-BE49-F238E27FC236}">
                    <a16:creationId xmlns:a16="http://schemas.microsoft.com/office/drawing/2014/main" id="{46B9F8A9-6DA7-D164-5A4E-E49AA1169A6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19" y="2896"/>
                <a:ext cx="54" cy="4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37" name="Line 1080">
                <a:extLst>
                  <a:ext uri="{FF2B5EF4-FFF2-40B4-BE49-F238E27FC236}">
                    <a16:creationId xmlns:a16="http://schemas.microsoft.com/office/drawing/2014/main" id="{E62E7669-EFA2-3DBB-CCE2-075B9F194E9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3825" y="2901"/>
                <a:ext cx="18" cy="16"/>
              </a:xfrm>
              <a:prstGeom prst="line">
                <a:avLst/>
              </a:prstGeom>
              <a:noFill/>
              <a:ln w="9525">
                <a:solidFill>
                  <a:srgbClr val="808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38" name="Line 1081">
                <a:extLst>
                  <a:ext uri="{FF2B5EF4-FFF2-40B4-BE49-F238E27FC236}">
                    <a16:creationId xmlns:a16="http://schemas.microsoft.com/office/drawing/2014/main" id="{336F75BE-58B4-A784-F672-6137EFCDF8D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43" y="2917"/>
                <a:ext cx="18" cy="15"/>
              </a:xfrm>
              <a:prstGeom prst="line">
                <a:avLst/>
              </a:prstGeom>
              <a:noFill/>
              <a:ln w="9525">
                <a:solidFill>
                  <a:srgbClr val="808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39" name="Line 1082">
                <a:extLst>
                  <a:ext uri="{FF2B5EF4-FFF2-40B4-BE49-F238E27FC236}">
                    <a16:creationId xmlns:a16="http://schemas.microsoft.com/office/drawing/2014/main" id="{8F0862FF-C6F4-5088-D592-B6BC735AC39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825" y="2917"/>
                <a:ext cx="18" cy="15"/>
              </a:xfrm>
              <a:prstGeom prst="line">
                <a:avLst/>
              </a:prstGeom>
              <a:noFill/>
              <a:ln w="9525">
                <a:solidFill>
                  <a:srgbClr val="808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40" name="Rectangle 1083">
                <a:extLst>
                  <a:ext uri="{FF2B5EF4-FFF2-40B4-BE49-F238E27FC236}">
                    <a16:creationId xmlns:a16="http://schemas.microsoft.com/office/drawing/2014/main" id="{A7FC3C99-34C4-95AA-01A7-8BD1B772499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16" y="2943"/>
                <a:ext cx="54" cy="4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41" name="Line 1084">
                <a:extLst>
                  <a:ext uri="{FF2B5EF4-FFF2-40B4-BE49-F238E27FC236}">
                    <a16:creationId xmlns:a16="http://schemas.microsoft.com/office/drawing/2014/main" id="{32C1EB98-EFEB-B60B-BE8C-928EB15E796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3922" y="2948"/>
                <a:ext cx="18" cy="16"/>
              </a:xfrm>
              <a:prstGeom prst="line">
                <a:avLst/>
              </a:prstGeom>
              <a:noFill/>
              <a:ln w="9525">
                <a:solidFill>
                  <a:srgbClr val="808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42" name="Line 1085">
                <a:extLst>
                  <a:ext uri="{FF2B5EF4-FFF2-40B4-BE49-F238E27FC236}">
                    <a16:creationId xmlns:a16="http://schemas.microsoft.com/office/drawing/2014/main" id="{2173A75E-015E-D7F5-D9ED-82BE149511E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40" y="2964"/>
                <a:ext cx="18" cy="16"/>
              </a:xfrm>
              <a:prstGeom prst="line">
                <a:avLst/>
              </a:prstGeom>
              <a:noFill/>
              <a:ln w="9525">
                <a:solidFill>
                  <a:srgbClr val="808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43" name="Line 1086">
                <a:extLst>
                  <a:ext uri="{FF2B5EF4-FFF2-40B4-BE49-F238E27FC236}">
                    <a16:creationId xmlns:a16="http://schemas.microsoft.com/office/drawing/2014/main" id="{88A85C32-2C33-644D-6262-D613E801292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922" y="2964"/>
                <a:ext cx="18" cy="16"/>
              </a:xfrm>
              <a:prstGeom prst="line">
                <a:avLst/>
              </a:prstGeom>
              <a:noFill/>
              <a:ln w="9525">
                <a:solidFill>
                  <a:srgbClr val="808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44" name="Line 1087">
                <a:extLst>
                  <a:ext uri="{FF2B5EF4-FFF2-40B4-BE49-F238E27FC236}">
                    <a16:creationId xmlns:a16="http://schemas.microsoft.com/office/drawing/2014/main" id="{08B15F54-0DD3-9854-35C0-3DEAB6FDBCA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940" y="2948"/>
                <a:ext cx="18" cy="16"/>
              </a:xfrm>
              <a:prstGeom prst="line">
                <a:avLst/>
              </a:prstGeom>
              <a:noFill/>
              <a:ln w="9525">
                <a:solidFill>
                  <a:srgbClr val="808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45" name="Rectangle 1088">
                <a:extLst>
                  <a:ext uri="{FF2B5EF4-FFF2-40B4-BE49-F238E27FC236}">
                    <a16:creationId xmlns:a16="http://schemas.microsoft.com/office/drawing/2014/main" id="{5C2B7F67-A972-226B-6C31-EB6C03D44F7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012" y="2985"/>
                <a:ext cx="54" cy="4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46" name="Line 1089">
                <a:extLst>
                  <a:ext uri="{FF2B5EF4-FFF2-40B4-BE49-F238E27FC236}">
                    <a16:creationId xmlns:a16="http://schemas.microsoft.com/office/drawing/2014/main" id="{433B27E3-3FB0-C8E4-9520-75C022095CD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4018" y="2990"/>
                <a:ext cx="18" cy="16"/>
              </a:xfrm>
              <a:prstGeom prst="line">
                <a:avLst/>
              </a:prstGeom>
              <a:noFill/>
              <a:ln w="9525">
                <a:solidFill>
                  <a:srgbClr val="808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47" name="Line 1090">
                <a:extLst>
                  <a:ext uri="{FF2B5EF4-FFF2-40B4-BE49-F238E27FC236}">
                    <a16:creationId xmlns:a16="http://schemas.microsoft.com/office/drawing/2014/main" id="{21AFA572-0C22-3804-B27E-820953FA954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36" y="3006"/>
                <a:ext cx="18" cy="15"/>
              </a:xfrm>
              <a:prstGeom prst="line">
                <a:avLst/>
              </a:prstGeom>
              <a:noFill/>
              <a:ln w="9525">
                <a:solidFill>
                  <a:srgbClr val="808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48" name="Line 1091">
                <a:extLst>
                  <a:ext uri="{FF2B5EF4-FFF2-40B4-BE49-F238E27FC236}">
                    <a16:creationId xmlns:a16="http://schemas.microsoft.com/office/drawing/2014/main" id="{2A7C8960-A27B-CAB6-125F-03B644752F9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4018" y="3006"/>
                <a:ext cx="18" cy="15"/>
              </a:xfrm>
              <a:prstGeom prst="line">
                <a:avLst/>
              </a:prstGeom>
              <a:noFill/>
              <a:ln w="9525">
                <a:solidFill>
                  <a:srgbClr val="808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49" name="Line 1092">
                <a:extLst>
                  <a:ext uri="{FF2B5EF4-FFF2-40B4-BE49-F238E27FC236}">
                    <a16:creationId xmlns:a16="http://schemas.microsoft.com/office/drawing/2014/main" id="{9FD099EA-F3CB-400F-C06D-D2CCB693AC0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036" y="2990"/>
                <a:ext cx="18" cy="16"/>
              </a:xfrm>
              <a:prstGeom prst="line">
                <a:avLst/>
              </a:prstGeom>
              <a:noFill/>
              <a:ln w="9525">
                <a:solidFill>
                  <a:srgbClr val="808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0" name="Rectangle 1093">
                <a:extLst>
                  <a:ext uri="{FF2B5EF4-FFF2-40B4-BE49-F238E27FC236}">
                    <a16:creationId xmlns:a16="http://schemas.microsoft.com/office/drawing/2014/main" id="{3249363D-5612-D670-9BE6-EA457353A97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08" y="3016"/>
                <a:ext cx="54" cy="4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1" name="Line 1094">
                <a:extLst>
                  <a:ext uri="{FF2B5EF4-FFF2-40B4-BE49-F238E27FC236}">
                    <a16:creationId xmlns:a16="http://schemas.microsoft.com/office/drawing/2014/main" id="{55B5480F-4A31-D246-2E26-3FE259585C3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4114" y="3021"/>
                <a:ext cx="18" cy="16"/>
              </a:xfrm>
              <a:prstGeom prst="line">
                <a:avLst/>
              </a:prstGeom>
              <a:noFill/>
              <a:ln w="9525">
                <a:solidFill>
                  <a:srgbClr val="808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2" name="Line 1095">
                <a:extLst>
                  <a:ext uri="{FF2B5EF4-FFF2-40B4-BE49-F238E27FC236}">
                    <a16:creationId xmlns:a16="http://schemas.microsoft.com/office/drawing/2014/main" id="{40945593-F631-6580-E28D-90497E144F1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132" y="3037"/>
                <a:ext cx="18" cy="16"/>
              </a:xfrm>
              <a:prstGeom prst="line">
                <a:avLst/>
              </a:prstGeom>
              <a:noFill/>
              <a:ln w="9525">
                <a:solidFill>
                  <a:srgbClr val="808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3" name="Line 1096">
                <a:extLst>
                  <a:ext uri="{FF2B5EF4-FFF2-40B4-BE49-F238E27FC236}">
                    <a16:creationId xmlns:a16="http://schemas.microsoft.com/office/drawing/2014/main" id="{CEA369A8-A69A-2629-D2D8-331322C5E39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4114" y="3037"/>
                <a:ext cx="18" cy="16"/>
              </a:xfrm>
              <a:prstGeom prst="line">
                <a:avLst/>
              </a:prstGeom>
              <a:noFill/>
              <a:ln w="9525">
                <a:solidFill>
                  <a:srgbClr val="808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4" name="Line 1097">
                <a:extLst>
                  <a:ext uri="{FF2B5EF4-FFF2-40B4-BE49-F238E27FC236}">
                    <a16:creationId xmlns:a16="http://schemas.microsoft.com/office/drawing/2014/main" id="{87DCE745-0B15-03DB-6019-9F84FE9A0AC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132" y="3021"/>
                <a:ext cx="18" cy="16"/>
              </a:xfrm>
              <a:prstGeom prst="line">
                <a:avLst/>
              </a:prstGeom>
              <a:noFill/>
              <a:ln w="9525">
                <a:solidFill>
                  <a:srgbClr val="808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5" name="Rectangle 1098">
                <a:extLst>
                  <a:ext uri="{FF2B5EF4-FFF2-40B4-BE49-F238E27FC236}">
                    <a16:creationId xmlns:a16="http://schemas.microsoft.com/office/drawing/2014/main" id="{0C89BBCE-5424-C558-EF4D-BB9FB4A87A6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11" y="3048"/>
                <a:ext cx="54" cy="4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6" name="Line 1099">
                <a:extLst>
                  <a:ext uri="{FF2B5EF4-FFF2-40B4-BE49-F238E27FC236}">
                    <a16:creationId xmlns:a16="http://schemas.microsoft.com/office/drawing/2014/main" id="{A8625E0A-05D9-23FB-6EBE-08B413F0BC9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4217" y="3053"/>
                <a:ext cx="18" cy="15"/>
              </a:xfrm>
              <a:prstGeom prst="line">
                <a:avLst/>
              </a:prstGeom>
              <a:noFill/>
              <a:ln w="9525">
                <a:solidFill>
                  <a:srgbClr val="808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7" name="Line 1100">
                <a:extLst>
                  <a:ext uri="{FF2B5EF4-FFF2-40B4-BE49-F238E27FC236}">
                    <a16:creationId xmlns:a16="http://schemas.microsoft.com/office/drawing/2014/main" id="{562F1249-5785-62FB-A779-3BB5EEE6F17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235" y="3068"/>
                <a:ext cx="18" cy="16"/>
              </a:xfrm>
              <a:prstGeom prst="line">
                <a:avLst/>
              </a:prstGeom>
              <a:noFill/>
              <a:ln w="9525">
                <a:solidFill>
                  <a:srgbClr val="808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8" name="Line 1101">
                <a:extLst>
                  <a:ext uri="{FF2B5EF4-FFF2-40B4-BE49-F238E27FC236}">
                    <a16:creationId xmlns:a16="http://schemas.microsoft.com/office/drawing/2014/main" id="{0D5ECD4A-A03A-7D4A-28BA-C795AD9B3D5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4217" y="3068"/>
                <a:ext cx="18" cy="16"/>
              </a:xfrm>
              <a:prstGeom prst="line">
                <a:avLst/>
              </a:prstGeom>
              <a:noFill/>
              <a:ln w="9525">
                <a:solidFill>
                  <a:srgbClr val="808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9" name="Line 1102">
                <a:extLst>
                  <a:ext uri="{FF2B5EF4-FFF2-40B4-BE49-F238E27FC236}">
                    <a16:creationId xmlns:a16="http://schemas.microsoft.com/office/drawing/2014/main" id="{05A72210-A45D-92F3-4C90-D16B851DD8C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235" y="3053"/>
                <a:ext cx="18" cy="15"/>
              </a:xfrm>
              <a:prstGeom prst="line">
                <a:avLst/>
              </a:prstGeom>
              <a:noFill/>
              <a:ln w="9525">
                <a:solidFill>
                  <a:srgbClr val="808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0" name="Rectangle 1103">
                <a:extLst>
                  <a:ext uri="{FF2B5EF4-FFF2-40B4-BE49-F238E27FC236}">
                    <a16:creationId xmlns:a16="http://schemas.microsoft.com/office/drawing/2014/main" id="{36AF4D95-EF05-644F-51E2-13C7FF4529C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07" y="3079"/>
                <a:ext cx="54" cy="4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1" name="Line 1104">
                <a:extLst>
                  <a:ext uri="{FF2B5EF4-FFF2-40B4-BE49-F238E27FC236}">
                    <a16:creationId xmlns:a16="http://schemas.microsoft.com/office/drawing/2014/main" id="{25B1D9D7-6811-8F19-1080-0BD6865DF11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4313" y="3084"/>
                <a:ext cx="18" cy="16"/>
              </a:xfrm>
              <a:prstGeom prst="line">
                <a:avLst/>
              </a:prstGeom>
              <a:noFill/>
              <a:ln w="9525">
                <a:solidFill>
                  <a:srgbClr val="808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2" name="Line 1105">
                <a:extLst>
                  <a:ext uri="{FF2B5EF4-FFF2-40B4-BE49-F238E27FC236}">
                    <a16:creationId xmlns:a16="http://schemas.microsoft.com/office/drawing/2014/main" id="{DBA484ED-98B0-AF2C-8F29-C6FBD8732BC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331" y="3100"/>
                <a:ext cx="18" cy="16"/>
              </a:xfrm>
              <a:prstGeom prst="line">
                <a:avLst/>
              </a:prstGeom>
              <a:noFill/>
              <a:ln w="9525">
                <a:solidFill>
                  <a:srgbClr val="808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3" name="Line 1106">
                <a:extLst>
                  <a:ext uri="{FF2B5EF4-FFF2-40B4-BE49-F238E27FC236}">
                    <a16:creationId xmlns:a16="http://schemas.microsoft.com/office/drawing/2014/main" id="{724D4D06-4AB7-6267-7E03-A755A60D21B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4313" y="3100"/>
                <a:ext cx="18" cy="16"/>
              </a:xfrm>
              <a:prstGeom prst="line">
                <a:avLst/>
              </a:prstGeom>
              <a:noFill/>
              <a:ln w="9525">
                <a:solidFill>
                  <a:srgbClr val="808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4" name="Line 1107">
                <a:extLst>
                  <a:ext uri="{FF2B5EF4-FFF2-40B4-BE49-F238E27FC236}">
                    <a16:creationId xmlns:a16="http://schemas.microsoft.com/office/drawing/2014/main" id="{2924BFCD-FB13-5407-C95D-9FB3B714C6F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331" y="3084"/>
                <a:ext cx="18" cy="16"/>
              </a:xfrm>
              <a:prstGeom prst="line">
                <a:avLst/>
              </a:prstGeom>
              <a:noFill/>
              <a:ln w="9525">
                <a:solidFill>
                  <a:srgbClr val="808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5" name="Rectangle 1108">
                <a:extLst>
                  <a:ext uri="{FF2B5EF4-FFF2-40B4-BE49-F238E27FC236}">
                    <a16:creationId xmlns:a16="http://schemas.microsoft.com/office/drawing/2014/main" id="{CEB06230-1DC6-C68C-5D21-AFF4203F834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03" y="3100"/>
                <a:ext cx="54" cy="4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6" name="Line 1109">
                <a:extLst>
                  <a:ext uri="{FF2B5EF4-FFF2-40B4-BE49-F238E27FC236}">
                    <a16:creationId xmlns:a16="http://schemas.microsoft.com/office/drawing/2014/main" id="{2CDAB400-1350-D15C-0865-C4DE7CEC032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4409" y="3105"/>
                <a:ext cx="18" cy="16"/>
              </a:xfrm>
              <a:prstGeom prst="line">
                <a:avLst/>
              </a:prstGeom>
              <a:noFill/>
              <a:ln w="9525">
                <a:solidFill>
                  <a:srgbClr val="808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7" name="Line 1110">
                <a:extLst>
                  <a:ext uri="{FF2B5EF4-FFF2-40B4-BE49-F238E27FC236}">
                    <a16:creationId xmlns:a16="http://schemas.microsoft.com/office/drawing/2014/main" id="{E8517D10-2121-F1D0-F84B-4071886B140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427" y="3121"/>
                <a:ext cx="18" cy="15"/>
              </a:xfrm>
              <a:prstGeom prst="line">
                <a:avLst/>
              </a:prstGeom>
              <a:noFill/>
              <a:ln w="9525">
                <a:solidFill>
                  <a:srgbClr val="808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8" name="Line 1111">
                <a:extLst>
                  <a:ext uri="{FF2B5EF4-FFF2-40B4-BE49-F238E27FC236}">
                    <a16:creationId xmlns:a16="http://schemas.microsoft.com/office/drawing/2014/main" id="{AB80B815-C6FE-6A2E-3D91-4E1FA89254E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4409" y="3121"/>
                <a:ext cx="18" cy="15"/>
              </a:xfrm>
              <a:prstGeom prst="line">
                <a:avLst/>
              </a:prstGeom>
              <a:noFill/>
              <a:ln w="9525">
                <a:solidFill>
                  <a:srgbClr val="808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9" name="Line 1112">
                <a:extLst>
                  <a:ext uri="{FF2B5EF4-FFF2-40B4-BE49-F238E27FC236}">
                    <a16:creationId xmlns:a16="http://schemas.microsoft.com/office/drawing/2014/main" id="{B1B3C516-409A-6546-8189-5B1C2F11001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427" y="3105"/>
                <a:ext cx="18" cy="16"/>
              </a:xfrm>
              <a:prstGeom prst="line">
                <a:avLst/>
              </a:prstGeom>
              <a:noFill/>
              <a:ln w="9525">
                <a:solidFill>
                  <a:srgbClr val="808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70" name="Rectangle 1113">
                <a:extLst>
                  <a:ext uri="{FF2B5EF4-FFF2-40B4-BE49-F238E27FC236}">
                    <a16:creationId xmlns:a16="http://schemas.microsoft.com/office/drawing/2014/main" id="{B5D8ED3F-FF60-1E13-4E84-D93905FF55F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506" y="3121"/>
                <a:ext cx="54" cy="4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71" name="Line 1114">
                <a:extLst>
                  <a:ext uri="{FF2B5EF4-FFF2-40B4-BE49-F238E27FC236}">
                    <a16:creationId xmlns:a16="http://schemas.microsoft.com/office/drawing/2014/main" id="{1DF474F0-914A-5155-7981-8BB0265664E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4512" y="3126"/>
                <a:ext cx="18" cy="16"/>
              </a:xfrm>
              <a:prstGeom prst="line">
                <a:avLst/>
              </a:prstGeom>
              <a:noFill/>
              <a:ln w="9525">
                <a:solidFill>
                  <a:srgbClr val="808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72" name="Line 1115">
                <a:extLst>
                  <a:ext uri="{FF2B5EF4-FFF2-40B4-BE49-F238E27FC236}">
                    <a16:creationId xmlns:a16="http://schemas.microsoft.com/office/drawing/2014/main" id="{3A0D1768-B40D-0999-B3F7-74926C95E0C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530" y="3142"/>
                <a:ext cx="18" cy="15"/>
              </a:xfrm>
              <a:prstGeom prst="line">
                <a:avLst/>
              </a:prstGeom>
              <a:noFill/>
              <a:ln w="9525">
                <a:solidFill>
                  <a:srgbClr val="808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73" name="Line 1116">
                <a:extLst>
                  <a:ext uri="{FF2B5EF4-FFF2-40B4-BE49-F238E27FC236}">
                    <a16:creationId xmlns:a16="http://schemas.microsoft.com/office/drawing/2014/main" id="{53846D68-9818-67AA-4D92-F57372062EC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4512" y="3142"/>
                <a:ext cx="18" cy="15"/>
              </a:xfrm>
              <a:prstGeom prst="line">
                <a:avLst/>
              </a:prstGeom>
              <a:noFill/>
              <a:ln w="9525">
                <a:solidFill>
                  <a:srgbClr val="808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74" name="Line 1117">
                <a:extLst>
                  <a:ext uri="{FF2B5EF4-FFF2-40B4-BE49-F238E27FC236}">
                    <a16:creationId xmlns:a16="http://schemas.microsoft.com/office/drawing/2014/main" id="{22F40426-D59E-85E6-DC37-BC541148833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530" y="3126"/>
                <a:ext cx="18" cy="16"/>
              </a:xfrm>
              <a:prstGeom prst="line">
                <a:avLst/>
              </a:prstGeom>
              <a:noFill/>
              <a:ln w="9525">
                <a:solidFill>
                  <a:srgbClr val="808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75" name="Rectangle 1118">
                <a:extLst>
                  <a:ext uri="{FF2B5EF4-FFF2-40B4-BE49-F238E27FC236}">
                    <a16:creationId xmlns:a16="http://schemas.microsoft.com/office/drawing/2014/main" id="{4438CD10-D871-5A7C-274B-C00B6AD6387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02" y="3142"/>
                <a:ext cx="54" cy="4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76" name="Line 1119">
                <a:extLst>
                  <a:ext uri="{FF2B5EF4-FFF2-40B4-BE49-F238E27FC236}">
                    <a16:creationId xmlns:a16="http://schemas.microsoft.com/office/drawing/2014/main" id="{4BF5B6AA-6FA5-0E55-D9C5-06781BE273B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4608" y="3147"/>
                <a:ext cx="18" cy="16"/>
              </a:xfrm>
              <a:prstGeom prst="line">
                <a:avLst/>
              </a:prstGeom>
              <a:noFill/>
              <a:ln w="9525">
                <a:solidFill>
                  <a:srgbClr val="808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77" name="Line 1120">
                <a:extLst>
                  <a:ext uri="{FF2B5EF4-FFF2-40B4-BE49-F238E27FC236}">
                    <a16:creationId xmlns:a16="http://schemas.microsoft.com/office/drawing/2014/main" id="{85BD760B-AE9F-66D8-E48E-4462A989A5C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626" y="3163"/>
                <a:ext cx="18" cy="15"/>
              </a:xfrm>
              <a:prstGeom prst="line">
                <a:avLst/>
              </a:prstGeom>
              <a:noFill/>
              <a:ln w="9525">
                <a:solidFill>
                  <a:srgbClr val="808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78" name="Line 1121">
                <a:extLst>
                  <a:ext uri="{FF2B5EF4-FFF2-40B4-BE49-F238E27FC236}">
                    <a16:creationId xmlns:a16="http://schemas.microsoft.com/office/drawing/2014/main" id="{A3DFAEB1-8C5C-02CE-66B9-1D99516F367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4608" y="3163"/>
                <a:ext cx="18" cy="15"/>
              </a:xfrm>
              <a:prstGeom prst="line">
                <a:avLst/>
              </a:prstGeom>
              <a:noFill/>
              <a:ln w="9525">
                <a:solidFill>
                  <a:srgbClr val="808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79" name="Line 1122">
                <a:extLst>
                  <a:ext uri="{FF2B5EF4-FFF2-40B4-BE49-F238E27FC236}">
                    <a16:creationId xmlns:a16="http://schemas.microsoft.com/office/drawing/2014/main" id="{990AEE72-DC8D-5F7B-B428-511B5883977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626" y="3147"/>
                <a:ext cx="18" cy="16"/>
              </a:xfrm>
              <a:prstGeom prst="line">
                <a:avLst/>
              </a:prstGeom>
              <a:noFill/>
              <a:ln w="9525">
                <a:solidFill>
                  <a:srgbClr val="808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0" name="Rectangle 1123">
                <a:extLst>
                  <a:ext uri="{FF2B5EF4-FFF2-40B4-BE49-F238E27FC236}">
                    <a16:creationId xmlns:a16="http://schemas.microsoft.com/office/drawing/2014/main" id="{855BEBC7-3F47-E519-1249-C5E194AB6CF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98" y="3157"/>
                <a:ext cx="54" cy="4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1" name="Line 1124">
                <a:extLst>
                  <a:ext uri="{FF2B5EF4-FFF2-40B4-BE49-F238E27FC236}">
                    <a16:creationId xmlns:a16="http://schemas.microsoft.com/office/drawing/2014/main" id="{F35E93BA-54F5-3C11-943D-F61FC3CF8FF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4704" y="3163"/>
                <a:ext cx="18" cy="15"/>
              </a:xfrm>
              <a:prstGeom prst="line">
                <a:avLst/>
              </a:prstGeom>
              <a:noFill/>
              <a:ln w="9525">
                <a:solidFill>
                  <a:srgbClr val="808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2" name="Line 1125">
                <a:extLst>
                  <a:ext uri="{FF2B5EF4-FFF2-40B4-BE49-F238E27FC236}">
                    <a16:creationId xmlns:a16="http://schemas.microsoft.com/office/drawing/2014/main" id="{E0B8CC28-6DF8-0B67-AF71-875CFF8CB4D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722" y="3178"/>
                <a:ext cx="18" cy="16"/>
              </a:xfrm>
              <a:prstGeom prst="line">
                <a:avLst/>
              </a:prstGeom>
              <a:noFill/>
              <a:ln w="9525">
                <a:solidFill>
                  <a:srgbClr val="808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3" name="Line 1126">
                <a:extLst>
                  <a:ext uri="{FF2B5EF4-FFF2-40B4-BE49-F238E27FC236}">
                    <a16:creationId xmlns:a16="http://schemas.microsoft.com/office/drawing/2014/main" id="{6BBC4D72-6871-4E22-10CB-792164338EE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4704" y="3178"/>
                <a:ext cx="18" cy="16"/>
              </a:xfrm>
              <a:prstGeom prst="line">
                <a:avLst/>
              </a:prstGeom>
              <a:noFill/>
              <a:ln w="9525">
                <a:solidFill>
                  <a:srgbClr val="808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4" name="Line 1127">
                <a:extLst>
                  <a:ext uri="{FF2B5EF4-FFF2-40B4-BE49-F238E27FC236}">
                    <a16:creationId xmlns:a16="http://schemas.microsoft.com/office/drawing/2014/main" id="{FF6EDEC3-EF4A-315A-17FF-58229A39173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722" y="3163"/>
                <a:ext cx="18" cy="15"/>
              </a:xfrm>
              <a:prstGeom prst="line">
                <a:avLst/>
              </a:prstGeom>
              <a:noFill/>
              <a:ln w="9525">
                <a:solidFill>
                  <a:srgbClr val="808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5" name="Rectangle 1128">
                <a:extLst>
                  <a:ext uri="{FF2B5EF4-FFF2-40B4-BE49-F238E27FC236}">
                    <a16:creationId xmlns:a16="http://schemas.microsoft.com/office/drawing/2014/main" id="{93D20039-9659-86C4-A6A1-1CD5C6843D9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794" y="3168"/>
                <a:ext cx="55" cy="4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6" name="Line 1129">
                <a:extLst>
                  <a:ext uri="{FF2B5EF4-FFF2-40B4-BE49-F238E27FC236}">
                    <a16:creationId xmlns:a16="http://schemas.microsoft.com/office/drawing/2014/main" id="{3D991C0B-5E26-6BB4-36A8-07F957D5506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4801" y="3173"/>
                <a:ext cx="18" cy="16"/>
              </a:xfrm>
              <a:prstGeom prst="line">
                <a:avLst/>
              </a:prstGeom>
              <a:noFill/>
              <a:ln w="9525">
                <a:solidFill>
                  <a:srgbClr val="808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7" name="Line 1130">
                <a:extLst>
                  <a:ext uri="{FF2B5EF4-FFF2-40B4-BE49-F238E27FC236}">
                    <a16:creationId xmlns:a16="http://schemas.microsoft.com/office/drawing/2014/main" id="{EFCAC687-1B30-17A1-42CC-5517E566A2C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819" y="3189"/>
                <a:ext cx="18" cy="15"/>
              </a:xfrm>
              <a:prstGeom prst="line">
                <a:avLst/>
              </a:prstGeom>
              <a:noFill/>
              <a:ln w="9525">
                <a:solidFill>
                  <a:srgbClr val="808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8" name="Line 1131">
                <a:extLst>
                  <a:ext uri="{FF2B5EF4-FFF2-40B4-BE49-F238E27FC236}">
                    <a16:creationId xmlns:a16="http://schemas.microsoft.com/office/drawing/2014/main" id="{253D9744-6459-A273-99CB-E3C29CFF705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4801" y="3189"/>
                <a:ext cx="18" cy="15"/>
              </a:xfrm>
              <a:prstGeom prst="line">
                <a:avLst/>
              </a:prstGeom>
              <a:noFill/>
              <a:ln w="9525">
                <a:solidFill>
                  <a:srgbClr val="808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9" name="Line 1132">
                <a:extLst>
                  <a:ext uri="{FF2B5EF4-FFF2-40B4-BE49-F238E27FC236}">
                    <a16:creationId xmlns:a16="http://schemas.microsoft.com/office/drawing/2014/main" id="{AF660FE0-FAA1-6815-D793-2A9598DAE6A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819" y="3173"/>
                <a:ext cx="18" cy="16"/>
              </a:xfrm>
              <a:prstGeom prst="line">
                <a:avLst/>
              </a:prstGeom>
              <a:noFill/>
              <a:ln w="9525">
                <a:solidFill>
                  <a:srgbClr val="808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90" name="Rectangle 1133">
                <a:extLst>
                  <a:ext uri="{FF2B5EF4-FFF2-40B4-BE49-F238E27FC236}">
                    <a16:creationId xmlns:a16="http://schemas.microsoft.com/office/drawing/2014/main" id="{93BAC6A2-8AED-290D-D6F8-1897A550D58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897" y="3184"/>
                <a:ext cx="54" cy="4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91" name="Line 1134">
                <a:extLst>
                  <a:ext uri="{FF2B5EF4-FFF2-40B4-BE49-F238E27FC236}">
                    <a16:creationId xmlns:a16="http://schemas.microsoft.com/office/drawing/2014/main" id="{71B29893-9972-2103-30ED-8BA5C22FB59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4903" y="3189"/>
                <a:ext cx="18" cy="15"/>
              </a:xfrm>
              <a:prstGeom prst="line">
                <a:avLst/>
              </a:prstGeom>
              <a:noFill/>
              <a:ln w="9525">
                <a:solidFill>
                  <a:srgbClr val="808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92" name="Line 1135">
                <a:extLst>
                  <a:ext uri="{FF2B5EF4-FFF2-40B4-BE49-F238E27FC236}">
                    <a16:creationId xmlns:a16="http://schemas.microsoft.com/office/drawing/2014/main" id="{92BB488B-17ED-9AF1-84EF-CF87E62AEB3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921" y="3204"/>
                <a:ext cx="18" cy="16"/>
              </a:xfrm>
              <a:prstGeom prst="line">
                <a:avLst/>
              </a:prstGeom>
              <a:noFill/>
              <a:ln w="9525">
                <a:solidFill>
                  <a:srgbClr val="808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93" name="Line 1136">
                <a:extLst>
                  <a:ext uri="{FF2B5EF4-FFF2-40B4-BE49-F238E27FC236}">
                    <a16:creationId xmlns:a16="http://schemas.microsoft.com/office/drawing/2014/main" id="{6D08EC11-F05C-6A12-E285-E3012704AD2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4903" y="3204"/>
                <a:ext cx="18" cy="16"/>
              </a:xfrm>
              <a:prstGeom prst="line">
                <a:avLst/>
              </a:prstGeom>
              <a:noFill/>
              <a:ln w="9525">
                <a:solidFill>
                  <a:srgbClr val="808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94" name="Line 1137">
                <a:extLst>
                  <a:ext uri="{FF2B5EF4-FFF2-40B4-BE49-F238E27FC236}">
                    <a16:creationId xmlns:a16="http://schemas.microsoft.com/office/drawing/2014/main" id="{0FCA159A-2BFD-432E-74B3-430B8E17103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921" y="3189"/>
                <a:ext cx="18" cy="15"/>
              </a:xfrm>
              <a:prstGeom prst="line">
                <a:avLst/>
              </a:prstGeom>
              <a:noFill/>
              <a:ln w="9525">
                <a:solidFill>
                  <a:srgbClr val="808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95" name="Rectangle 1138">
                <a:extLst>
                  <a:ext uri="{FF2B5EF4-FFF2-40B4-BE49-F238E27FC236}">
                    <a16:creationId xmlns:a16="http://schemas.microsoft.com/office/drawing/2014/main" id="{9812AAA3-93E7-C8E6-F035-652C3640798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93" y="3194"/>
                <a:ext cx="54" cy="4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96" name="Line 1139">
                <a:extLst>
                  <a:ext uri="{FF2B5EF4-FFF2-40B4-BE49-F238E27FC236}">
                    <a16:creationId xmlns:a16="http://schemas.microsoft.com/office/drawing/2014/main" id="{C52A53B8-8EF6-4B0C-2C34-4BB18925B67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4999" y="3199"/>
                <a:ext cx="18" cy="16"/>
              </a:xfrm>
              <a:prstGeom prst="line">
                <a:avLst/>
              </a:prstGeom>
              <a:noFill/>
              <a:ln w="9525">
                <a:solidFill>
                  <a:srgbClr val="808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97" name="Line 1140">
                <a:extLst>
                  <a:ext uri="{FF2B5EF4-FFF2-40B4-BE49-F238E27FC236}">
                    <a16:creationId xmlns:a16="http://schemas.microsoft.com/office/drawing/2014/main" id="{DE809ECF-B2FE-3ACF-85C4-E9814B04503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017" y="3215"/>
                <a:ext cx="18" cy="16"/>
              </a:xfrm>
              <a:prstGeom prst="line">
                <a:avLst/>
              </a:prstGeom>
              <a:noFill/>
              <a:ln w="9525">
                <a:solidFill>
                  <a:srgbClr val="808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98" name="Line 1141">
                <a:extLst>
                  <a:ext uri="{FF2B5EF4-FFF2-40B4-BE49-F238E27FC236}">
                    <a16:creationId xmlns:a16="http://schemas.microsoft.com/office/drawing/2014/main" id="{30FD8499-5577-0A65-21F7-E08EF52D417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4999" y="3215"/>
                <a:ext cx="18" cy="16"/>
              </a:xfrm>
              <a:prstGeom prst="line">
                <a:avLst/>
              </a:prstGeom>
              <a:noFill/>
              <a:ln w="9525">
                <a:solidFill>
                  <a:srgbClr val="808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99" name="Line 1142">
                <a:extLst>
                  <a:ext uri="{FF2B5EF4-FFF2-40B4-BE49-F238E27FC236}">
                    <a16:creationId xmlns:a16="http://schemas.microsoft.com/office/drawing/2014/main" id="{F0E6769E-C470-3F56-D31C-20767855696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5017" y="3199"/>
                <a:ext cx="18" cy="16"/>
              </a:xfrm>
              <a:prstGeom prst="line">
                <a:avLst/>
              </a:prstGeom>
              <a:noFill/>
              <a:ln w="9525">
                <a:solidFill>
                  <a:srgbClr val="808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00" name="Rectangle 1143">
                <a:extLst>
                  <a:ext uri="{FF2B5EF4-FFF2-40B4-BE49-F238E27FC236}">
                    <a16:creationId xmlns:a16="http://schemas.microsoft.com/office/drawing/2014/main" id="{7BF0A849-21AD-5F58-B6DE-46457F58167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089" y="3199"/>
                <a:ext cx="55" cy="4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01" name="Line 1144">
                <a:extLst>
                  <a:ext uri="{FF2B5EF4-FFF2-40B4-BE49-F238E27FC236}">
                    <a16:creationId xmlns:a16="http://schemas.microsoft.com/office/drawing/2014/main" id="{D8F55953-E90A-1E7A-4AA3-BD98E416A32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5095" y="3204"/>
                <a:ext cx="19" cy="16"/>
              </a:xfrm>
              <a:prstGeom prst="line">
                <a:avLst/>
              </a:prstGeom>
              <a:noFill/>
              <a:ln w="9525">
                <a:solidFill>
                  <a:srgbClr val="808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02" name="Line 1145">
                <a:extLst>
                  <a:ext uri="{FF2B5EF4-FFF2-40B4-BE49-F238E27FC236}">
                    <a16:creationId xmlns:a16="http://schemas.microsoft.com/office/drawing/2014/main" id="{0ABB43C4-140C-B1E7-CB67-3E2729CE1DC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114" y="3220"/>
                <a:ext cx="18" cy="16"/>
              </a:xfrm>
              <a:prstGeom prst="line">
                <a:avLst/>
              </a:prstGeom>
              <a:noFill/>
              <a:ln w="9525">
                <a:solidFill>
                  <a:srgbClr val="808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03" name="Line 1146">
                <a:extLst>
                  <a:ext uri="{FF2B5EF4-FFF2-40B4-BE49-F238E27FC236}">
                    <a16:creationId xmlns:a16="http://schemas.microsoft.com/office/drawing/2014/main" id="{45AB6236-C061-7762-309B-9F792D2ADC8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5095" y="3220"/>
                <a:ext cx="19" cy="16"/>
              </a:xfrm>
              <a:prstGeom prst="line">
                <a:avLst/>
              </a:prstGeom>
              <a:noFill/>
              <a:ln w="9525">
                <a:solidFill>
                  <a:srgbClr val="808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04" name="Line 1147">
                <a:extLst>
                  <a:ext uri="{FF2B5EF4-FFF2-40B4-BE49-F238E27FC236}">
                    <a16:creationId xmlns:a16="http://schemas.microsoft.com/office/drawing/2014/main" id="{192DDC1F-0911-8A48-BD88-EA0DE4C77E1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5114" y="3204"/>
                <a:ext cx="18" cy="16"/>
              </a:xfrm>
              <a:prstGeom prst="line">
                <a:avLst/>
              </a:prstGeom>
              <a:noFill/>
              <a:ln w="9525">
                <a:solidFill>
                  <a:srgbClr val="808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05" name="Rectangle 1148">
                <a:extLst>
                  <a:ext uri="{FF2B5EF4-FFF2-40B4-BE49-F238E27FC236}">
                    <a16:creationId xmlns:a16="http://schemas.microsoft.com/office/drawing/2014/main" id="{53BD9AA5-51AB-D175-5261-373972C5CBA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186" y="3210"/>
                <a:ext cx="54" cy="4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06" name="Line 1149">
                <a:extLst>
                  <a:ext uri="{FF2B5EF4-FFF2-40B4-BE49-F238E27FC236}">
                    <a16:creationId xmlns:a16="http://schemas.microsoft.com/office/drawing/2014/main" id="{27F1B67E-52FF-1F53-2598-048C0C63C43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5192" y="3215"/>
                <a:ext cx="18" cy="16"/>
              </a:xfrm>
              <a:prstGeom prst="line">
                <a:avLst/>
              </a:prstGeom>
              <a:noFill/>
              <a:ln w="9525">
                <a:solidFill>
                  <a:srgbClr val="808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07" name="Line 1150">
                <a:extLst>
                  <a:ext uri="{FF2B5EF4-FFF2-40B4-BE49-F238E27FC236}">
                    <a16:creationId xmlns:a16="http://schemas.microsoft.com/office/drawing/2014/main" id="{129218FF-4C9B-D496-800E-9DF366AB01B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210" y="3231"/>
                <a:ext cx="18" cy="15"/>
              </a:xfrm>
              <a:prstGeom prst="line">
                <a:avLst/>
              </a:prstGeom>
              <a:noFill/>
              <a:ln w="9525">
                <a:solidFill>
                  <a:srgbClr val="808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08" name="Line 1151">
                <a:extLst>
                  <a:ext uri="{FF2B5EF4-FFF2-40B4-BE49-F238E27FC236}">
                    <a16:creationId xmlns:a16="http://schemas.microsoft.com/office/drawing/2014/main" id="{BC3E840D-EE78-1B9F-7ED5-63CB2AE5E33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5192" y="3231"/>
                <a:ext cx="18" cy="15"/>
              </a:xfrm>
              <a:prstGeom prst="line">
                <a:avLst/>
              </a:prstGeom>
              <a:noFill/>
              <a:ln w="9525">
                <a:solidFill>
                  <a:srgbClr val="808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09" name="Line 1152">
                <a:extLst>
                  <a:ext uri="{FF2B5EF4-FFF2-40B4-BE49-F238E27FC236}">
                    <a16:creationId xmlns:a16="http://schemas.microsoft.com/office/drawing/2014/main" id="{463D128D-6A19-12C3-BA3B-52E326B66E0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5210" y="3215"/>
                <a:ext cx="18" cy="16"/>
              </a:xfrm>
              <a:prstGeom prst="line">
                <a:avLst/>
              </a:prstGeom>
              <a:noFill/>
              <a:ln w="9525">
                <a:solidFill>
                  <a:srgbClr val="808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10" name="Rectangle 1153">
                <a:extLst>
                  <a:ext uri="{FF2B5EF4-FFF2-40B4-BE49-F238E27FC236}">
                    <a16:creationId xmlns:a16="http://schemas.microsoft.com/office/drawing/2014/main" id="{5FC19F80-281E-37C9-C45C-6819D9E40DE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288" y="3215"/>
                <a:ext cx="54" cy="4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11" name="Line 1154">
                <a:extLst>
                  <a:ext uri="{FF2B5EF4-FFF2-40B4-BE49-F238E27FC236}">
                    <a16:creationId xmlns:a16="http://schemas.microsoft.com/office/drawing/2014/main" id="{9BF3BEDB-C5E7-9DA2-6CC9-7FD1C915978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5294" y="3220"/>
                <a:ext cx="18" cy="16"/>
              </a:xfrm>
              <a:prstGeom prst="line">
                <a:avLst/>
              </a:prstGeom>
              <a:noFill/>
              <a:ln w="9525">
                <a:solidFill>
                  <a:srgbClr val="808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12" name="Line 1155">
                <a:extLst>
                  <a:ext uri="{FF2B5EF4-FFF2-40B4-BE49-F238E27FC236}">
                    <a16:creationId xmlns:a16="http://schemas.microsoft.com/office/drawing/2014/main" id="{38892DFB-4F50-5BB7-F71F-84F777FBE05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312" y="3236"/>
                <a:ext cx="18" cy="16"/>
              </a:xfrm>
              <a:prstGeom prst="line">
                <a:avLst/>
              </a:prstGeom>
              <a:noFill/>
              <a:ln w="9525">
                <a:solidFill>
                  <a:srgbClr val="808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13" name="Line 1156">
                <a:extLst>
                  <a:ext uri="{FF2B5EF4-FFF2-40B4-BE49-F238E27FC236}">
                    <a16:creationId xmlns:a16="http://schemas.microsoft.com/office/drawing/2014/main" id="{F6AA5212-F8DD-AB6F-8F28-E5EF87E8555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5294" y="3236"/>
                <a:ext cx="18" cy="16"/>
              </a:xfrm>
              <a:prstGeom prst="line">
                <a:avLst/>
              </a:prstGeom>
              <a:noFill/>
              <a:ln w="9525">
                <a:solidFill>
                  <a:srgbClr val="808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14" name="Line 1157">
                <a:extLst>
                  <a:ext uri="{FF2B5EF4-FFF2-40B4-BE49-F238E27FC236}">
                    <a16:creationId xmlns:a16="http://schemas.microsoft.com/office/drawing/2014/main" id="{A9AAC645-0CD3-E9B5-03D5-2A93F9520E9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5312" y="3220"/>
                <a:ext cx="18" cy="16"/>
              </a:xfrm>
              <a:prstGeom prst="line">
                <a:avLst/>
              </a:prstGeom>
              <a:noFill/>
              <a:ln w="9525">
                <a:solidFill>
                  <a:srgbClr val="808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15" name="Rectangle 1158">
                <a:extLst>
                  <a:ext uri="{FF2B5EF4-FFF2-40B4-BE49-F238E27FC236}">
                    <a16:creationId xmlns:a16="http://schemas.microsoft.com/office/drawing/2014/main" id="{A00BC708-3D5D-2666-0492-6F942DA1DB4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84" y="3225"/>
                <a:ext cx="55" cy="4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16" name="Line 1159">
                <a:extLst>
                  <a:ext uri="{FF2B5EF4-FFF2-40B4-BE49-F238E27FC236}">
                    <a16:creationId xmlns:a16="http://schemas.microsoft.com/office/drawing/2014/main" id="{A113F332-24FC-0797-FC13-05A5B2196AA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5390" y="3231"/>
                <a:ext cx="19" cy="15"/>
              </a:xfrm>
              <a:prstGeom prst="line">
                <a:avLst/>
              </a:prstGeom>
              <a:noFill/>
              <a:ln w="9525">
                <a:solidFill>
                  <a:srgbClr val="808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17" name="Line 1160">
                <a:extLst>
                  <a:ext uri="{FF2B5EF4-FFF2-40B4-BE49-F238E27FC236}">
                    <a16:creationId xmlns:a16="http://schemas.microsoft.com/office/drawing/2014/main" id="{758A53DF-59BC-C04B-FEB4-3E894839E7A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409" y="3246"/>
                <a:ext cx="18" cy="16"/>
              </a:xfrm>
              <a:prstGeom prst="line">
                <a:avLst/>
              </a:prstGeom>
              <a:noFill/>
              <a:ln w="9525">
                <a:solidFill>
                  <a:srgbClr val="808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18" name="Line 1161">
                <a:extLst>
                  <a:ext uri="{FF2B5EF4-FFF2-40B4-BE49-F238E27FC236}">
                    <a16:creationId xmlns:a16="http://schemas.microsoft.com/office/drawing/2014/main" id="{CA2559CC-45C9-1357-5514-940AEEF8BA2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5390" y="3246"/>
                <a:ext cx="19" cy="16"/>
              </a:xfrm>
              <a:prstGeom prst="line">
                <a:avLst/>
              </a:prstGeom>
              <a:noFill/>
              <a:ln w="9525">
                <a:solidFill>
                  <a:srgbClr val="808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19" name="Line 1162">
                <a:extLst>
                  <a:ext uri="{FF2B5EF4-FFF2-40B4-BE49-F238E27FC236}">
                    <a16:creationId xmlns:a16="http://schemas.microsoft.com/office/drawing/2014/main" id="{93C5C632-844B-CB0B-6DE5-1CABF102214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5409" y="3231"/>
                <a:ext cx="18" cy="15"/>
              </a:xfrm>
              <a:prstGeom prst="line">
                <a:avLst/>
              </a:prstGeom>
              <a:noFill/>
              <a:ln w="9525">
                <a:solidFill>
                  <a:srgbClr val="808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20" name="Freeform 1163">
                <a:extLst>
                  <a:ext uri="{FF2B5EF4-FFF2-40B4-BE49-F238E27FC236}">
                    <a16:creationId xmlns:a16="http://schemas.microsoft.com/office/drawing/2014/main" id="{4A7D46D9-0A49-1E03-0642-DD06F3EF977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62" y="1884"/>
                <a:ext cx="596" cy="787"/>
              </a:xfrm>
              <a:custGeom>
                <a:avLst/>
                <a:gdLst>
                  <a:gd name="T0" fmla="*/ 0 w 596"/>
                  <a:gd name="T1" fmla="*/ 0 h 787"/>
                  <a:gd name="T2" fmla="*/ 90 w 596"/>
                  <a:gd name="T3" fmla="*/ 192 h 787"/>
                  <a:gd name="T4" fmla="*/ 168 w 596"/>
                  <a:gd name="T5" fmla="*/ 300 h 787"/>
                  <a:gd name="T6" fmla="*/ 246 w 596"/>
                  <a:gd name="T7" fmla="*/ 432 h 787"/>
                  <a:gd name="T8" fmla="*/ 318 w 596"/>
                  <a:gd name="T9" fmla="*/ 516 h 787"/>
                  <a:gd name="T10" fmla="*/ 450 w 596"/>
                  <a:gd name="T11" fmla="*/ 666 h 787"/>
                  <a:gd name="T12" fmla="*/ 596 w 596"/>
                  <a:gd name="T13" fmla="*/ 787 h 7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96" h="787">
                    <a:moveTo>
                      <a:pt x="0" y="0"/>
                    </a:moveTo>
                    <a:lnTo>
                      <a:pt x="90" y="192"/>
                    </a:lnTo>
                    <a:lnTo>
                      <a:pt x="168" y="300"/>
                    </a:lnTo>
                    <a:lnTo>
                      <a:pt x="246" y="432"/>
                    </a:lnTo>
                    <a:lnTo>
                      <a:pt x="318" y="516"/>
                    </a:lnTo>
                    <a:lnTo>
                      <a:pt x="450" y="666"/>
                    </a:lnTo>
                    <a:lnTo>
                      <a:pt x="596" y="787"/>
                    </a:lnTo>
                  </a:path>
                </a:pathLst>
              </a:custGeom>
              <a:noFill/>
              <a:ln w="25400">
                <a:solidFill>
                  <a:srgbClr val="993366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21" name="Freeform 1164">
                <a:extLst>
                  <a:ext uri="{FF2B5EF4-FFF2-40B4-BE49-F238E27FC236}">
                    <a16:creationId xmlns:a16="http://schemas.microsoft.com/office/drawing/2014/main" id="{F75064BC-EFC7-8ABD-7406-8352FA2BE47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58" y="2671"/>
                <a:ext cx="66" cy="52"/>
              </a:xfrm>
              <a:custGeom>
                <a:avLst/>
                <a:gdLst>
                  <a:gd name="T0" fmla="*/ 0 w 11"/>
                  <a:gd name="T1" fmla="*/ 0 h 10"/>
                  <a:gd name="T2" fmla="*/ 4 w 11"/>
                  <a:gd name="T3" fmla="*/ 3 h 10"/>
                  <a:gd name="T4" fmla="*/ 7 w 11"/>
                  <a:gd name="T5" fmla="*/ 6 h 10"/>
                  <a:gd name="T6" fmla="*/ 11 w 11"/>
                  <a:gd name="T7" fmla="*/ 10 h 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1" h="10">
                    <a:moveTo>
                      <a:pt x="0" y="0"/>
                    </a:moveTo>
                    <a:lnTo>
                      <a:pt x="4" y="3"/>
                    </a:lnTo>
                    <a:lnTo>
                      <a:pt x="7" y="6"/>
                    </a:lnTo>
                    <a:lnTo>
                      <a:pt x="11" y="10"/>
                    </a:lnTo>
                  </a:path>
                </a:pathLst>
              </a:custGeom>
              <a:noFill/>
              <a:ln w="19050">
                <a:solidFill>
                  <a:srgbClr val="993366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22" name="Freeform 1165">
                <a:extLst>
                  <a:ext uri="{FF2B5EF4-FFF2-40B4-BE49-F238E27FC236}">
                    <a16:creationId xmlns:a16="http://schemas.microsoft.com/office/drawing/2014/main" id="{D5BCC23A-CBB4-27E2-6A64-B10907271D7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24" y="2723"/>
                <a:ext cx="42" cy="32"/>
              </a:xfrm>
              <a:custGeom>
                <a:avLst/>
                <a:gdLst>
                  <a:gd name="T0" fmla="*/ 0 w 7"/>
                  <a:gd name="T1" fmla="*/ 0 h 6"/>
                  <a:gd name="T2" fmla="*/ 3 w 7"/>
                  <a:gd name="T3" fmla="*/ 3 h 6"/>
                  <a:gd name="T4" fmla="*/ 7 w 7"/>
                  <a:gd name="T5" fmla="*/ 6 h 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7" h="6">
                    <a:moveTo>
                      <a:pt x="0" y="0"/>
                    </a:moveTo>
                    <a:lnTo>
                      <a:pt x="3" y="3"/>
                    </a:lnTo>
                    <a:lnTo>
                      <a:pt x="7" y="6"/>
                    </a:lnTo>
                  </a:path>
                </a:pathLst>
              </a:custGeom>
              <a:noFill/>
              <a:ln w="19050">
                <a:solidFill>
                  <a:srgbClr val="993366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23" name="Freeform 1166">
                <a:extLst>
                  <a:ext uri="{FF2B5EF4-FFF2-40B4-BE49-F238E27FC236}">
                    <a16:creationId xmlns:a16="http://schemas.microsoft.com/office/drawing/2014/main" id="{42C003D0-A89E-CEBC-86C5-1A3EEA51526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66" y="2755"/>
                <a:ext cx="61" cy="41"/>
              </a:xfrm>
              <a:custGeom>
                <a:avLst/>
                <a:gdLst>
                  <a:gd name="T0" fmla="*/ 0 w 10"/>
                  <a:gd name="T1" fmla="*/ 0 h 8"/>
                  <a:gd name="T2" fmla="*/ 3 w 10"/>
                  <a:gd name="T3" fmla="*/ 3 h 8"/>
                  <a:gd name="T4" fmla="*/ 7 w 10"/>
                  <a:gd name="T5" fmla="*/ 5 h 8"/>
                  <a:gd name="T6" fmla="*/ 10 w 10"/>
                  <a:gd name="T7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0" h="8">
                    <a:moveTo>
                      <a:pt x="0" y="0"/>
                    </a:moveTo>
                    <a:lnTo>
                      <a:pt x="3" y="3"/>
                    </a:lnTo>
                    <a:lnTo>
                      <a:pt x="7" y="5"/>
                    </a:lnTo>
                    <a:lnTo>
                      <a:pt x="10" y="8"/>
                    </a:lnTo>
                  </a:path>
                </a:pathLst>
              </a:custGeom>
              <a:noFill/>
              <a:ln w="19050">
                <a:solidFill>
                  <a:srgbClr val="993366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24" name="Freeform 1167">
                <a:extLst>
                  <a:ext uri="{FF2B5EF4-FFF2-40B4-BE49-F238E27FC236}">
                    <a16:creationId xmlns:a16="http://schemas.microsoft.com/office/drawing/2014/main" id="{5DBDDBEE-0822-365F-BB85-42C5269712B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27" y="2796"/>
                <a:ext cx="42" cy="27"/>
              </a:xfrm>
              <a:custGeom>
                <a:avLst/>
                <a:gdLst>
                  <a:gd name="T0" fmla="*/ 0 w 7"/>
                  <a:gd name="T1" fmla="*/ 0 h 5"/>
                  <a:gd name="T2" fmla="*/ 4 w 7"/>
                  <a:gd name="T3" fmla="*/ 3 h 5"/>
                  <a:gd name="T4" fmla="*/ 7 w 7"/>
                  <a:gd name="T5" fmla="*/ 5 h 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7" h="5">
                    <a:moveTo>
                      <a:pt x="0" y="0"/>
                    </a:moveTo>
                    <a:lnTo>
                      <a:pt x="4" y="3"/>
                    </a:lnTo>
                    <a:lnTo>
                      <a:pt x="7" y="5"/>
                    </a:lnTo>
                  </a:path>
                </a:pathLst>
              </a:custGeom>
              <a:noFill/>
              <a:ln w="19050">
                <a:solidFill>
                  <a:srgbClr val="993366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25" name="Freeform 1168">
                <a:extLst>
                  <a:ext uri="{FF2B5EF4-FFF2-40B4-BE49-F238E27FC236}">
                    <a16:creationId xmlns:a16="http://schemas.microsoft.com/office/drawing/2014/main" id="{14573518-32EE-7129-3BD2-F20AE230FD9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69" y="2823"/>
                <a:ext cx="66" cy="41"/>
              </a:xfrm>
              <a:custGeom>
                <a:avLst/>
                <a:gdLst>
                  <a:gd name="T0" fmla="*/ 0 w 11"/>
                  <a:gd name="T1" fmla="*/ 0 h 8"/>
                  <a:gd name="T2" fmla="*/ 4 w 11"/>
                  <a:gd name="T3" fmla="*/ 3 h 8"/>
                  <a:gd name="T4" fmla="*/ 7 w 11"/>
                  <a:gd name="T5" fmla="*/ 5 h 8"/>
                  <a:gd name="T6" fmla="*/ 11 w 11"/>
                  <a:gd name="T7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1" h="8">
                    <a:moveTo>
                      <a:pt x="0" y="0"/>
                    </a:moveTo>
                    <a:lnTo>
                      <a:pt x="4" y="3"/>
                    </a:lnTo>
                    <a:lnTo>
                      <a:pt x="7" y="5"/>
                    </a:lnTo>
                    <a:lnTo>
                      <a:pt x="11" y="8"/>
                    </a:lnTo>
                  </a:path>
                </a:pathLst>
              </a:custGeom>
              <a:noFill/>
              <a:ln w="19050">
                <a:solidFill>
                  <a:srgbClr val="993366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26" name="Freeform 1169">
                <a:extLst>
                  <a:ext uri="{FF2B5EF4-FFF2-40B4-BE49-F238E27FC236}">
                    <a16:creationId xmlns:a16="http://schemas.microsoft.com/office/drawing/2014/main" id="{F2386A17-8CC0-100A-C47D-F383A7CA4B0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35" y="2864"/>
                <a:ext cx="42" cy="21"/>
              </a:xfrm>
              <a:custGeom>
                <a:avLst/>
                <a:gdLst>
                  <a:gd name="T0" fmla="*/ 0 w 7"/>
                  <a:gd name="T1" fmla="*/ 0 h 4"/>
                  <a:gd name="T2" fmla="*/ 4 w 7"/>
                  <a:gd name="T3" fmla="*/ 2 h 4"/>
                  <a:gd name="T4" fmla="*/ 7 w 7"/>
                  <a:gd name="T5" fmla="*/ 4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7" h="4">
                    <a:moveTo>
                      <a:pt x="0" y="0"/>
                    </a:moveTo>
                    <a:lnTo>
                      <a:pt x="4" y="2"/>
                    </a:lnTo>
                    <a:lnTo>
                      <a:pt x="7" y="4"/>
                    </a:lnTo>
                  </a:path>
                </a:pathLst>
              </a:custGeom>
              <a:noFill/>
              <a:ln w="19050">
                <a:solidFill>
                  <a:srgbClr val="993366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27" name="Freeform 1170">
                <a:extLst>
                  <a:ext uri="{FF2B5EF4-FFF2-40B4-BE49-F238E27FC236}">
                    <a16:creationId xmlns:a16="http://schemas.microsoft.com/office/drawing/2014/main" id="{5DC5C2D9-8415-B032-5BA2-8B4CC3B2370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77" y="2885"/>
                <a:ext cx="42" cy="27"/>
              </a:xfrm>
              <a:custGeom>
                <a:avLst/>
                <a:gdLst>
                  <a:gd name="T0" fmla="*/ 0 w 7"/>
                  <a:gd name="T1" fmla="*/ 0 h 5"/>
                  <a:gd name="T2" fmla="*/ 4 w 7"/>
                  <a:gd name="T3" fmla="*/ 3 h 5"/>
                  <a:gd name="T4" fmla="*/ 7 w 7"/>
                  <a:gd name="T5" fmla="*/ 5 h 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7" h="5">
                    <a:moveTo>
                      <a:pt x="0" y="0"/>
                    </a:moveTo>
                    <a:lnTo>
                      <a:pt x="4" y="3"/>
                    </a:lnTo>
                    <a:lnTo>
                      <a:pt x="7" y="5"/>
                    </a:lnTo>
                  </a:path>
                </a:pathLst>
              </a:custGeom>
              <a:noFill/>
              <a:ln w="19050">
                <a:solidFill>
                  <a:srgbClr val="993366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28" name="Freeform 1171">
                <a:extLst>
                  <a:ext uri="{FF2B5EF4-FFF2-40B4-BE49-F238E27FC236}">
                    <a16:creationId xmlns:a16="http://schemas.microsoft.com/office/drawing/2014/main" id="{F6A4A819-F196-992E-52A6-7ADB7730E9D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19" y="2912"/>
                <a:ext cx="66" cy="31"/>
              </a:xfrm>
              <a:custGeom>
                <a:avLst/>
                <a:gdLst>
                  <a:gd name="T0" fmla="*/ 0 w 11"/>
                  <a:gd name="T1" fmla="*/ 0 h 6"/>
                  <a:gd name="T2" fmla="*/ 4 w 11"/>
                  <a:gd name="T3" fmla="*/ 2 h 6"/>
                  <a:gd name="T4" fmla="*/ 7 w 11"/>
                  <a:gd name="T5" fmla="*/ 4 h 6"/>
                  <a:gd name="T6" fmla="*/ 11 w 11"/>
                  <a:gd name="T7" fmla="*/ 6 h 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1" h="6">
                    <a:moveTo>
                      <a:pt x="0" y="0"/>
                    </a:moveTo>
                    <a:lnTo>
                      <a:pt x="4" y="2"/>
                    </a:lnTo>
                    <a:lnTo>
                      <a:pt x="7" y="4"/>
                    </a:lnTo>
                    <a:lnTo>
                      <a:pt x="11" y="6"/>
                    </a:lnTo>
                  </a:path>
                </a:pathLst>
              </a:custGeom>
              <a:noFill/>
              <a:ln w="19050">
                <a:solidFill>
                  <a:srgbClr val="993366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29" name="Freeform 1172">
                <a:extLst>
                  <a:ext uri="{FF2B5EF4-FFF2-40B4-BE49-F238E27FC236}">
                    <a16:creationId xmlns:a16="http://schemas.microsoft.com/office/drawing/2014/main" id="{0E8EB947-806D-A0F6-E92C-00FC547E90B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85" y="2943"/>
                <a:ext cx="43" cy="16"/>
              </a:xfrm>
              <a:custGeom>
                <a:avLst/>
                <a:gdLst>
                  <a:gd name="T0" fmla="*/ 0 w 7"/>
                  <a:gd name="T1" fmla="*/ 0 h 3"/>
                  <a:gd name="T2" fmla="*/ 3 w 7"/>
                  <a:gd name="T3" fmla="*/ 2 h 3"/>
                  <a:gd name="T4" fmla="*/ 7 w 7"/>
                  <a:gd name="T5" fmla="*/ 3 h 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7" h="3">
                    <a:moveTo>
                      <a:pt x="0" y="0"/>
                    </a:moveTo>
                    <a:lnTo>
                      <a:pt x="3" y="2"/>
                    </a:lnTo>
                    <a:lnTo>
                      <a:pt x="7" y="3"/>
                    </a:lnTo>
                  </a:path>
                </a:pathLst>
              </a:custGeom>
              <a:noFill/>
              <a:ln w="19050">
                <a:solidFill>
                  <a:srgbClr val="993366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0" name="Freeform 1173">
                <a:extLst>
                  <a:ext uri="{FF2B5EF4-FFF2-40B4-BE49-F238E27FC236}">
                    <a16:creationId xmlns:a16="http://schemas.microsoft.com/office/drawing/2014/main" id="{C179140B-71E0-9F9E-4A66-6D746E9FBCF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28" y="2959"/>
                <a:ext cx="60" cy="31"/>
              </a:xfrm>
              <a:custGeom>
                <a:avLst/>
                <a:gdLst>
                  <a:gd name="T0" fmla="*/ 0 w 10"/>
                  <a:gd name="T1" fmla="*/ 0 h 6"/>
                  <a:gd name="T2" fmla="*/ 3 w 10"/>
                  <a:gd name="T3" fmla="*/ 2 h 6"/>
                  <a:gd name="T4" fmla="*/ 7 w 10"/>
                  <a:gd name="T5" fmla="*/ 4 h 6"/>
                  <a:gd name="T6" fmla="*/ 10 w 10"/>
                  <a:gd name="T7" fmla="*/ 6 h 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0" h="6">
                    <a:moveTo>
                      <a:pt x="0" y="0"/>
                    </a:moveTo>
                    <a:lnTo>
                      <a:pt x="3" y="2"/>
                    </a:lnTo>
                    <a:lnTo>
                      <a:pt x="7" y="4"/>
                    </a:lnTo>
                    <a:lnTo>
                      <a:pt x="10" y="6"/>
                    </a:lnTo>
                  </a:path>
                </a:pathLst>
              </a:custGeom>
              <a:noFill/>
              <a:ln w="19050">
                <a:solidFill>
                  <a:srgbClr val="993366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1" name="Freeform 1174">
                <a:extLst>
                  <a:ext uri="{FF2B5EF4-FFF2-40B4-BE49-F238E27FC236}">
                    <a16:creationId xmlns:a16="http://schemas.microsoft.com/office/drawing/2014/main" id="{BE1E60AD-00D1-C7FE-B793-7EEBF7D37DB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88" y="2990"/>
                <a:ext cx="48" cy="16"/>
              </a:xfrm>
              <a:custGeom>
                <a:avLst/>
                <a:gdLst>
                  <a:gd name="T0" fmla="*/ 0 w 8"/>
                  <a:gd name="T1" fmla="*/ 0 h 3"/>
                  <a:gd name="T2" fmla="*/ 4 w 8"/>
                  <a:gd name="T3" fmla="*/ 1 h 3"/>
                  <a:gd name="T4" fmla="*/ 8 w 8"/>
                  <a:gd name="T5" fmla="*/ 3 h 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8" h="3">
                    <a:moveTo>
                      <a:pt x="0" y="0"/>
                    </a:moveTo>
                    <a:lnTo>
                      <a:pt x="4" y="1"/>
                    </a:lnTo>
                    <a:lnTo>
                      <a:pt x="8" y="3"/>
                    </a:lnTo>
                  </a:path>
                </a:pathLst>
              </a:custGeom>
              <a:noFill/>
              <a:ln w="19050">
                <a:solidFill>
                  <a:srgbClr val="993366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2" name="Freeform 1175">
                <a:extLst>
                  <a:ext uri="{FF2B5EF4-FFF2-40B4-BE49-F238E27FC236}">
                    <a16:creationId xmlns:a16="http://schemas.microsoft.com/office/drawing/2014/main" id="{82634E39-F038-5FF7-C0AE-275D9060557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36" y="3006"/>
                <a:ext cx="42" cy="15"/>
              </a:xfrm>
              <a:custGeom>
                <a:avLst/>
                <a:gdLst>
                  <a:gd name="T0" fmla="*/ 0 w 7"/>
                  <a:gd name="T1" fmla="*/ 0 h 3"/>
                  <a:gd name="T2" fmla="*/ 3 w 7"/>
                  <a:gd name="T3" fmla="*/ 1 h 3"/>
                  <a:gd name="T4" fmla="*/ 7 w 7"/>
                  <a:gd name="T5" fmla="*/ 3 h 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7" h="3">
                    <a:moveTo>
                      <a:pt x="0" y="0"/>
                    </a:moveTo>
                    <a:lnTo>
                      <a:pt x="3" y="1"/>
                    </a:lnTo>
                    <a:lnTo>
                      <a:pt x="7" y="3"/>
                    </a:lnTo>
                  </a:path>
                </a:pathLst>
              </a:custGeom>
              <a:noFill/>
              <a:ln w="19050">
                <a:solidFill>
                  <a:srgbClr val="993366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3" name="Freeform 1176">
                <a:extLst>
                  <a:ext uri="{FF2B5EF4-FFF2-40B4-BE49-F238E27FC236}">
                    <a16:creationId xmlns:a16="http://schemas.microsoft.com/office/drawing/2014/main" id="{72A06FB9-85B5-5970-B22C-D4727D36276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78" y="3021"/>
                <a:ext cx="60" cy="21"/>
              </a:xfrm>
              <a:custGeom>
                <a:avLst/>
                <a:gdLst>
                  <a:gd name="T0" fmla="*/ 0 w 10"/>
                  <a:gd name="T1" fmla="*/ 0 h 4"/>
                  <a:gd name="T2" fmla="*/ 3 w 10"/>
                  <a:gd name="T3" fmla="*/ 1 h 4"/>
                  <a:gd name="T4" fmla="*/ 7 w 10"/>
                  <a:gd name="T5" fmla="*/ 3 h 4"/>
                  <a:gd name="T6" fmla="*/ 10 w 10"/>
                  <a:gd name="T7" fmla="*/ 4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0" h="4">
                    <a:moveTo>
                      <a:pt x="0" y="0"/>
                    </a:moveTo>
                    <a:lnTo>
                      <a:pt x="3" y="1"/>
                    </a:lnTo>
                    <a:lnTo>
                      <a:pt x="7" y="3"/>
                    </a:lnTo>
                    <a:lnTo>
                      <a:pt x="10" y="4"/>
                    </a:lnTo>
                  </a:path>
                </a:pathLst>
              </a:custGeom>
              <a:noFill/>
              <a:ln w="19050">
                <a:solidFill>
                  <a:srgbClr val="993366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4" name="Freeform 1177">
                <a:extLst>
                  <a:ext uri="{FF2B5EF4-FFF2-40B4-BE49-F238E27FC236}">
                    <a16:creationId xmlns:a16="http://schemas.microsoft.com/office/drawing/2014/main" id="{A50FD57B-B30E-EC9B-C353-132F4F94A43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38" y="3042"/>
                <a:ext cx="42" cy="16"/>
              </a:xfrm>
              <a:custGeom>
                <a:avLst/>
                <a:gdLst>
                  <a:gd name="T0" fmla="*/ 0 w 7"/>
                  <a:gd name="T1" fmla="*/ 0 h 3"/>
                  <a:gd name="T2" fmla="*/ 4 w 7"/>
                  <a:gd name="T3" fmla="*/ 1 h 3"/>
                  <a:gd name="T4" fmla="*/ 7 w 7"/>
                  <a:gd name="T5" fmla="*/ 3 h 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7" h="3">
                    <a:moveTo>
                      <a:pt x="0" y="0"/>
                    </a:moveTo>
                    <a:lnTo>
                      <a:pt x="4" y="1"/>
                    </a:lnTo>
                    <a:lnTo>
                      <a:pt x="7" y="3"/>
                    </a:lnTo>
                  </a:path>
                </a:pathLst>
              </a:custGeom>
              <a:noFill/>
              <a:ln w="19050">
                <a:solidFill>
                  <a:srgbClr val="993366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5" name="Freeform 1178">
                <a:extLst>
                  <a:ext uri="{FF2B5EF4-FFF2-40B4-BE49-F238E27FC236}">
                    <a16:creationId xmlns:a16="http://schemas.microsoft.com/office/drawing/2014/main" id="{7546362C-B762-8921-447B-E33FA43D855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80" y="3058"/>
                <a:ext cx="67" cy="16"/>
              </a:xfrm>
              <a:custGeom>
                <a:avLst/>
                <a:gdLst>
                  <a:gd name="T0" fmla="*/ 0 w 11"/>
                  <a:gd name="T1" fmla="*/ 0 h 3"/>
                  <a:gd name="T2" fmla="*/ 4 w 11"/>
                  <a:gd name="T3" fmla="*/ 1 h 3"/>
                  <a:gd name="T4" fmla="*/ 7 w 11"/>
                  <a:gd name="T5" fmla="*/ 2 h 3"/>
                  <a:gd name="T6" fmla="*/ 11 w 11"/>
                  <a:gd name="T7" fmla="*/ 3 h 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1" h="3">
                    <a:moveTo>
                      <a:pt x="0" y="0"/>
                    </a:moveTo>
                    <a:lnTo>
                      <a:pt x="4" y="1"/>
                    </a:lnTo>
                    <a:lnTo>
                      <a:pt x="7" y="2"/>
                    </a:lnTo>
                    <a:lnTo>
                      <a:pt x="11" y="3"/>
                    </a:lnTo>
                  </a:path>
                </a:pathLst>
              </a:custGeom>
              <a:noFill/>
              <a:ln w="19050">
                <a:solidFill>
                  <a:srgbClr val="993366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6" name="Freeform 1179">
                <a:extLst>
                  <a:ext uri="{FF2B5EF4-FFF2-40B4-BE49-F238E27FC236}">
                    <a16:creationId xmlns:a16="http://schemas.microsoft.com/office/drawing/2014/main" id="{A7542E95-F54A-C1C5-7683-5ADC263643A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47" y="3074"/>
                <a:ext cx="42" cy="15"/>
              </a:xfrm>
              <a:custGeom>
                <a:avLst/>
                <a:gdLst>
                  <a:gd name="T0" fmla="*/ 0 w 7"/>
                  <a:gd name="T1" fmla="*/ 0 h 3"/>
                  <a:gd name="T2" fmla="*/ 3 w 7"/>
                  <a:gd name="T3" fmla="*/ 2 h 3"/>
                  <a:gd name="T4" fmla="*/ 7 w 7"/>
                  <a:gd name="T5" fmla="*/ 3 h 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7" h="3">
                    <a:moveTo>
                      <a:pt x="0" y="0"/>
                    </a:moveTo>
                    <a:lnTo>
                      <a:pt x="3" y="2"/>
                    </a:lnTo>
                    <a:lnTo>
                      <a:pt x="7" y="3"/>
                    </a:lnTo>
                  </a:path>
                </a:pathLst>
              </a:custGeom>
              <a:noFill/>
              <a:ln w="19050">
                <a:solidFill>
                  <a:srgbClr val="993366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7" name="Freeform 1180">
                <a:extLst>
                  <a:ext uri="{FF2B5EF4-FFF2-40B4-BE49-F238E27FC236}">
                    <a16:creationId xmlns:a16="http://schemas.microsoft.com/office/drawing/2014/main" id="{2C7688A1-8A33-6395-32CF-EF3696B8C4F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89" y="3089"/>
                <a:ext cx="66" cy="16"/>
              </a:xfrm>
              <a:custGeom>
                <a:avLst/>
                <a:gdLst>
                  <a:gd name="T0" fmla="*/ 0 w 11"/>
                  <a:gd name="T1" fmla="*/ 0 h 3"/>
                  <a:gd name="T2" fmla="*/ 3 w 11"/>
                  <a:gd name="T3" fmla="*/ 1 h 3"/>
                  <a:gd name="T4" fmla="*/ 7 w 11"/>
                  <a:gd name="T5" fmla="*/ 2 h 3"/>
                  <a:gd name="T6" fmla="*/ 11 w 11"/>
                  <a:gd name="T7" fmla="*/ 3 h 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1" h="3">
                    <a:moveTo>
                      <a:pt x="0" y="0"/>
                    </a:moveTo>
                    <a:lnTo>
                      <a:pt x="3" y="1"/>
                    </a:lnTo>
                    <a:lnTo>
                      <a:pt x="7" y="2"/>
                    </a:lnTo>
                    <a:lnTo>
                      <a:pt x="11" y="3"/>
                    </a:lnTo>
                  </a:path>
                </a:pathLst>
              </a:custGeom>
              <a:noFill/>
              <a:ln w="19050">
                <a:solidFill>
                  <a:srgbClr val="993366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8" name="Freeform 1181">
                <a:extLst>
                  <a:ext uri="{FF2B5EF4-FFF2-40B4-BE49-F238E27FC236}">
                    <a16:creationId xmlns:a16="http://schemas.microsoft.com/office/drawing/2014/main" id="{B67B27AD-1EE4-1FD8-3AF9-BB3023ACC8B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55" y="3105"/>
                <a:ext cx="42" cy="11"/>
              </a:xfrm>
              <a:custGeom>
                <a:avLst/>
                <a:gdLst>
                  <a:gd name="T0" fmla="*/ 0 w 7"/>
                  <a:gd name="T1" fmla="*/ 0 h 2"/>
                  <a:gd name="T2" fmla="*/ 3 w 7"/>
                  <a:gd name="T3" fmla="*/ 1 h 2"/>
                  <a:gd name="T4" fmla="*/ 7 w 7"/>
                  <a:gd name="T5" fmla="*/ 2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7" h="2">
                    <a:moveTo>
                      <a:pt x="0" y="0"/>
                    </a:moveTo>
                    <a:lnTo>
                      <a:pt x="3" y="1"/>
                    </a:lnTo>
                    <a:lnTo>
                      <a:pt x="7" y="2"/>
                    </a:lnTo>
                  </a:path>
                </a:pathLst>
              </a:custGeom>
              <a:noFill/>
              <a:ln w="19050">
                <a:solidFill>
                  <a:srgbClr val="993366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9" name="Freeform 1182">
                <a:extLst>
                  <a:ext uri="{FF2B5EF4-FFF2-40B4-BE49-F238E27FC236}">
                    <a16:creationId xmlns:a16="http://schemas.microsoft.com/office/drawing/2014/main" id="{7A48F465-156B-1EDE-2039-622A9ACCB21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97" y="3116"/>
                <a:ext cx="42" cy="10"/>
              </a:xfrm>
              <a:custGeom>
                <a:avLst/>
                <a:gdLst>
                  <a:gd name="T0" fmla="*/ 0 w 7"/>
                  <a:gd name="T1" fmla="*/ 0 h 2"/>
                  <a:gd name="T2" fmla="*/ 3 w 7"/>
                  <a:gd name="T3" fmla="*/ 1 h 2"/>
                  <a:gd name="T4" fmla="*/ 7 w 7"/>
                  <a:gd name="T5" fmla="*/ 2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7" h="2">
                    <a:moveTo>
                      <a:pt x="0" y="0"/>
                    </a:moveTo>
                    <a:lnTo>
                      <a:pt x="3" y="1"/>
                    </a:lnTo>
                    <a:lnTo>
                      <a:pt x="7" y="2"/>
                    </a:lnTo>
                  </a:path>
                </a:pathLst>
              </a:custGeom>
              <a:noFill/>
              <a:ln w="19050">
                <a:solidFill>
                  <a:srgbClr val="993366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40" name="Freeform 1183">
                <a:extLst>
                  <a:ext uri="{FF2B5EF4-FFF2-40B4-BE49-F238E27FC236}">
                    <a16:creationId xmlns:a16="http://schemas.microsoft.com/office/drawing/2014/main" id="{ACBAF77A-0AC1-94CC-5439-BC8D1DB9BB1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39" y="3126"/>
                <a:ext cx="60" cy="10"/>
              </a:xfrm>
              <a:custGeom>
                <a:avLst/>
                <a:gdLst>
                  <a:gd name="T0" fmla="*/ 0 w 10"/>
                  <a:gd name="T1" fmla="*/ 0 h 2"/>
                  <a:gd name="T2" fmla="*/ 3 w 10"/>
                  <a:gd name="T3" fmla="*/ 1 h 2"/>
                  <a:gd name="T4" fmla="*/ 7 w 10"/>
                  <a:gd name="T5" fmla="*/ 1 h 2"/>
                  <a:gd name="T6" fmla="*/ 10 w 10"/>
                  <a:gd name="T7" fmla="*/ 2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0" h="2">
                    <a:moveTo>
                      <a:pt x="0" y="0"/>
                    </a:moveTo>
                    <a:lnTo>
                      <a:pt x="3" y="1"/>
                    </a:lnTo>
                    <a:lnTo>
                      <a:pt x="7" y="1"/>
                    </a:lnTo>
                    <a:lnTo>
                      <a:pt x="10" y="2"/>
                    </a:lnTo>
                  </a:path>
                </a:pathLst>
              </a:custGeom>
              <a:noFill/>
              <a:ln w="19050">
                <a:solidFill>
                  <a:srgbClr val="993366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41" name="Freeform 1184">
                <a:extLst>
                  <a:ext uri="{FF2B5EF4-FFF2-40B4-BE49-F238E27FC236}">
                    <a16:creationId xmlns:a16="http://schemas.microsoft.com/office/drawing/2014/main" id="{F156DBEE-0543-370A-5D3F-EF1DBF9CE52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99" y="3136"/>
                <a:ext cx="43" cy="11"/>
              </a:xfrm>
              <a:custGeom>
                <a:avLst/>
                <a:gdLst>
                  <a:gd name="T0" fmla="*/ 0 w 7"/>
                  <a:gd name="T1" fmla="*/ 0 h 2"/>
                  <a:gd name="T2" fmla="*/ 4 w 7"/>
                  <a:gd name="T3" fmla="*/ 1 h 2"/>
                  <a:gd name="T4" fmla="*/ 7 w 7"/>
                  <a:gd name="T5" fmla="*/ 2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7" h="2">
                    <a:moveTo>
                      <a:pt x="0" y="0"/>
                    </a:moveTo>
                    <a:lnTo>
                      <a:pt x="4" y="1"/>
                    </a:lnTo>
                    <a:lnTo>
                      <a:pt x="7" y="2"/>
                    </a:lnTo>
                  </a:path>
                </a:pathLst>
              </a:custGeom>
              <a:noFill/>
              <a:ln w="19050">
                <a:solidFill>
                  <a:srgbClr val="993366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42" name="Freeform 1185">
                <a:extLst>
                  <a:ext uri="{FF2B5EF4-FFF2-40B4-BE49-F238E27FC236}">
                    <a16:creationId xmlns:a16="http://schemas.microsoft.com/office/drawing/2014/main" id="{0F5E7790-12EA-0C27-4498-942B343BCA9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42" y="3147"/>
                <a:ext cx="66" cy="10"/>
              </a:xfrm>
              <a:custGeom>
                <a:avLst/>
                <a:gdLst>
                  <a:gd name="T0" fmla="*/ 0 w 11"/>
                  <a:gd name="T1" fmla="*/ 0 h 2"/>
                  <a:gd name="T2" fmla="*/ 4 w 11"/>
                  <a:gd name="T3" fmla="*/ 1 h 2"/>
                  <a:gd name="T4" fmla="*/ 7 w 11"/>
                  <a:gd name="T5" fmla="*/ 1 h 2"/>
                  <a:gd name="T6" fmla="*/ 11 w 11"/>
                  <a:gd name="T7" fmla="*/ 2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1" h="2">
                    <a:moveTo>
                      <a:pt x="0" y="0"/>
                    </a:moveTo>
                    <a:lnTo>
                      <a:pt x="4" y="1"/>
                    </a:lnTo>
                    <a:lnTo>
                      <a:pt x="7" y="1"/>
                    </a:lnTo>
                    <a:lnTo>
                      <a:pt x="11" y="2"/>
                    </a:lnTo>
                  </a:path>
                </a:pathLst>
              </a:custGeom>
              <a:noFill/>
              <a:ln w="19050">
                <a:solidFill>
                  <a:srgbClr val="993366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43" name="Freeform 1186">
                <a:extLst>
                  <a:ext uri="{FF2B5EF4-FFF2-40B4-BE49-F238E27FC236}">
                    <a16:creationId xmlns:a16="http://schemas.microsoft.com/office/drawing/2014/main" id="{1B542378-CB87-D961-E5A6-04B0443838E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08" y="3157"/>
                <a:ext cx="42" cy="11"/>
              </a:xfrm>
              <a:custGeom>
                <a:avLst/>
                <a:gdLst>
                  <a:gd name="T0" fmla="*/ 0 w 7"/>
                  <a:gd name="T1" fmla="*/ 0 h 2"/>
                  <a:gd name="T2" fmla="*/ 4 w 7"/>
                  <a:gd name="T3" fmla="*/ 1 h 2"/>
                  <a:gd name="T4" fmla="*/ 7 w 7"/>
                  <a:gd name="T5" fmla="*/ 2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7" h="2">
                    <a:moveTo>
                      <a:pt x="0" y="0"/>
                    </a:moveTo>
                    <a:lnTo>
                      <a:pt x="4" y="1"/>
                    </a:lnTo>
                    <a:lnTo>
                      <a:pt x="7" y="2"/>
                    </a:lnTo>
                  </a:path>
                </a:pathLst>
              </a:custGeom>
              <a:noFill/>
              <a:ln w="19050">
                <a:solidFill>
                  <a:srgbClr val="993366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44" name="Freeform 1187">
                <a:extLst>
                  <a:ext uri="{FF2B5EF4-FFF2-40B4-BE49-F238E27FC236}">
                    <a16:creationId xmlns:a16="http://schemas.microsoft.com/office/drawing/2014/main" id="{5BC462DC-1BCB-5D98-15C2-FCB87226011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50" y="3168"/>
                <a:ext cx="42" cy="5"/>
              </a:xfrm>
              <a:custGeom>
                <a:avLst/>
                <a:gdLst>
                  <a:gd name="T0" fmla="*/ 0 w 7"/>
                  <a:gd name="T1" fmla="*/ 0 h 1"/>
                  <a:gd name="T2" fmla="*/ 4 w 7"/>
                  <a:gd name="T3" fmla="*/ 0 h 1"/>
                  <a:gd name="T4" fmla="*/ 7 w 7"/>
                  <a:gd name="T5" fmla="*/ 1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7" h="1">
                    <a:moveTo>
                      <a:pt x="0" y="0"/>
                    </a:moveTo>
                    <a:lnTo>
                      <a:pt x="4" y="0"/>
                    </a:lnTo>
                    <a:lnTo>
                      <a:pt x="7" y="1"/>
                    </a:lnTo>
                  </a:path>
                </a:pathLst>
              </a:custGeom>
              <a:noFill/>
              <a:ln w="19050">
                <a:solidFill>
                  <a:srgbClr val="993366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45" name="Freeform 1188">
                <a:extLst>
                  <a:ext uri="{FF2B5EF4-FFF2-40B4-BE49-F238E27FC236}">
                    <a16:creationId xmlns:a16="http://schemas.microsoft.com/office/drawing/2014/main" id="{AC9D0AAA-5C7F-2823-D619-03C9DF981FA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92" y="3173"/>
                <a:ext cx="66" cy="11"/>
              </a:xfrm>
              <a:custGeom>
                <a:avLst/>
                <a:gdLst>
                  <a:gd name="T0" fmla="*/ 0 w 11"/>
                  <a:gd name="T1" fmla="*/ 0 h 2"/>
                  <a:gd name="T2" fmla="*/ 4 w 11"/>
                  <a:gd name="T3" fmla="*/ 1 h 2"/>
                  <a:gd name="T4" fmla="*/ 7 w 11"/>
                  <a:gd name="T5" fmla="*/ 1 h 2"/>
                  <a:gd name="T6" fmla="*/ 11 w 11"/>
                  <a:gd name="T7" fmla="*/ 2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1" h="2">
                    <a:moveTo>
                      <a:pt x="0" y="0"/>
                    </a:moveTo>
                    <a:lnTo>
                      <a:pt x="4" y="1"/>
                    </a:lnTo>
                    <a:lnTo>
                      <a:pt x="7" y="1"/>
                    </a:lnTo>
                    <a:lnTo>
                      <a:pt x="11" y="2"/>
                    </a:lnTo>
                  </a:path>
                </a:pathLst>
              </a:custGeom>
              <a:noFill/>
              <a:ln w="19050">
                <a:solidFill>
                  <a:srgbClr val="993366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46" name="Freeform 1189">
                <a:extLst>
                  <a:ext uri="{FF2B5EF4-FFF2-40B4-BE49-F238E27FC236}">
                    <a16:creationId xmlns:a16="http://schemas.microsoft.com/office/drawing/2014/main" id="{55D0743C-A1DD-B368-8B73-B8F635E39C6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758" y="3184"/>
                <a:ext cx="43" cy="5"/>
              </a:xfrm>
              <a:custGeom>
                <a:avLst/>
                <a:gdLst>
                  <a:gd name="T0" fmla="*/ 0 w 7"/>
                  <a:gd name="T1" fmla="*/ 0 h 1"/>
                  <a:gd name="T2" fmla="*/ 3 w 7"/>
                  <a:gd name="T3" fmla="*/ 0 h 1"/>
                  <a:gd name="T4" fmla="*/ 7 w 7"/>
                  <a:gd name="T5" fmla="*/ 1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7" h="1">
                    <a:moveTo>
                      <a:pt x="0" y="0"/>
                    </a:moveTo>
                    <a:lnTo>
                      <a:pt x="3" y="0"/>
                    </a:lnTo>
                    <a:lnTo>
                      <a:pt x="7" y="1"/>
                    </a:lnTo>
                  </a:path>
                </a:pathLst>
              </a:custGeom>
              <a:noFill/>
              <a:ln w="19050">
                <a:solidFill>
                  <a:srgbClr val="993366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47" name="Freeform 1190">
                <a:extLst>
                  <a:ext uri="{FF2B5EF4-FFF2-40B4-BE49-F238E27FC236}">
                    <a16:creationId xmlns:a16="http://schemas.microsoft.com/office/drawing/2014/main" id="{AECDC61C-64F1-4BE6-7EFB-BDB15B12698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801" y="3189"/>
                <a:ext cx="60" cy="5"/>
              </a:xfrm>
              <a:custGeom>
                <a:avLst/>
                <a:gdLst>
                  <a:gd name="T0" fmla="*/ 0 w 10"/>
                  <a:gd name="T1" fmla="*/ 0 h 1"/>
                  <a:gd name="T2" fmla="*/ 3 w 10"/>
                  <a:gd name="T3" fmla="*/ 0 h 1"/>
                  <a:gd name="T4" fmla="*/ 7 w 10"/>
                  <a:gd name="T5" fmla="*/ 1 h 1"/>
                  <a:gd name="T6" fmla="*/ 10 w 10"/>
                  <a:gd name="T7" fmla="*/ 1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0" h="1">
                    <a:moveTo>
                      <a:pt x="0" y="0"/>
                    </a:moveTo>
                    <a:lnTo>
                      <a:pt x="3" y="0"/>
                    </a:lnTo>
                    <a:lnTo>
                      <a:pt x="7" y="1"/>
                    </a:lnTo>
                    <a:lnTo>
                      <a:pt x="10" y="1"/>
                    </a:lnTo>
                  </a:path>
                </a:pathLst>
              </a:custGeom>
              <a:noFill/>
              <a:ln w="19050">
                <a:solidFill>
                  <a:srgbClr val="993366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48" name="Freeform 1191">
                <a:extLst>
                  <a:ext uri="{FF2B5EF4-FFF2-40B4-BE49-F238E27FC236}">
                    <a16:creationId xmlns:a16="http://schemas.microsoft.com/office/drawing/2014/main" id="{0C947576-24A0-D295-2964-DC9365EF9C8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861" y="3194"/>
                <a:ext cx="48" cy="5"/>
              </a:xfrm>
              <a:custGeom>
                <a:avLst/>
                <a:gdLst>
                  <a:gd name="T0" fmla="*/ 0 w 8"/>
                  <a:gd name="T1" fmla="*/ 0 h 1"/>
                  <a:gd name="T2" fmla="*/ 4 w 8"/>
                  <a:gd name="T3" fmla="*/ 1 h 1"/>
                  <a:gd name="T4" fmla="*/ 8 w 8"/>
                  <a:gd name="T5" fmla="*/ 1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8" h="1">
                    <a:moveTo>
                      <a:pt x="0" y="0"/>
                    </a:moveTo>
                    <a:lnTo>
                      <a:pt x="4" y="1"/>
                    </a:lnTo>
                    <a:lnTo>
                      <a:pt x="8" y="1"/>
                    </a:lnTo>
                  </a:path>
                </a:pathLst>
              </a:custGeom>
              <a:noFill/>
              <a:ln w="19050">
                <a:solidFill>
                  <a:srgbClr val="993366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49" name="Freeform 1192">
                <a:extLst>
                  <a:ext uri="{FF2B5EF4-FFF2-40B4-BE49-F238E27FC236}">
                    <a16:creationId xmlns:a16="http://schemas.microsoft.com/office/drawing/2014/main" id="{CE5F97AD-DF86-868D-17DD-7035B3ABEEF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909" y="3199"/>
                <a:ext cx="60" cy="11"/>
              </a:xfrm>
              <a:custGeom>
                <a:avLst/>
                <a:gdLst>
                  <a:gd name="T0" fmla="*/ 0 w 10"/>
                  <a:gd name="T1" fmla="*/ 0 h 2"/>
                  <a:gd name="T2" fmla="*/ 3 w 10"/>
                  <a:gd name="T3" fmla="*/ 1 h 2"/>
                  <a:gd name="T4" fmla="*/ 7 w 10"/>
                  <a:gd name="T5" fmla="*/ 1 h 2"/>
                  <a:gd name="T6" fmla="*/ 10 w 10"/>
                  <a:gd name="T7" fmla="*/ 2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0" h="2">
                    <a:moveTo>
                      <a:pt x="0" y="0"/>
                    </a:moveTo>
                    <a:lnTo>
                      <a:pt x="3" y="1"/>
                    </a:lnTo>
                    <a:lnTo>
                      <a:pt x="7" y="1"/>
                    </a:lnTo>
                    <a:lnTo>
                      <a:pt x="10" y="2"/>
                    </a:lnTo>
                  </a:path>
                </a:pathLst>
              </a:custGeom>
              <a:noFill/>
              <a:ln w="19050">
                <a:solidFill>
                  <a:srgbClr val="993366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50" name="Freeform 1193">
                <a:extLst>
                  <a:ext uri="{FF2B5EF4-FFF2-40B4-BE49-F238E27FC236}">
                    <a16:creationId xmlns:a16="http://schemas.microsoft.com/office/drawing/2014/main" id="{A49C7CA3-35A0-ED4B-FEF2-E6309E1AAAB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969" y="3210"/>
                <a:ext cx="42" cy="5"/>
              </a:xfrm>
              <a:custGeom>
                <a:avLst/>
                <a:gdLst>
                  <a:gd name="T0" fmla="*/ 0 w 7"/>
                  <a:gd name="T1" fmla="*/ 0 h 1"/>
                  <a:gd name="T2" fmla="*/ 4 w 7"/>
                  <a:gd name="T3" fmla="*/ 0 h 1"/>
                  <a:gd name="T4" fmla="*/ 7 w 7"/>
                  <a:gd name="T5" fmla="*/ 1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7" h="1">
                    <a:moveTo>
                      <a:pt x="0" y="0"/>
                    </a:moveTo>
                    <a:lnTo>
                      <a:pt x="4" y="0"/>
                    </a:lnTo>
                    <a:lnTo>
                      <a:pt x="7" y="1"/>
                    </a:lnTo>
                  </a:path>
                </a:pathLst>
              </a:custGeom>
              <a:noFill/>
              <a:ln w="19050">
                <a:solidFill>
                  <a:srgbClr val="993366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51" name="Freeform 1194">
                <a:extLst>
                  <a:ext uri="{FF2B5EF4-FFF2-40B4-BE49-F238E27FC236}">
                    <a16:creationId xmlns:a16="http://schemas.microsoft.com/office/drawing/2014/main" id="{803507ED-1737-1C19-A876-421191D7FBA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011" y="3215"/>
                <a:ext cx="42" cy="1"/>
              </a:xfrm>
              <a:custGeom>
                <a:avLst/>
                <a:gdLst>
                  <a:gd name="T0" fmla="*/ 0 w 7"/>
                  <a:gd name="T1" fmla="*/ 4 w 7"/>
                  <a:gd name="T2" fmla="*/ 7 w 7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7">
                    <a:moveTo>
                      <a:pt x="0" y="0"/>
                    </a:moveTo>
                    <a:lnTo>
                      <a:pt x="4" y="0"/>
                    </a:lnTo>
                    <a:lnTo>
                      <a:pt x="7" y="0"/>
                    </a:lnTo>
                  </a:path>
                </a:pathLst>
              </a:custGeom>
              <a:noFill/>
              <a:ln w="19050">
                <a:solidFill>
                  <a:srgbClr val="993366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52" name="Freeform 1195">
                <a:extLst>
                  <a:ext uri="{FF2B5EF4-FFF2-40B4-BE49-F238E27FC236}">
                    <a16:creationId xmlns:a16="http://schemas.microsoft.com/office/drawing/2014/main" id="{4825A61E-34A5-1B84-0748-C9202883FC6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053" y="3215"/>
                <a:ext cx="67" cy="10"/>
              </a:xfrm>
              <a:custGeom>
                <a:avLst/>
                <a:gdLst>
                  <a:gd name="T0" fmla="*/ 0 w 11"/>
                  <a:gd name="T1" fmla="*/ 0 h 2"/>
                  <a:gd name="T2" fmla="*/ 4 w 11"/>
                  <a:gd name="T3" fmla="*/ 1 h 2"/>
                  <a:gd name="T4" fmla="*/ 7 w 11"/>
                  <a:gd name="T5" fmla="*/ 1 h 2"/>
                  <a:gd name="T6" fmla="*/ 11 w 11"/>
                  <a:gd name="T7" fmla="*/ 2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1" h="2">
                    <a:moveTo>
                      <a:pt x="0" y="0"/>
                    </a:moveTo>
                    <a:lnTo>
                      <a:pt x="4" y="1"/>
                    </a:lnTo>
                    <a:lnTo>
                      <a:pt x="7" y="1"/>
                    </a:lnTo>
                    <a:lnTo>
                      <a:pt x="11" y="2"/>
                    </a:lnTo>
                  </a:path>
                </a:pathLst>
              </a:custGeom>
              <a:noFill/>
              <a:ln w="19050">
                <a:solidFill>
                  <a:srgbClr val="993366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53" name="Freeform 1196">
                <a:extLst>
                  <a:ext uri="{FF2B5EF4-FFF2-40B4-BE49-F238E27FC236}">
                    <a16:creationId xmlns:a16="http://schemas.microsoft.com/office/drawing/2014/main" id="{91501C03-6C37-F320-5034-7AFA3F0BC84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120" y="3225"/>
                <a:ext cx="42" cy="1"/>
              </a:xfrm>
              <a:custGeom>
                <a:avLst/>
                <a:gdLst>
                  <a:gd name="T0" fmla="*/ 0 w 7"/>
                  <a:gd name="T1" fmla="*/ 3 w 7"/>
                  <a:gd name="T2" fmla="*/ 7 w 7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7">
                    <a:moveTo>
                      <a:pt x="0" y="0"/>
                    </a:moveTo>
                    <a:lnTo>
                      <a:pt x="3" y="0"/>
                    </a:lnTo>
                    <a:lnTo>
                      <a:pt x="7" y="0"/>
                    </a:lnTo>
                  </a:path>
                </a:pathLst>
              </a:custGeom>
              <a:noFill/>
              <a:ln w="19050">
                <a:solidFill>
                  <a:srgbClr val="993366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54" name="Freeform 1197">
                <a:extLst>
                  <a:ext uri="{FF2B5EF4-FFF2-40B4-BE49-F238E27FC236}">
                    <a16:creationId xmlns:a16="http://schemas.microsoft.com/office/drawing/2014/main" id="{CA1573BC-0400-C5A9-BC9C-AC37B341FE7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162" y="3225"/>
                <a:ext cx="66" cy="6"/>
              </a:xfrm>
              <a:custGeom>
                <a:avLst/>
                <a:gdLst>
                  <a:gd name="T0" fmla="*/ 0 w 11"/>
                  <a:gd name="T1" fmla="*/ 0 h 1"/>
                  <a:gd name="T2" fmla="*/ 4 w 11"/>
                  <a:gd name="T3" fmla="*/ 1 h 1"/>
                  <a:gd name="T4" fmla="*/ 7 w 11"/>
                  <a:gd name="T5" fmla="*/ 1 h 1"/>
                  <a:gd name="T6" fmla="*/ 11 w 11"/>
                  <a:gd name="T7" fmla="*/ 1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1" h="1">
                    <a:moveTo>
                      <a:pt x="0" y="0"/>
                    </a:moveTo>
                    <a:lnTo>
                      <a:pt x="4" y="1"/>
                    </a:lnTo>
                    <a:lnTo>
                      <a:pt x="7" y="1"/>
                    </a:lnTo>
                    <a:lnTo>
                      <a:pt x="11" y="1"/>
                    </a:lnTo>
                  </a:path>
                </a:pathLst>
              </a:custGeom>
              <a:noFill/>
              <a:ln w="19050">
                <a:solidFill>
                  <a:srgbClr val="993366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55" name="Freeform 1198">
                <a:extLst>
                  <a:ext uri="{FF2B5EF4-FFF2-40B4-BE49-F238E27FC236}">
                    <a16:creationId xmlns:a16="http://schemas.microsoft.com/office/drawing/2014/main" id="{DE057786-2C68-5618-DC2F-0914C0B0E69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28" y="3231"/>
                <a:ext cx="42" cy="5"/>
              </a:xfrm>
              <a:custGeom>
                <a:avLst/>
                <a:gdLst>
                  <a:gd name="T0" fmla="*/ 0 w 7"/>
                  <a:gd name="T1" fmla="*/ 0 h 1"/>
                  <a:gd name="T2" fmla="*/ 3 w 7"/>
                  <a:gd name="T3" fmla="*/ 1 h 1"/>
                  <a:gd name="T4" fmla="*/ 7 w 7"/>
                  <a:gd name="T5" fmla="*/ 1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7" h="1">
                    <a:moveTo>
                      <a:pt x="0" y="0"/>
                    </a:moveTo>
                    <a:lnTo>
                      <a:pt x="3" y="1"/>
                    </a:lnTo>
                    <a:lnTo>
                      <a:pt x="7" y="1"/>
                    </a:lnTo>
                  </a:path>
                </a:pathLst>
              </a:custGeom>
              <a:noFill/>
              <a:ln w="19050">
                <a:solidFill>
                  <a:srgbClr val="993366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56" name="Freeform 1199">
                <a:extLst>
                  <a:ext uri="{FF2B5EF4-FFF2-40B4-BE49-F238E27FC236}">
                    <a16:creationId xmlns:a16="http://schemas.microsoft.com/office/drawing/2014/main" id="{3C726A18-104E-374C-6643-BD121678D3F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70" y="3236"/>
                <a:ext cx="42" cy="1"/>
              </a:xfrm>
              <a:custGeom>
                <a:avLst/>
                <a:gdLst>
                  <a:gd name="T0" fmla="*/ 0 w 7"/>
                  <a:gd name="T1" fmla="*/ 3 w 7"/>
                  <a:gd name="T2" fmla="*/ 7 w 7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7">
                    <a:moveTo>
                      <a:pt x="0" y="0"/>
                    </a:moveTo>
                    <a:lnTo>
                      <a:pt x="3" y="0"/>
                    </a:lnTo>
                    <a:lnTo>
                      <a:pt x="7" y="0"/>
                    </a:lnTo>
                  </a:path>
                </a:pathLst>
              </a:custGeom>
              <a:noFill/>
              <a:ln w="19050">
                <a:solidFill>
                  <a:srgbClr val="993366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36" name="Group 1200">
              <a:extLst>
                <a:ext uri="{FF2B5EF4-FFF2-40B4-BE49-F238E27FC236}">
                  <a16:creationId xmlns:a16="http://schemas.microsoft.com/office/drawing/2014/main" id="{35B4A350-5988-25DE-0B98-001C4B69957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744" y="1295"/>
              <a:ext cx="63" cy="66"/>
              <a:chOff x="3216" y="2784"/>
              <a:chExt cx="377" cy="239"/>
            </a:xfrm>
          </p:grpSpPr>
          <p:sp>
            <p:nvSpPr>
              <p:cNvPr id="225" name="Freeform 1201">
                <a:extLst>
                  <a:ext uri="{FF2B5EF4-FFF2-40B4-BE49-F238E27FC236}">
                    <a16:creationId xmlns:a16="http://schemas.microsoft.com/office/drawing/2014/main" id="{F822BA8F-1940-424C-6C53-6D95F2E8277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61" y="2998"/>
                <a:ext cx="32" cy="25"/>
              </a:xfrm>
              <a:custGeom>
                <a:avLst/>
                <a:gdLst>
                  <a:gd name="T0" fmla="*/ 16 w 32"/>
                  <a:gd name="T1" fmla="*/ 0 h 25"/>
                  <a:gd name="T2" fmla="*/ 32 w 32"/>
                  <a:gd name="T3" fmla="*/ 13 h 25"/>
                  <a:gd name="T4" fmla="*/ 16 w 32"/>
                  <a:gd name="T5" fmla="*/ 25 h 25"/>
                  <a:gd name="T6" fmla="*/ 0 w 32"/>
                  <a:gd name="T7" fmla="*/ 13 h 25"/>
                  <a:gd name="T8" fmla="*/ 16 w 32"/>
                  <a:gd name="T9" fmla="*/ 0 h 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2" h="25">
                    <a:moveTo>
                      <a:pt x="16" y="0"/>
                    </a:moveTo>
                    <a:lnTo>
                      <a:pt x="32" y="13"/>
                    </a:lnTo>
                    <a:lnTo>
                      <a:pt x="16" y="25"/>
                    </a:lnTo>
                    <a:lnTo>
                      <a:pt x="0" y="13"/>
                    </a:lnTo>
                    <a:lnTo>
                      <a:pt x="16" y="0"/>
                    </a:lnTo>
                    <a:close/>
                  </a:path>
                </a:pathLst>
              </a:custGeom>
              <a:solidFill>
                <a:srgbClr val="008000"/>
              </a:solidFill>
              <a:ln w="7938">
                <a:solidFill>
                  <a:schemeClr val="hlink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226" name="Group 1202">
                <a:extLst>
                  <a:ext uri="{FF2B5EF4-FFF2-40B4-BE49-F238E27FC236}">
                    <a16:creationId xmlns:a16="http://schemas.microsoft.com/office/drawing/2014/main" id="{0F3315D1-E08F-7DAC-3DEB-70DABD2B80A8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216" y="2784"/>
                <a:ext cx="366" cy="227"/>
                <a:chOff x="3287" y="2814"/>
                <a:chExt cx="295" cy="197"/>
              </a:xfrm>
            </p:grpSpPr>
            <p:sp>
              <p:nvSpPr>
                <p:cNvPr id="227" name="Line 1203">
                  <a:extLst>
                    <a:ext uri="{FF2B5EF4-FFF2-40B4-BE49-F238E27FC236}">
                      <a16:creationId xmlns:a16="http://schemas.microsoft.com/office/drawing/2014/main" id="{0B87B025-7DC7-C2BB-74A3-EEE58BE7112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324" y="2839"/>
                  <a:ext cx="11" cy="17"/>
                </a:xfrm>
                <a:prstGeom prst="line">
                  <a:avLst/>
                </a:prstGeom>
                <a:noFill/>
                <a:ln w="7938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28" name="Line 1204">
                  <a:extLst>
                    <a:ext uri="{FF2B5EF4-FFF2-40B4-BE49-F238E27FC236}">
                      <a16:creationId xmlns:a16="http://schemas.microsoft.com/office/drawing/2014/main" id="{87561A41-7A88-0AD4-3C15-FA23F998687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335" y="2856"/>
                  <a:ext cx="6" cy="1"/>
                </a:xfrm>
                <a:prstGeom prst="line">
                  <a:avLst/>
                </a:prstGeom>
                <a:noFill/>
                <a:ln w="7938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29" name="Line 1205">
                  <a:extLst>
                    <a:ext uri="{FF2B5EF4-FFF2-40B4-BE49-F238E27FC236}">
                      <a16:creationId xmlns:a16="http://schemas.microsoft.com/office/drawing/2014/main" id="{3054D8DF-07B2-E465-8B7D-BE1A8AC782E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341" y="2826"/>
                  <a:ext cx="10" cy="30"/>
                </a:xfrm>
                <a:prstGeom prst="line">
                  <a:avLst/>
                </a:prstGeom>
                <a:noFill/>
                <a:ln w="7938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30" name="Line 1206">
                  <a:extLst>
                    <a:ext uri="{FF2B5EF4-FFF2-40B4-BE49-F238E27FC236}">
                      <a16:creationId xmlns:a16="http://schemas.microsoft.com/office/drawing/2014/main" id="{7C291C5C-75C5-F12C-EA5C-4A391E2240C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351" y="2826"/>
                  <a:ext cx="6" cy="13"/>
                </a:xfrm>
                <a:prstGeom prst="line">
                  <a:avLst/>
                </a:prstGeom>
                <a:noFill/>
                <a:ln w="7938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31" name="Line 1207">
                  <a:extLst>
                    <a:ext uri="{FF2B5EF4-FFF2-40B4-BE49-F238E27FC236}">
                      <a16:creationId xmlns:a16="http://schemas.microsoft.com/office/drawing/2014/main" id="{288638F2-8A08-35A9-08DC-EFCAD96A7A1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357" y="2839"/>
                  <a:ext cx="10" cy="26"/>
                </a:xfrm>
                <a:prstGeom prst="line">
                  <a:avLst/>
                </a:prstGeom>
                <a:noFill/>
                <a:ln w="7938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32" name="Line 1208">
                  <a:extLst>
                    <a:ext uri="{FF2B5EF4-FFF2-40B4-BE49-F238E27FC236}">
                      <a16:creationId xmlns:a16="http://schemas.microsoft.com/office/drawing/2014/main" id="{6FE3A356-D9C9-A71C-F234-324BFE8C430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367" y="2865"/>
                  <a:ext cx="11" cy="30"/>
                </a:xfrm>
                <a:prstGeom prst="line">
                  <a:avLst/>
                </a:prstGeom>
                <a:noFill/>
                <a:ln w="7938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33" name="Line 1209">
                  <a:extLst>
                    <a:ext uri="{FF2B5EF4-FFF2-40B4-BE49-F238E27FC236}">
                      <a16:creationId xmlns:a16="http://schemas.microsoft.com/office/drawing/2014/main" id="{50239EF1-1200-715B-3841-1FC8D5D72CE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378" y="2869"/>
                  <a:ext cx="5" cy="26"/>
                </a:xfrm>
                <a:prstGeom prst="line">
                  <a:avLst/>
                </a:prstGeom>
                <a:noFill/>
                <a:ln w="7938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34" name="Line 1210">
                  <a:extLst>
                    <a:ext uri="{FF2B5EF4-FFF2-40B4-BE49-F238E27FC236}">
                      <a16:creationId xmlns:a16="http://schemas.microsoft.com/office/drawing/2014/main" id="{5FF80221-E5C8-CF42-ABD7-3D7CAE0E8F2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383" y="2869"/>
                  <a:ext cx="11" cy="34"/>
                </a:xfrm>
                <a:prstGeom prst="line">
                  <a:avLst/>
                </a:prstGeom>
                <a:noFill/>
                <a:ln w="7938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35" name="Line 1211">
                  <a:extLst>
                    <a:ext uri="{FF2B5EF4-FFF2-40B4-BE49-F238E27FC236}">
                      <a16:creationId xmlns:a16="http://schemas.microsoft.com/office/drawing/2014/main" id="{755908DB-CE53-08FF-B96C-5CEE7E9F822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394" y="2839"/>
                  <a:ext cx="6" cy="64"/>
                </a:xfrm>
                <a:prstGeom prst="line">
                  <a:avLst/>
                </a:prstGeom>
                <a:noFill/>
                <a:ln w="7938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36" name="Line 1212">
                  <a:extLst>
                    <a:ext uri="{FF2B5EF4-FFF2-40B4-BE49-F238E27FC236}">
                      <a16:creationId xmlns:a16="http://schemas.microsoft.com/office/drawing/2014/main" id="{A5439B5D-B761-AD40-06FB-913A20FF1C7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400" y="2839"/>
                  <a:ext cx="10" cy="30"/>
                </a:xfrm>
                <a:prstGeom prst="line">
                  <a:avLst/>
                </a:prstGeom>
                <a:noFill/>
                <a:ln w="7938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37" name="Line 1213">
                  <a:extLst>
                    <a:ext uri="{FF2B5EF4-FFF2-40B4-BE49-F238E27FC236}">
                      <a16:creationId xmlns:a16="http://schemas.microsoft.com/office/drawing/2014/main" id="{C9AAE0CD-F284-CE00-0AD3-0FB559E356B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410" y="2869"/>
                  <a:ext cx="6" cy="9"/>
                </a:xfrm>
                <a:prstGeom prst="line">
                  <a:avLst/>
                </a:prstGeom>
                <a:noFill/>
                <a:ln w="7938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38" name="Line 1214">
                  <a:extLst>
                    <a:ext uri="{FF2B5EF4-FFF2-40B4-BE49-F238E27FC236}">
                      <a16:creationId xmlns:a16="http://schemas.microsoft.com/office/drawing/2014/main" id="{4B701253-A352-FBAD-3D23-C3E763AE894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416" y="2856"/>
                  <a:ext cx="10" cy="22"/>
                </a:xfrm>
                <a:prstGeom prst="line">
                  <a:avLst/>
                </a:prstGeom>
                <a:noFill/>
                <a:ln w="7938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39" name="Line 1215">
                  <a:extLst>
                    <a:ext uri="{FF2B5EF4-FFF2-40B4-BE49-F238E27FC236}">
                      <a16:creationId xmlns:a16="http://schemas.microsoft.com/office/drawing/2014/main" id="{F05680B2-CEB1-5A75-17A3-14454B7BAE9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426" y="2856"/>
                  <a:ext cx="6" cy="5"/>
                </a:xfrm>
                <a:prstGeom prst="line">
                  <a:avLst/>
                </a:prstGeom>
                <a:noFill/>
                <a:ln w="7938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40" name="Line 1216">
                  <a:extLst>
                    <a:ext uri="{FF2B5EF4-FFF2-40B4-BE49-F238E27FC236}">
                      <a16:creationId xmlns:a16="http://schemas.microsoft.com/office/drawing/2014/main" id="{9B7CACAF-36A3-47C1-9518-842E87B47AC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432" y="2848"/>
                  <a:ext cx="10" cy="13"/>
                </a:xfrm>
                <a:prstGeom prst="line">
                  <a:avLst/>
                </a:prstGeom>
                <a:noFill/>
                <a:ln w="7938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41" name="Line 1217">
                  <a:extLst>
                    <a:ext uri="{FF2B5EF4-FFF2-40B4-BE49-F238E27FC236}">
                      <a16:creationId xmlns:a16="http://schemas.microsoft.com/office/drawing/2014/main" id="{F740BC99-5C77-3B37-4FAB-DE94970E0C8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442" y="2848"/>
                  <a:ext cx="6" cy="13"/>
                </a:xfrm>
                <a:prstGeom prst="line">
                  <a:avLst/>
                </a:prstGeom>
                <a:noFill/>
                <a:ln w="7938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42" name="Line 1218">
                  <a:extLst>
                    <a:ext uri="{FF2B5EF4-FFF2-40B4-BE49-F238E27FC236}">
                      <a16:creationId xmlns:a16="http://schemas.microsoft.com/office/drawing/2014/main" id="{B509D5A6-61DC-BC41-4D7D-0EFEED16ED5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448" y="2861"/>
                  <a:ext cx="11" cy="21"/>
                </a:xfrm>
                <a:prstGeom prst="line">
                  <a:avLst/>
                </a:prstGeom>
                <a:noFill/>
                <a:ln w="7938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43" name="Line 1219">
                  <a:extLst>
                    <a:ext uri="{FF2B5EF4-FFF2-40B4-BE49-F238E27FC236}">
                      <a16:creationId xmlns:a16="http://schemas.microsoft.com/office/drawing/2014/main" id="{110142D8-6483-1574-C08E-B5BB67638F5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459" y="2882"/>
                  <a:ext cx="10" cy="17"/>
                </a:xfrm>
                <a:prstGeom prst="line">
                  <a:avLst/>
                </a:prstGeom>
                <a:noFill/>
                <a:ln w="7938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44" name="Line 1220">
                  <a:extLst>
                    <a:ext uri="{FF2B5EF4-FFF2-40B4-BE49-F238E27FC236}">
                      <a16:creationId xmlns:a16="http://schemas.microsoft.com/office/drawing/2014/main" id="{9A0AE75A-FC44-A854-96D9-47AB1A4F9D1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469" y="2899"/>
                  <a:ext cx="6" cy="17"/>
                </a:xfrm>
                <a:prstGeom prst="line">
                  <a:avLst/>
                </a:prstGeom>
                <a:noFill/>
                <a:ln w="7938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45" name="Line 1221">
                  <a:extLst>
                    <a:ext uri="{FF2B5EF4-FFF2-40B4-BE49-F238E27FC236}">
                      <a16:creationId xmlns:a16="http://schemas.microsoft.com/office/drawing/2014/main" id="{9822C11F-B2FD-236E-7379-42CD7C5C7B3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475" y="2916"/>
                  <a:ext cx="10" cy="30"/>
                </a:xfrm>
                <a:prstGeom prst="line">
                  <a:avLst/>
                </a:prstGeom>
                <a:noFill/>
                <a:ln w="7938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46" name="Line 1222">
                  <a:extLst>
                    <a:ext uri="{FF2B5EF4-FFF2-40B4-BE49-F238E27FC236}">
                      <a16:creationId xmlns:a16="http://schemas.microsoft.com/office/drawing/2014/main" id="{5CE71DE5-1548-EEE7-E840-BB2A7C26034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485" y="2899"/>
                  <a:ext cx="6" cy="47"/>
                </a:xfrm>
                <a:prstGeom prst="line">
                  <a:avLst/>
                </a:prstGeom>
                <a:noFill/>
                <a:ln w="7938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47" name="Line 1223">
                  <a:extLst>
                    <a:ext uri="{FF2B5EF4-FFF2-40B4-BE49-F238E27FC236}">
                      <a16:creationId xmlns:a16="http://schemas.microsoft.com/office/drawing/2014/main" id="{E67D799A-B5A1-E141-9D74-797A2593CE0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491" y="2899"/>
                  <a:ext cx="10" cy="13"/>
                </a:xfrm>
                <a:prstGeom prst="line">
                  <a:avLst/>
                </a:prstGeom>
                <a:noFill/>
                <a:ln w="7938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48" name="Line 1224">
                  <a:extLst>
                    <a:ext uri="{FF2B5EF4-FFF2-40B4-BE49-F238E27FC236}">
                      <a16:creationId xmlns:a16="http://schemas.microsoft.com/office/drawing/2014/main" id="{08628D98-6058-7991-850B-1615D377F3F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501" y="2912"/>
                  <a:ext cx="6" cy="4"/>
                </a:xfrm>
                <a:prstGeom prst="line">
                  <a:avLst/>
                </a:prstGeom>
                <a:noFill/>
                <a:ln w="7938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49" name="Line 1225">
                  <a:extLst>
                    <a:ext uri="{FF2B5EF4-FFF2-40B4-BE49-F238E27FC236}">
                      <a16:creationId xmlns:a16="http://schemas.microsoft.com/office/drawing/2014/main" id="{710267AC-D6B9-BB33-BCAD-F04B8EE930D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507" y="2912"/>
                  <a:ext cx="11" cy="4"/>
                </a:xfrm>
                <a:prstGeom prst="line">
                  <a:avLst/>
                </a:prstGeom>
                <a:noFill/>
                <a:ln w="7938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50" name="Line 1226">
                  <a:extLst>
                    <a:ext uri="{FF2B5EF4-FFF2-40B4-BE49-F238E27FC236}">
                      <a16:creationId xmlns:a16="http://schemas.microsoft.com/office/drawing/2014/main" id="{87A41133-12A5-2219-4DFD-0083EB4A140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518" y="2912"/>
                  <a:ext cx="5" cy="4"/>
                </a:xfrm>
                <a:prstGeom prst="line">
                  <a:avLst/>
                </a:prstGeom>
                <a:noFill/>
                <a:ln w="7938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51" name="Line 1227">
                  <a:extLst>
                    <a:ext uri="{FF2B5EF4-FFF2-40B4-BE49-F238E27FC236}">
                      <a16:creationId xmlns:a16="http://schemas.microsoft.com/office/drawing/2014/main" id="{8FE7314E-4302-6C34-A9C5-95B009A7E94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523" y="2916"/>
                  <a:ext cx="11" cy="1"/>
                </a:xfrm>
                <a:prstGeom prst="line">
                  <a:avLst/>
                </a:prstGeom>
                <a:noFill/>
                <a:ln w="7938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52" name="Line 1228">
                  <a:extLst>
                    <a:ext uri="{FF2B5EF4-FFF2-40B4-BE49-F238E27FC236}">
                      <a16:creationId xmlns:a16="http://schemas.microsoft.com/office/drawing/2014/main" id="{0EC8F395-DFFB-F1C6-D0E9-F6EF5A7B2CD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534" y="2908"/>
                  <a:ext cx="5" cy="8"/>
                </a:xfrm>
                <a:prstGeom prst="line">
                  <a:avLst/>
                </a:prstGeom>
                <a:noFill/>
                <a:ln w="7938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53" name="Line 1229">
                  <a:extLst>
                    <a:ext uri="{FF2B5EF4-FFF2-40B4-BE49-F238E27FC236}">
                      <a16:creationId xmlns:a16="http://schemas.microsoft.com/office/drawing/2014/main" id="{BE4E6EB5-38E0-93C2-1F74-79B6C6D7370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539" y="2908"/>
                  <a:ext cx="11" cy="38"/>
                </a:xfrm>
                <a:prstGeom prst="line">
                  <a:avLst/>
                </a:prstGeom>
                <a:noFill/>
                <a:ln w="7938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54" name="Line 1230">
                  <a:extLst>
                    <a:ext uri="{FF2B5EF4-FFF2-40B4-BE49-F238E27FC236}">
                      <a16:creationId xmlns:a16="http://schemas.microsoft.com/office/drawing/2014/main" id="{881C3447-63AA-0D5D-D91D-00AB0E00FB3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550" y="2946"/>
                  <a:ext cx="11" cy="39"/>
                </a:xfrm>
                <a:prstGeom prst="line">
                  <a:avLst/>
                </a:prstGeom>
                <a:noFill/>
                <a:ln w="7938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55" name="Line 1231">
                  <a:extLst>
                    <a:ext uri="{FF2B5EF4-FFF2-40B4-BE49-F238E27FC236}">
                      <a16:creationId xmlns:a16="http://schemas.microsoft.com/office/drawing/2014/main" id="{985609CA-D859-E46E-96F8-A90CC876C54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561" y="2985"/>
                  <a:ext cx="5" cy="13"/>
                </a:xfrm>
                <a:prstGeom prst="line">
                  <a:avLst/>
                </a:prstGeom>
                <a:noFill/>
                <a:ln w="7938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56" name="Line 1232">
                  <a:extLst>
                    <a:ext uri="{FF2B5EF4-FFF2-40B4-BE49-F238E27FC236}">
                      <a16:creationId xmlns:a16="http://schemas.microsoft.com/office/drawing/2014/main" id="{9EC16ACA-358D-92A4-98FE-FA051A77A33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566" y="2998"/>
                  <a:ext cx="11" cy="13"/>
                </a:xfrm>
                <a:prstGeom prst="line">
                  <a:avLst/>
                </a:prstGeom>
                <a:noFill/>
                <a:ln w="7938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57" name="Freeform 1233">
                  <a:extLst>
                    <a:ext uri="{FF2B5EF4-FFF2-40B4-BE49-F238E27FC236}">
                      <a16:creationId xmlns:a16="http://schemas.microsoft.com/office/drawing/2014/main" id="{7901775F-D8C7-36C0-2781-DFBAC2B86D1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303" y="2831"/>
                  <a:ext cx="32" cy="25"/>
                </a:xfrm>
                <a:custGeom>
                  <a:avLst/>
                  <a:gdLst>
                    <a:gd name="T0" fmla="*/ 16 w 32"/>
                    <a:gd name="T1" fmla="*/ 0 h 25"/>
                    <a:gd name="T2" fmla="*/ 32 w 32"/>
                    <a:gd name="T3" fmla="*/ 13 h 25"/>
                    <a:gd name="T4" fmla="*/ 16 w 32"/>
                    <a:gd name="T5" fmla="*/ 25 h 25"/>
                    <a:gd name="T6" fmla="*/ 0 w 32"/>
                    <a:gd name="T7" fmla="*/ 13 h 25"/>
                    <a:gd name="T8" fmla="*/ 16 w 32"/>
                    <a:gd name="T9" fmla="*/ 0 h 2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25">
                      <a:moveTo>
                        <a:pt x="16" y="0"/>
                      </a:moveTo>
                      <a:lnTo>
                        <a:pt x="32" y="13"/>
                      </a:lnTo>
                      <a:lnTo>
                        <a:pt x="16" y="25"/>
                      </a:lnTo>
                      <a:lnTo>
                        <a:pt x="0" y="13"/>
                      </a:lnTo>
                      <a:lnTo>
                        <a:pt x="16" y="0"/>
                      </a:lnTo>
                      <a:close/>
                    </a:path>
                  </a:pathLst>
                </a:custGeom>
                <a:solidFill>
                  <a:srgbClr val="008000"/>
                </a:solidFill>
                <a:ln w="7938">
                  <a:solidFill>
                    <a:srgbClr val="008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58" name="Freeform 1234">
                  <a:extLst>
                    <a:ext uri="{FF2B5EF4-FFF2-40B4-BE49-F238E27FC236}">
                      <a16:creationId xmlns:a16="http://schemas.microsoft.com/office/drawing/2014/main" id="{787859C5-716C-DABC-2E70-33C0E78D79C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308" y="2826"/>
                  <a:ext cx="33" cy="26"/>
                </a:xfrm>
                <a:custGeom>
                  <a:avLst/>
                  <a:gdLst>
                    <a:gd name="T0" fmla="*/ 16 w 33"/>
                    <a:gd name="T1" fmla="*/ 0 h 26"/>
                    <a:gd name="T2" fmla="*/ 33 w 33"/>
                    <a:gd name="T3" fmla="*/ 13 h 26"/>
                    <a:gd name="T4" fmla="*/ 16 w 33"/>
                    <a:gd name="T5" fmla="*/ 26 h 26"/>
                    <a:gd name="T6" fmla="*/ 0 w 33"/>
                    <a:gd name="T7" fmla="*/ 13 h 26"/>
                    <a:gd name="T8" fmla="*/ 16 w 33"/>
                    <a:gd name="T9" fmla="*/ 0 h 2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3" h="26">
                      <a:moveTo>
                        <a:pt x="16" y="0"/>
                      </a:moveTo>
                      <a:lnTo>
                        <a:pt x="33" y="13"/>
                      </a:lnTo>
                      <a:lnTo>
                        <a:pt x="16" y="26"/>
                      </a:lnTo>
                      <a:lnTo>
                        <a:pt x="0" y="13"/>
                      </a:lnTo>
                      <a:lnTo>
                        <a:pt x="16" y="0"/>
                      </a:lnTo>
                      <a:close/>
                    </a:path>
                  </a:pathLst>
                </a:custGeom>
                <a:solidFill>
                  <a:srgbClr val="008000"/>
                </a:solidFill>
                <a:ln w="7938">
                  <a:solidFill>
                    <a:schemeClr val="hlink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59" name="Freeform 1235">
                  <a:extLst>
                    <a:ext uri="{FF2B5EF4-FFF2-40B4-BE49-F238E27FC236}">
                      <a16:creationId xmlns:a16="http://schemas.microsoft.com/office/drawing/2014/main" id="{4C0BC653-7818-1AE5-ADF9-276F5F2AA0D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319" y="2844"/>
                  <a:ext cx="32" cy="25"/>
                </a:xfrm>
                <a:custGeom>
                  <a:avLst/>
                  <a:gdLst>
                    <a:gd name="T0" fmla="*/ 16 w 32"/>
                    <a:gd name="T1" fmla="*/ 0 h 25"/>
                    <a:gd name="T2" fmla="*/ 32 w 32"/>
                    <a:gd name="T3" fmla="*/ 12 h 25"/>
                    <a:gd name="T4" fmla="*/ 16 w 32"/>
                    <a:gd name="T5" fmla="*/ 25 h 25"/>
                    <a:gd name="T6" fmla="*/ 0 w 32"/>
                    <a:gd name="T7" fmla="*/ 12 h 25"/>
                    <a:gd name="T8" fmla="*/ 16 w 32"/>
                    <a:gd name="T9" fmla="*/ 0 h 2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25">
                      <a:moveTo>
                        <a:pt x="16" y="0"/>
                      </a:moveTo>
                      <a:lnTo>
                        <a:pt x="32" y="12"/>
                      </a:lnTo>
                      <a:lnTo>
                        <a:pt x="16" y="25"/>
                      </a:lnTo>
                      <a:lnTo>
                        <a:pt x="0" y="12"/>
                      </a:lnTo>
                      <a:lnTo>
                        <a:pt x="16" y="0"/>
                      </a:lnTo>
                      <a:close/>
                    </a:path>
                  </a:pathLst>
                </a:custGeom>
                <a:solidFill>
                  <a:srgbClr val="008000"/>
                </a:solidFill>
                <a:ln w="7938">
                  <a:solidFill>
                    <a:schemeClr val="hlink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60" name="Freeform 1236">
                  <a:extLst>
                    <a:ext uri="{FF2B5EF4-FFF2-40B4-BE49-F238E27FC236}">
                      <a16:creationId xmlns:a16="http://schemas.microsoft.com/office/drawing/2014/main" id="{940479BC-D226-7073-D3FF-B17B33759D7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324" y="2844"/>
                  <a:ext cx="33" cy="25"/>
                </a:xfrm>
                <a:custGeom>
                  <a:avLst/>
                  <a:gdLst>
                    <a:gd name="T0" fmla="*/ 17 w 33"/>
                    <a:gd name="T1" fmla="*/ 0 h 25"/>
                    <a:gd name="T2" fmla="*/ 33 w 33"/>
                    <a:gd name="T3" fmla="*/ 12 h 25"/>
                    <a:gd name="T4" fmla="*/ 17 w 33"/>
                    <a:gd name="T5" fmla="*/ 25 h 25"/>
                    <a:gd name="T6" fmla="*/ 0 w 33"/>
                    <a:gd name="T7" fmla="*/ 12 h 25"/>
                    <a:gd name="T8" fmla="*/ 17 w 33"/>
                    <a:gd name="T9" fmla="*/ 0 h 2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3" h="25">
                      <a:moveTo>
                        <a:pt x="17" y="0"/>
                      </a:moveTo>
                      <a:lnTo>
                        <a:pt x="33" y="12"/>
                      </a:lnTo>
                      <a:lnTo>
                        <a:pt x="17" y="25"/>
                      </a:lnTo>
                      <a:lnTo>
                        <a:pt x="0" y="12"/>
                      </a:lnTo>
                      <a:lnTo>
                        <a:pt x="17" y="0"/>
                      </a:lnTo>
                      <a:close/>
                    </a:path>
                  </a:pathLst>
                </a:custGeom>
                <a:solidFill>
                  <a:srgbClr val="008000"/>
                </a:solidFill>
                <a:ln w="7938">
                  <a:solidFill>
                    <a:schemeClr val="hlink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61" name="Freeform 1237">
                  <a:extLst>
                    <a:ext uri="{FF2B5EF4-FFF2-40B4-BE49-F238E27FC236}">
                      <a16:creationId xmlns:a16="http://schemas.microsoft.com/office/drawing/2014/main" id="{31F796FF-3B08-B54A-2D0E-CDD1F7551E9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335" y="2814"/>
                  <a:ext cx="32" cy="25"/>
                </a:xfrm>
                <a:custGeom>
                  <a:avLst/>
                  <a:gdLst>
                    <a:gd name="T0" fmla="*/ 16 w 32"/>
                    <a:gd name="T1" fmla="*/ 0 h 25"/>
                    <a:gd name="T2" fmla="*/ 32 w 32"/>
                    <a:gd name="T3" fmla="*/ 12 h 25"/>
                    <a:gd name="T4" fmla="*/ 16 w 32"/>
                    <a:gd name="T5" fmla="*/ 25 h 25"/>
                    <a:gd name="T6" fmla="*/ 0 w 32"/>
                    <a:gd name="T7" fmla="*/ 12 h 25"/>
                    <a:gd name="T8" fmla="*/ 16 w 32"/>
                    <a:gd name="T9" fmla="*/ 0 h 2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25">
                      <a:moveTo>
                        <a:pt x="16" y="0"/>
                      </a:moveTo>
                      <a:lnTo>
                        <a:pt x="32" y="12"/>
                      </a:lnTo>
                      <a:lnTo>
                        <a:pt x="16" y="25"/>
                      </a:lnTo>
                      <a:lnTo>
                        <a:pt x="0" y="12"/>
                      </a:lnTo>
                      <a:lnTo>
                        <a:pt x="16" y="0"/>
                      </a:lnTo>
                      <a:close/>
                    </a:path>
                  </a:pathLst>
                </a:custGeom>
                <a:solidFill>
                  <a:srgbClr val="008000"/>
                </a:solidFill>
                <a:ln w="7938">
                  <a:solidFill>
                    <a:schemeClr val="hlink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62" name="Freeform 1238">
                  <a:extLst>
                    <a:ext uri="{FF2B5EF4-FFF2-40B4-BE49-F238E27FC236}">
                      <a16:creationId xmlns:a16="http://schemas.microsoft.com/office/drawing/2014/main" id="{657F8B17-E7E5-DD4E-2BF8-6B668C21C1F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341" y="2826"/>
                  <a:ext cx="32" cy="26"/>
                </a:xfrm>
                <a:custGeom>
                  <a:avLst/>
                  <a:gdLst>
                    <a:gd name="T0" fmla="*/ 16 w 32"/>
                    <a:gd name="T1" fmla="*/ 0 h 26"/>
                    <a:gd name="T2" fmla="*/ 32 w 32"/>
                    <a:gd name="T3" fmla="*/ 13 h 26"/>
                    <a:gd name="T4" fmla="*/ 16 w 32"/>
                    <a:gd name="T5" fmla="*/ 26 h 26"/>
                    <a:gd name="T6" fmla="*/ 0 w 32"/>
                    <a:gd name="T7" fmla="*/ 13 h 26"/>
                    <a:gd name="T8" fmla="*/ 16 w 32"/>
                    <a:gd name="T9" fmla="*/ 0 h 2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26">
                      <a:moveTo>
                        <a:pt x="16" y="0"/>
                      </a:moveTo>
                      <a:lnTo>
                        <a:pt x="32" y="13"/>
                      </a:lnTo>
                      <a:lnTo>
                        <a:pt x="16" y="26"/>
                      </a:lnTo>
                      <a:lnTo>
                        <a:pt x="0" y="13"/>
                      </a:lnTo>
                      <a:lnTo>
                        <a:pt x="16" y="0"/>
                      </a:lnTo>
                      <a:close/>
                    </a:path>
                  </a:pathLst>
                </a:custGeom>
                <a:solidFill>
                  <a:srgbClr val="008000"/>
                </a:solidFill>
                <a:ln w="7938">
                  <a:solidFill>
                    <a:schemeClr val="hlink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63" name="Freeform 1239">
                  <a:extLst>
                    <a:ext uri="{FF2B5EF4-FFF2-40B4-BE49-F238E27FC236}">
                      <a16:creationId xmlns:a16="http://schemas.microsoft.com/office/drawing/2014/main" id="{4E10024B-3C43-56DC-3805-725C610C899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351" y="2852"/>
                  <a:ext cx="32" cy="26"/>
                </a:xfrm>
                <a:custGeom>
                  <a:avLst/>
                  <a:gdLst>
                    <a:gd name="T0" fmla="*/ 16 w 32"/>
                    <a:gd name="T1" fmla="*/ 0 h 26"/>
                    <a:gd name="T2" fmla="*/ 32 w 32"/>
                    <a:gd name="T3" fmla="*/ 13 h 26"/>
                    <a:gd name="T4" fmla="*/ 16 w 32"/>
                    <a:gd name="T5" fmla="*/ 26 h 26"/>
                    <a:gd name="T6" fmla="*/ 0 w 32"/>
                    <a:gd name="T7" fmla="*/ 13 h 26"/>
                    <a:gd name="T8" fmla="*/ 16 w 32"/>
                    <a:gd name="T9" fmla="*/ 0 h 2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26">
                      <a:moveTo>
                        <a:pt x="16" y="0"/>
                      </a:moveTo>
                      <a:lnTo>
                        <a:pt x="32" y="13"/>
                      </a:lnTo>
                      <a:lnTo>
                        <a:pt x="16" y="26"/>
                      </a:lnTo>
                      <a:lnTo>
                        <a:pt x="0" y="13"/>
                      </a:lnTo>
                      <a:lnTo>
                        <a:pt x="16" y="0"/>
                      </a:lnTo>
                      <a:close/>
                    </a:path>
                  </a:pathLst>
                </a:custGeom>
                <a:solidFill>
                  <a:srgbClr val="008000"/>
                </a:solidFill>
                <a:ln w="7938">
                  <a:solidFill>
                    <a:schemeClr val="hlink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64" name="Freeform 1240">
                  <a:extLst>
                    <a:ext uri="{FF2B5EF4-FFF2-40B4-BE49-F238E27FC236}">
                      <a16:creationId xmlns:a16="http://schemas.microsoft.com/office/drawing/2014/main" id="{FFC01656-23CB-23D5-FC51-FD1E36CE0C2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362" y="2882"/>
                  <a:ext cx="32" cy="26"/>
                </a:xfrm>
                <a:custGeom>
                  <a:avLst/>
                  <a:gdLst>
                    <a:gd name="T0" fmla="*/ 16 w 32"/>
                    <a:gd name="T1" fmla="*/ 0 h 26"/>
                    <a:gd name="T2" fmla="*/ 32 w 32"/>
                    <a:gd name="T3" fmla="*/ 13 h 26"/>
                    <a:gd name="T4" fmla="*/ 16 w 32"/>
                    <a:gd name="T5" fmla="*/ 26 h 26"/>
                    <a:gd name="T6" fmla="*/ 0 w 32"/>
                    <a:gd name="T7" fmla="*/ 13 h 26"/>
                    <a:gd name="T8" fmla="*/ 16 w 32"/>
                    <a:gd name="T9" fmla="*/ 0 h 2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26">
                      <a:moveTo>
                        <a:pt x="16" y="0"/>
                      </a:moveTo>
                      <a:lnTo>
                        <a:pt x="32" y="13"/>
                      </a:lnTo>
                      <a:lnTo>
                        <a:pt x="16" y="26"/>
                      </a:lnTo>
                      <a:lnTo>
                        <a:pt x="0" y="13"/>
                      </a:lnTo>
                      <a:lnTo>
                        <a:pt x="16" y="0"/>
                      </a:lnTo>
                      <a:close/>
                    </a:path>
                  </a:pathLst>
                </a:custGeom>
                <a:solidFill>
                  <a:srgbClr val="008000"/>
                </a:solidFill>
                <a:ln w="7938">
                  <a:solidFill>
                    <a:schemeClr val="hlink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65" name="Freeform 1241">
                  <a:extLst>
                    <a:ext uri="{FF2B5EF4-FFF2-40B4-BE49-F238E27FC236}">
                      <a16:creationId xmlns:a16="http://schemas.microsoft.com/office/drawing/2014/main" id="{140467FC-CED7-DA17-BF82-19354271544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367" y="2856"/>
                  <a:ext cx="33" cy="26"/>
                </a:xfrm>
                <a:custGeom>
                  <a:avLst/>
                  <a:gdLst>
                    <a:gd name="T0" fmla="*/ 16 w 33"/>
                    <a:gd name="T1" fmla="*/ 0 h 26"/>
                    <a:gd name="T2" fmla="*/ 33 w 33"/>
                    <a:gd name="T3" fmla="*/ 13 h 26"/>
                    <a:gd name="T4" fmla="*/ 16 w 33"/>
                    <a:gd name="T5" fmla="*/ 26 h 26"/>
                    <a:gd name="T6" fmla="*/ 0 w 33"/>
                    <a:gd name="T7" fmla="*/ 13 h 26"/>
                    <a:gd name="T8" fmla="*/ 16 w 33"/>
                    <a:gd name="T9" fmla="*/ 0 h 2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3" h="26">
                      <a:moveTo>
                        <a:pt x="16" y="0"/>
                      </a:moveTo>
                      <a:lnTo>
                        <a:pt x="33" y="13"/>
                      </a:lnTo>
                      <a:lnTo>
                        <a:pt x="16" y="26"/>
                      </a:lnTo>
                      <a:lnTo>
                        <a:pt x="0" y="13"/>
                      </a:lnTo>
                      <a:lnTo>
                        <a:pt x="16" y="0"/>
                      </a:lnTo>
                      <a:close/>
                    </a:path>
                  </a:pathLst>
                </a:custGeom>
                <a:solidFill>
                  <a:srgbClr val="008000"/>
                </a:solidFill>
                <a:ln w="7938">
                  <a:solidFill>
                    <a:schemeClr val="hlink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66" name="Freeform 1242">
                  <a:extLst>
                    <a:ext uri="{FF2B5EF4-FFF2-40B4-BE49-F238E27FC236}">
                      <a16:creationId xmlns:a16="http://schemas.microsoft.com/office/drawing/2014/main" id="{AE126F3F-7CCD-6C60-2F5A-649479CE0B6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378" y="2891"/>
                  <a:ext cx="32" cy="25"/>
                </a:xfrm>
                <a:custGeom>
                  <a:avLst/>
                  <a:gdLst>
                    <a:gd name="T0" fmla="*/ 16 w 32"/>
                    <a:gd name="T1" fmla="*/ 0 h 25"/>
                    <a:gd name="T2" fmla="*/ 32 w 32"/>
                    <a:gd name="T3" fmla="*/ 12 h 25"/>
                    <a:gd name="T4" fmla="*/ 16 w 32"/>
                    <a:gd name="T5" fmla="*/ 25 h 25"/>
                    <a:gd name="T6" fmla="*/ 0 w 32"/>
                    <a:gd name="T7" fmla="*/ 12 h 25"/>
                    <a:gd name="T8" fmla="*/ 16 w 32"/>
                    <a:gd name="T9" fmla="*/ 0 h 2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25">
                      <a:moveTo>
                        <a:pt x="16" y="0"/>
                      </a:moveTo>
                      <a:lnTo>
                        <a:pt x="32" y="12"/>
                      </a:lnTo>
                      <a:lnTo>
                        <a:pt x="16" y="25"/>
                      </a:lnTo>
                      <a:lnTo>
                        <a:pt x="0" y="12"/>
                      </a:lnTo>
                      <a:lnTo>
                        <a:pt x="16" y="0"/>
                      </a:lnTo>
                      <a:close/>
                    </a:path>
                  </a:pathLst>
                </a:custGeom>
                <a:solidFill>
                  <a:srgbClr val="008000"/>
                </a:solidFill>
                <a:ln w="7938">
                  <a:solidFill>
                    <a:schemeClr val="hlink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67" name="Freeform 1243">
                  <a:extLst>
                    <a:ext uri="{FF2B5EF4-FFF2-40B4-BE49-F238E27FC236}">
                      <a16:creationId xmlns:a16="http://schemas.microsoft.com/office/drawing/2014/main" id="{139F3C96-49BA-B0B6-F491-83B7AC079C1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383" y="2826"/>
                  <a:ext cx="33" cy="26"/>
                </a:xfrm>
                <a:custGeom>
                  <a:avLst/>
                  <a:gdLst>
                    <a:gd name="T0" fmla="*/ 17 w 33"/>
                    <a:gd name="T1" fmla="*/ 0 h 26"/>
                    <a:gd name="T2" fmla="*/ 33 w 33"/>
                    <a:gd name="T3" fmla="*/ 13 h 26"/>
                    <a:gd name="T4" fmla="*/ 17 w 33"/>
                    <a:gd name="T5" fmla="*/ 26 h 26"/>
                    <a:gd name="T6" fmla="*/ 0 w 33"/>
                    <a:gd name="T7" fmla="*/ 13 h 26"/>
                    <a:gd name="T8" fmla="*/ 17 w 33"/>
                    <a:gd name="T9" fmla="*/ 0 h 2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3" h="26">
                      <a:moveTo>
                        <a:pt x="17" y="0"/>
                      </a:moveTo>
                      <a:lnTo>
                        <a:pt x="33" y="13"/>
                      </a:lnTo>
                      <a:lnTo>
                        <a:pt x="17" y="26"/>
                      </a:lnTo>
                      <a:lnTo>
                        <a:pt x="0" y="13"/>
                      </a:lnTo>
                      <a:lnTo>
                        <a:pt x="17" y="0"/>
                      </a:lnTo>
                      <a:close/>
                    </a:path>
                  </a:pathLst>
                </a:custGeom>
                <a:solidFill>
                  <a:srgbClr val="008000"/>
                </a:solidFill>
                <a:ln w="7938">
                  <a:solidFill>
                    <a:schemeClr val="hlink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68" name="Freeform 1244">
                  <a:extLst>
                    <a:ext uri="{FF2B5EF4-FFF2-40B4-BE49-F238E27FC236}">
                      <a16:creationId xmlns:a16="http://schemas.microsoft.com/office/drawing/2014/main" id="{3C1F8EAA-1658-4476-7818-4EA1EA9AECD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394" y="2856"/>
                  <a:ext cx="32" cy="26"/>
                </a:xfrm>
                <a:custGeom>
                  <a:avLst/>
                  <a:gdLst>
                    <a:gd name="T0" fmla="*/ 16 w 32"/>
                    <a:gd name="T1" fmla="*/ 0 h 26"/>
                    <a:gd name="T2" fmla="*/ 32 w 32"/>
                    <a:gd name="T3" fmla="*/ 13 h 26"/>
                    <a:gd name="T4" fmla="*/ 16 w 32"/>
                    <a:gd name="T5" fmla="*/ 26 h 26"/>
                    <a:gd name="T6" fmla="*/ 0 w 32"/>
                    <a:gd name="T7" fmla="*/ 13 h 26"/>
                    <a:gd name="T8" fmla="*/ 16 w 32"/>
                    <a:gd name="T9" fmla="*/ 0 h 2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26">
                      <a:moveTo>
                        <a:pt x="16" y="0"/>
                      </a:moveTo>
                      <a:lnTo>
                        <a:pt x="32" y="13"/>
                      </a:lnTo>
                      <a:lnTo>
                        <a:pt x="16" y="26"/>
                      </a:lnTo>
                      <a:lnTo>
                        <a:pt x="0" y="13"/>
                      </a:lnTo>
                      <a:lnTo>
                        <a:pt x="16" y="0"/>
                      </a:lnTo>
                      <a:close/>
                    </a:path>
                  </a:pathLst>
                </a:custGeom>
                <a:solidFill>
                  <a:srgbClr val="008000"/>
                </a:solidFill>
                <a:ln w="7938">
                  <a:solidFill>
                    <a:schemeClr val="hlink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69" name="Freeform 1245">
                  <a:extLst>
                    <a:ext uri="{FF2B5EF4-FFF2-40B4-BE49-F238E27FC236}">
                      <a16:creationId xmlns:a16="http://schemas.microsoft.com/office/drawing/2014/main" id="{AA2FA040-45DB-3D97-F23A-3B30CBCBF42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400" y="2865"/>
                  <a:ext cx="32" cy="26"/>
                </a:xfrm>
                <a:custGeom>
                  <a:avLst/>
                  <a:gdLst>
                    <a:gd name="T0" fmla="*/ 16 w 32"/>
                    <a:gd name="T1" fmla="*/ 0 h 26"/>
                    <a:gd name="T2" fmla="*/ 32 w 32"/>
                    <a:gd name="T3" fmla="*/ 13 h 26"/>
                    <a:gd name="T4" fmla="*/ 16 w 32"/>
                    <a:gd name="T5" fmla="*/ 26 h 26"/>
                    <a:gd name="T6" fmla="*/ 0 w 32"/>
                    <a:gd name="T7" fmla="*/ 13 h 26"/>
                    <a:gd name="T8" fmla="*/ 16 w 32"/>
                    <a:gd name="T9" fmla="*/ 0 h 2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26">
                      <a:moveTo>
                        <a:pt x="16" y="0"/>
                      </a:moveTo>
                      <a:lnTo>
                        <a:pt x="32" y="13"/>
                      </a:lnTo>
                      <a:lnTo>
                        <a:pt x="16" y="26"/>
                      </a:lnTo>
                      <a:lnTo>
                        <a:pt x="0" y="13"/>
                      </a:lnTo>
                      <a:lnTo>
                        <a:pt x="16" y="0"/>
                      </a:lnTo>
                      <a:close/>
                    </a:path>
                  </a:pathLst>
                </a:custGeom>
                <a:solidFill>
                  <a:srgbClr val="008000"/>
                </a:solidFill>
                <a:ln w="7938">
                  <a:solidFill>
                    <a:schemeClr val="hlink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70" name="Freeform 1246">
                  <a:extLst>
                    <a:ext uri="{FF2B5EF4-FFF2-40B4-BE49-F238E27FC236}">
                      <a16:creationId xmlns:a16="http://schemas.microsoft.com/office/drawing/2014/main" id="{757529E1-5320-6FF4-1894-5B0735449EC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410" y="2844"/>
                  <a:ext cx="32" cy="25"/>
                </a:xfrm>
                <a:custGeom>
                  <a:avLst/>
                  <a:gdLst>
                    <a:gd name="T0" fmla="*/ 16 w 32"/>
                    <a:gd name="T1" fmla="*/ 0 h 25"/>
                    <a:gd name="T2" fmla="*/ 32 w 32"/>
                    <a:gd name="T3" fmla="*/ 12 h 25"/>
                    <a:gd name="T4" fmla="*/ 16 w 32"/>
                    <a:gd name="T5" fmla="*/ 25 h 25"/>
                    <a:gd name="T6" fmla="*/ 0 w 32"/>
                    <a:gd name="T7" fmla="*/ 12 h 25"/>
                    <a:gd name="T8" fmla="*/ 16 w 32"/>
                    <a:gd name="T9" fmla="*/ 0 h 2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25">
                      <a:moveTo>
                        <a:pt x="16" y="0"/>
                      </a:moveTo>
                      <a:lnTo>
                        <a:pt x="32" y="12"/>
                      </a:lnTo>
                      <a:lnTo>
                        <a:pt x="16" y="25"/>
                      </a:lnTo>
                      <a:lnTo>
                        <a:pt x="0" y="12"/>
                      </a:lnTo>
                      <a:lnTo>
                        <a:pt x="16" y="0"/>
                      </a:lnTo>
                      <a:close/>
                    </a:path>
                  </a:pathLst>
                </a:custGeom>
                <a:solidFill>
                  <a:srgbClr val="008000"/>
                </a:solidFill>
                <a:ln w="7938">
                  <a:solidFill>
                    <a:schemeClr val="hlink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71" name="Freeform 1247">
                  <a:extLst>
                    <a:ext uri="{FF2B5EF4-FFF2-40B4-BE49-F238E27FC236}">
                      <a16:creationId xmlns:a16="http://schemas.microsoft.com/office/drawing/2014/main" id="{6131BE2E-AD71-4058-516F-737F8B7D667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416" y="2848"/>
                  <a:ext cx="32" cy="26"/>
                </a:xfrm>
                <a:custGeom>
                  <a:avLst/>
                  <a:gdLst>
                    <a:gd name="T0" fmla="*/ 16 w 32"/>
                    <a:gd name="T1" fmla="*/ 0 h 26"/>
                    <a:gd name="T2" fmla="*/ 32 w 32"/>
                    <a:gd name="T3" fmla="*/ 13 h 26"/>
                    <a:gd name="T4" fmla="*/ 16 w 32"/>
                    <a:gd name="T5" fmla="*/ 26 h 26"/>
                    <a:gd name="T6" fmla="*/ 0 w 32"/>
                    <a:gd name="T7" fmla="*/ 13 h 26"/>
                    <a:gd name="T8" fmla="*/ 16 w 32"/>
                    <a:gd name="T9" fmla="*/ 0 h 2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26">
                      <a:moveTo>
                        <a:pt x="16" y="0"/>
                      </a:moveTo>
                      <a:lnTo>
                        <a:pt x="32" y="13"/>
                      </a:lnTo>
                      <a:lnTo>
                        <a:pt x="16" y="26"/>
                      </a:lnTo>
                      <a:lnTo>
                        <a:pt x="0" y="13"/>
                      </a:lnTo>
                      <a:lnTo>
                        <a:pt x="16" y="0"/>
                      </a:lnTo>
                      <a:close/>
                    </a:path>
                  </a:pathLst>
                </a:custGeom>
                <a:solidFill>
                  <a:srgbClr val="008000"/>
                </a:solidFill>
                <a:ln w="7938">
                  <a:solidFill>
                    <a:schemeClr val="hlink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72" name="Freeform 1248">
                  <a:extLst>
                    <a:ext uri="{FF2B5EF4-FFF2-40B4-BE49-F238E27FC236}">
                      <a16:creationId xmlns:a16="http://schemas.microsoft.com/office/drawing/2014/main" id="{D4F5E942-F63E-8C7C-B6B5-814E3DBC71D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426" y="2835"/>
                  <a:ext cx="33" cy="26"/>
                </a:xfrm>
                <a:custGeom>
                  <a:avLst/>
                  <a:gdLst>
                    <a:gd name="T0" fmla="*/ 16 w 33"/>
                    <a:gd name="T1" fmla="*/ 0 h 26"/>
                    <a:gd name="T2" fmla="*/ 33 w 33"/>
                    <a:gd name="T3" fmla="*/ 13 h 26"/>
                    <a:gd name="T4" fmla="*/ 16 w 33"/>
                    <a:gd name="T5" fmla="*/ 26 h 26"/>
                    <a:gd name="T6" fmla="*/ 0 w 33"/>
                    <a:gd name="T7" fmla="*/ 13 h 26"/>
                    <a:gd name="T8" fmla="*/ 16 w 33"/>
                    <a:gd name="T9" fmla="*/ 0 h 2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3" h="26">
                      <a:moveTo>
                        <a:pt x="16" y="0"/>
                      </a:moveTo>
                      <a:lnTo>
                        <a:pt x="33" y="13"/>
                      </a:lnTo>
                      <a:lnTo>
                        <a:pt x="16" y="26"/>
                      </a:lnTo>
                      <a:lnTo>
                        <a:pt x="0" y="13"/>
                      </a:lnTo>
                      <a:lnTo>
                        <a:pt x="16" y="0"/>
                      </a:lnTo>
                      <a:close/>
                    </a:path>
                  </a:pathLst>
                </a:custGeom>
                <a:solidFill>
                  <a:srgbClr val="008000"/>
                </a:solidFill>
                <a:ln w="7938">
                  <a:solidFill>
                    <a:schemeClr val="hlink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73" name="Freeform 1249">
                  <a:extLst>
                    <a:ext uri="{FF2B5EF4-FFF2-40B4-BE49-F238E27FC236}">
                      <a16:creationId xmlns:a16="http://schemas.microsoft.com/office/drawing/2014/main" id="{1C7A8C1E-B35C-D1B5-0DB8-DEE5782A522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432" y="2848"/>
                  <a:ext cx="32" cy="26"/>
                </a:xfrm>
                <a:custGeom>
                  <a:avLst/>
                  <a:gdLst>
                    <a:gd name="T0" fmla="*/ 16 w 32"/>
                    <a:gd name="T1" fmla="*/ 0 h 26"/>
                    <a:gd name="T2" fmla="*/ 32 w 32"/>
                    <a:gd name="T3" fmla="*/ 13 h 26"/>
                    <a:gd name="T4" fmla="*/ 16 w 32"/>
                    <a:gd name="T5" fmla="*/ 26 h 26"/>
                    <a:gd name="T6" fmla="*/ 0 w 32"/>
                    <a:gd name="T7" fmla="*/ 13 h 26"/>
                    <a:gd name="T8" fmla="*/ 16 w 32"/>
                    <a:gd name="T9" fmla="*/ 0 h 2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26">
                      <a:moveTo>
                        <a:pt x="16" y="0"/>
                      </a:moveTo>
                      <a:lnTo>
                        <a:pt x="32" y="13"/>
                      </a:lnTo>
                      <a:lnTo>
                        <a:pt x="16" y="26"/>
                      </a:lnTo>
                      <a:lnTo>
                        <a:pt x="0" y="13"/>
                      </a:lnTo>
                      <a:lnTo>
                        <a:pt x="16" y="0"/>
                      </a:lnTo>
                      <a:close/>
                    </a:path>
                  </a:pathLst>
                </a:custGeom>
                <a:solidFill>
                  <a:srgbClr val="008000"/>
                </a:solidFill>
                <a:ln w="7938">
                  <a:solidFill>
                    <a:schemeClr val="hlink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74" name="Freeform 1250">
                  <a:extLst>
                    <a:ext uri="{FF2B5EF4-FFF2-40B4-BE49-F238E27FC236}">
                      <a16:creationId xmlns:a16="http://schemas.microsoft.com/office/drawing/2014/main" id="{646085D9-432F-0451-9634-97E1A4D1F3B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442" y="2869"/>
                  <a:ext cx="33" cy="26"/>
                </a:xfrm>
                <a:custGeom>
                  <a:avLst/>
                  <a:gdLst>
                    <a:gd name="T0" fmla="*/ 17 w 33"/>
                    <a:gd name="T1" fmla="*/ 0 h 26"/>
                    <a:gd name="T2" fmla="*/ 33 w 33"/>
                    <a:gd name="T3" fmla="*/ 13 h 26"/>
                    <a:gd name="T4" fmla="*/ 17 w 33"/>
                    <a:gd name="T5" fmla="*/ 26 h 26"/>
                    <a:gd name="T6" fmla="*/ 0 w 33"/>
                    <a:gd name="T7" fmla="*/ 13 h 26"/>
                    <a:gd name="T8" fmla="*/ 17 w 33"/>
                    <a:gd name="T9" fmla="*/ 0 h 2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3" h="26">
                      <a:moveTo>
                        <a:pt x="17" y="0"/>
                      </a:moveTo>
                      <a:lnTo>
                        <a:pt x="33" y="13"/>
                      </a:lnTo>
                      <a:lnTo>
                        <a:pt x="17" y="26"/>
                      </a:lnTo>
                      <a:lnTo>
                        <a:pt x="0" y="13"/>
                      </a:lnTo>
                      <a:lnTo>
                        <a:pt x="17" y="0"/>
                      </a:lnTo>
                      <a:close/>
                    </a:path>
                  </a:pathLst>
                </a:custGeom>
                <a:solidFill>
                  <a:srgbClr val="008000"/>
                </a:solidFill>
                <a:ln w="7938">
                  <a:solidFill>
                    <a:schemeClr val="hlink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75" name="Freeform 1251">
                  <a:extLst>
                    <a:ext uri="{FF2B5EF4-FFF2-40B4-BE49-F238E27FC236}">
                      <a16:creationId xmlns:a16="http://schemas.microsoft.com/office/drawing/2014/main" id="{00FBF178-83F4-3C9C-12A5-C6BF3C701EE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453" y="2886"/>
                  <a:ext cx="32" cy="26"/>
                </a:xfrm>
                <a:custGeom>
                  <a:avLst/>
                  <a:gdLst>
                    <a:gd name="T0" fmla="*/ 16 w 32"/>
                    <a:gd name="T1" fmla="*/ 0 h 26"/>
                    <a:gd name="T2" fmla="*/ 32 w 32"/>
                    <a:gd name="T3" fmla="*/ 13 h 26"/>
                    <a:gd name="T4" fmla="*/ 16 w 32"/>
                    <a:gd name="T5" fmla="*/ 26 h 26"/>
                    <a:gd name="T6" fmla="*/ 0 w 32"/>
                    <a:gd name="T7" fmla="*/ 13 h 26"/>
                    <a:gd name="T8" fmla="*/ 16 w 32"/>
                    <a:gd name="T9" fmla="*/ 0 h 2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26">
                      <a:moveTo>
                        <a:pt x="16" y="0"/>
                      </a:moveTo>
                      <a:lnTo>
                        <a:pt x="32" y="13"/>
                      </a:lnTo>
                      <a:lnTo>
                        <a:pt x="16" y="26"/>
                      </a:lnTo>
                      <a:lnTo>
                        <a:pt x="0" y="13"/>
                      </a:lnTo>
                      <a:lnTo>
                        <a:pt x="16" y="0"/>
                      </a:lnTo>
                      <a:close/>
                    </a:path>
                  </a:pathLst>
                </a:custGeom>
                <a:solidFill>
                  <a:srgbClr val="008000"/>
                </a:solidFill>
                <a:ln w="7938">
                  <a:solidFill>
                    <a:schemeClr val="hlink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76" name="Freeform 1252">
                  <a:extLst>
                    <a:ext uri="{FF2B5EF4-FFF2-40B4-BE49-F238E27FC236}">
                      <a16:creationId xmlns:a16="http://schemas.microsoft.com/office/drawing/2014/main" id="{AC707511-F516-FE3A-DBD3-43BC5E1C454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459" y="2903"/>
                  <a:ext cx="32" cy="26"/>
                </a:xfrm>
                <a:custGeom>
                  <a:avLst/>
                  <a:gdLst>
                    <a:gd name="T0" fmla="*/ 16 w 32"/>
                    <a:gd name="T1" fmla="*/ 0 h 26"/>
                    <a:gd name="T2" fmla="*/ 32 w 32"/>
                    <a:gd name="T3" fmla="*/ 13 h 26"/>
                    <a:gd name="T4" fmla="*/ 16 w 32"/>
                    <a:gd name="T5" fmla="*/ 26 h 26"/>
                    <a:gd name="T6" fmla="*/ 0 w 32"/>
                    <a:gd name="T7" fmla="*/ 13 h 26"/>
                    <a:gd name="T8" fmla="*/ 16 w 32"/>
                    <a:gd name="T9" fmla="*/ 0 h 2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26">
                      <a:moveTo>
                        <a:pt x="16" y="0"/>
                      </a:moveTo>
                      <a:lnTo>
                        <a:pt x="32" y="13"/>
                      </a:lnTo>
                      <a:lnTo>
                        <a:pt x="16" y="26"/>
                      </a:lnTo>
                      <a:lnTo>
                        <a:pt x="0" y="13"/>
                      </a:lnTo>
                      <a:lnTo>
                        <a:pt x="16" y="0"/>
                      </a:lnTo>
                      <a:close/>
                    </a:path>
                  </a:pathLst>
                </a:custGeom>
                <a:solidFill>
                  <a:srgbClr val="008000"/>
                </a:solidFill>
                <a:ln w="7938">
                  <a:solidFill>
                    <a:schemeClr val="hlink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77" name="Freeform 1253">
                  <a:extLst>
                    <a:ext uri="{FF2B5EF4-FFF2-40B4-BE49-F238E27FC236}">
                      <a16:creationId xmlns:a16="http://schemas.microsoft.com/office/drawing/2014/main" id="{B0042B09-B18D-7714-8B05-22EB251F9A5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469" y="2933"/>
                  <a:ext cx="32" cy="26"/>
                </a:xfrm>
                <a:custGeom>
                  <a:avLst/>
                  <a:gdLst>
                    <a:gd name="T0" fmla="*/ 16 w 32"/>
                    <a:gd name="T1" fmla="*/ 0 h 26"/>
                    <a:gd name="T2" fmla="*/ 32 w 32"/>
                    <a:gd name="T3" fmla="*/ 13 h 26"/>
                    <a:gd name="T4" fmla="*/ 16 w 32"/>
                    <a:gd name="T5" fmla="*/ 26 h 26"/>
                    <a:gd name="T6" fmla="*/ 0 w 32"/>
                    <a:gd name="T7" fmla="*/ 13 h 26"/>
                    <a:gd name="T8" fmla="*/ 16 w 32"/>
                    <a:gd name="T9" fmla="*/ 0 h 2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26">
                      <a:moveTo>
                        <a:pt x="16" y="0"/>
                      </a:moveTo>
                      <a:lnTo>
                        <a:pt x="32" y="13"/>
                      </a:lnTo>
                      <a:lnTo>
                        <a:pt x="16" y="26"/>
                      </a:lnTo>
                      <a:lnTo>
                        <a:pt x="0" y="13"/>
                      </a:lnTo>
                      <a:lnTo>
                        <a:pt x="16" y="0"/>
                      </a:lnTo>
                      <a:close/>
                    </a:path>
                  </a:pathLst>
                </a:custGeom>
                <a:solidFill>
                  <a:srgbClr val="008000"/>
                </a:solidFill>
                <a:ln w="7938">
                  <a:solidFill>
                    <a:schemeClr val="hlink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78" name="Freeform 1254">
                  <a:extLst>
                    <a:ext uri="{FF2B5EF4-FFF2-40B4-BE49-F238E27FC236}">
                      <a16:creationId xmlns:a16="http://schemas.microsoft.com/office/drawing/2014/main" id="{DE59FA51-F54A-4596-1963-BC02CDF0C32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475" y="2886"/>
                  <a:ext cx="32" cy="26"/>
                </a:xfrm>
                <a:custGeom>
                  <a:avLst/>
                  <a:gdLst>
                    <a:gd name="T0" fmla="*/ 16 w 32"/>
                    <a:gd name="T1" fmla="*/ 0 h 26"/>
                    <a:gd name="T2" fmla="*/ 32 w 32"/>
                    <a:gd name="T3" fmla="*/ 13 h 26"/>
                    <a:gd name="T4" fmla="*/ 16 w 32"/>
                    <a:gd name="T5" fmla="*/ 26 h 26"/>
                    <a:gd name="T6" fmla="*/ 0 w 32"/>
                    <a:gd name="T7" fmla="*/ 13 h 26"/>
                    <a:gd name="T8" fmla="*/ 16 w 32"/>
                    <a:gd name="T9" fmla="*/ 0 h 2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26">
                      <a:moveTo>
                        <a:pt x="16" y="0"/>
                      </a:moveTo>
                      <a:lnTo>
                        <a:pt x="32" y="13"/>
                      </a:lnTo>
                      <a:lnTo>
                        <a:pt x="16" y="26"/>
                      </a:lnTo>
                      <a:lnTo>
                        <a:pt x="0" y="13"/>
                      </a:lnTo>
                      <a:lnTo>
                        <a:pt x="16" y="0"/>
                      </a:lnTo>
                      <a:close/>
                    </a:path>
                  </a:pathLst>
                </a:custGeom>
                <a:solidFill>
                  <a:srgbClr val="008000"/>
                </a:solidFill>
                <a:ln w="7938">
                  <a:solidFill>
                    <a:schemeClr val="hlink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79" name="Freeform 1255">
                  <a:extLst>
                    <a:ext uri="{FF2B5EF4-FFF2-40B4-BE49-F238E27FC236}">
                      <a16:creationId xmlns:a16="http://schemas.microsoft.com/office/drawing/2014/main" id="{B24F27A1-B24E-AFA5-D6B1-9862B06FC28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485" y="2899"/>
                  <a:ext cx="33" cy="26"/>
                </a:xfrm>
                <a:custGeom>
                  <a:avLst/>
                  <a:gdLst>
                    <a:gd name="T0" fmla="*/ 16 w 33"/>
                    <a:gd name="T1" fmla="*/ 0 h 26"/>
                    <a:gd name="T2" fmla="*/ 33 w 33"/>
                    <a:gd name="T3" fmla="*/ 13 h 26"/>
                    <a:gd name="T4" fmla="*/ 16 w 33"/>
                    <a:gd name="T5" fmla="*/ 26 h 26"/>
                    <a:gd name="T6" fmla="*/ 0 w 33"/>
                    <a:gd name="T7" fmla="*/ 13 h 26"/>
                    <a:gd name="T8" fmla="*/ 16 w 33"/>
                    <a:gd name="T9" fmla="*/ 0 h 2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3" h="26">
                      <a:moveTo>
                        <a:pt x="16" y="0"/>
                      </a:moveTo>
                      <a:lnTo>
                        <a:pt x="33" y="13"/>
                      </a:lnTo>
                      <a:lnTo>
                        <a:pt x="16" y="26"/>
                      </a:lnTo>
                      <a:lnTo>
                        <a:pt x="0" y="13"/>
                      </a:lnTo>
                      <a:lnTo>
                        <a:pt x="16" y="0"/>
                      </a:lnTo>
                      <a:close/>
                    </a:path>
                  </a:pathLst>
                </a:custGeom>
                <a:solidFill>
                  <a:srgbClr val="008000"/>
                </a:solidFill>
                <a:ln w="7938">
                  <a:solidFill>
                    <a:schemeClr val="hlink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80" name="Freeform 1256">
                  <a:extLst>
                    <a:ext uri="{FF2B5EF4-FFF2-40B4-BE49-F238E27FC236}">
                      <a16:creationId xmlns:a16="http://schemas.microsoft.com/office/drawing/2014/main" id="{B85ABD01-464C-CA49-34DD-D1CED772CFA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491" y="2903"/>
                  <a:ext cx="32" cy="26"/>
                </a:xfrm>
                <a:custGeom>
                  <a:avLst/>
                  <a:gdLst>
                    <a:gd name="T0" fmla="*/ 16 w 32"/>
                    <a:gd name="T1" fmla="*/ 0 h 26"/>
                    <a:gd name="T2" fmla="*/ 32 w 32"/>
                    <a:gd name="T3" fmla="*/ 13 h 26"/>
                    <a:gd name="T4" fmla="*/ 16 w 32"/>
                    <a:gd name="T5" fmla="*/ 26 h 26"/>
                    <a:gd name="T6" fmla="*/ 0 w 32"/>
                    <a:gd name="T7" fmla="*/ 13 h 26"/>
                    <a:gd name="T8" fmla="*/ 16 w 32"/>
                    <a:gd name="T9" fmla="*/ 0 h 2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26">
                      <a:moveTo>
                        <a:pt x="16" y="0"/>
                      </a:moveTo>
                      <a:lnTo>
                        <a:pt x="32" y="13"/>
                      </a:lnTo>
                      <a:lnTo>
                        <a:pt x="16" y="26"/>
                      </a:lnTo>
                      <a:lnTo>
                        <a:pt x="0" y="13"/>
                      </a:lnTo>
                      <a:lnTo>
                        <a:pt x="16" y="0"/>
                      </a:lnTo>
                      <a:close/>
                    </a:path>
                  </a:pathLst>
                </a:custGeom>
                <a:solidFill>
                  <a:srgbClr val="008000"/>
                </a:solidFill>
                <a:ln w="7938">
                  <a:solidFill>
                    <a:schemeClr val="hlink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81" name="Freeform 1257">
                  <a:extLst>
                    <a:ext uri="{FF2B5EF4-FFF2-40B4-BE49-F238E27FC236}">
                      <a16:creationId xmlns:a16="http://schemas.microsoft.com/office/drawing/2014/main" id="{230C938B-F204-3793-DAB4-B4FA8335BDE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501" y="2899"/>
                  <a:ext cx="33" cy="26"/>
                </a:xfrm>
                <a:custGeom>
                  <a:avLst/>
                  <a:gdLst>
                    <a:gd name="T0" fmla="*/ 17 w 33"/>
                    <a:gd name="T1" fmla="*/ 0 h 26"/>
                    <a:gd name="T2" fmla="*/ 33 w 33"/>
                    <a:gd name="T3" fmla="*/ 13 h 26"/>
                    <a:gd name="T4" fmla="*/ 17 w 33"/>
                    <a:gd name="T5" fmla="*/ 26 h 26"/>
                    <a:gd name="T6" fmla="*/ 0 w 33"/>
                    <a:gd name="T7" fmla="*/ 13 h 26"/>
                    <a:gd name="T8" fmla="*/ 17 w 33"/>
                    <a:gd name="T9" fmla="*/ 0 h 2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3" h="26">
                      <a:moveTo>
                        <a:pt x="17" y="0"/>
                      </a:moveTo>
                      <a:lnTo>
                        <a:pt x="33" y="13"/>
                      </a:lnTo>
                      <a:lnTo>
                        <a:pt x="17" y="26"/>
                      </a:lnTo>
                      <a:lnTo>
                        <a:pt x="0" y="13"/>
                      </a:lnTo>
                      <a:lnTo>
                        <a:pt x="17" y="0"/>
                      </a:lnTo>
                      <a:close/>
                    </a:path>
                  </a:pathLst>
                </a:custGeom>
                <a:solidFill>
                  <a:srgbClr val="008000"/>
                </a:solidFill>
                <a:ln w="7938">
                  <a:solidFill>
                    <a:schemeClr val="hlink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82" name="Freeform 1258">
                  <a:extLst>
                    <a:ext uri="{FF2B5EF4-FFF2-40B4-BE49-F238E27FC236}">
                      <a16:creationId xmlns:a16="http://schemas.microsoft.com/office/drawing/2014/main" id="{41ABA102-72D3-6B07-5B61-8C9A4A58900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507" y="2903"/>
                  <a:ext cx="32" cy="26"/>
                </a:xfrm>
                <a:custGeom>
                  <a:avLst/>
                  <a:gdLst>
                    <a:gd name="T0" fmla="*/ 16 w 32"/>
                    <a:gd name="T1" fmla="*/ 0 h 26"/>
                    <a:gd name="T2" fmla="*/ 32 w 32"/>
                    <a:gd name="T3" fmla="*/ 13 h 26"/>
                    <a:gd name="T4" fmla="*/ 16 w 32"/>
                    <a:gd name="T5" fmla="*/ 26 h 26"/>
                    <a:gd name="T6" fmla="*/ 0 w 32"/>
                    <a:gd name="T7" fmla="*/ 13 h 26"/>
                    <a:gd name="T8" fmla="*/ 16 w 32"/>
                    <a:gd name="T9" fmla="*/ 0 h 2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26">
                      <a:moveTo>
                        <a:pt x="16" y="0"/>
                      </a:moveTo>
                      <a:lnTo>
                        <a:pt x="32" y="13"/>
                      </a:lnTo>
                      <a:lnTo>
                        <a:pt x="16" y="26"/>
                      </a:lnTo>
                      <a:lnTo>
                        <a:pt x="0" y="13"/>
                      </a:lnTo>
                      <a:lnTo>
                        <a:pt x="16" y="0"/>
                      </a:lnTo>
                      <a:close/>
                    </a:path>
                  </a:pathLst>
                </a:custGeom>
                <a:solidFill>
                  <a:srgbClr val="008000"/>
                </a:solidFill>
                <a:ln w="7938">
                  <a:solidFill>
                    <a:schemeClr val="hlink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83" name="Freeform 1259">
                  <a:extLst>
                    <a:ext uri="{FF2B5EF4-FFF2-40B4-BE49-F238E27FC236}">
                      <a16:creationId xmlns:a16="http://schemas.microsoft.com/office/drawing/2014/main" id="{1F1DE5D0-50E1-DA80-25D1-D4C0643E530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518" y="2903"/>
                  <a:ext cx="32" cy="26"/>
                </a:xfrm>
                <a:custGeom>
                  <a:avLst/>
                  <a:gdLst>
                    <a:gd name="T0" fmla="*/ 16 w 32"/>
                    <a:gd name="T1" fmla="*/ 0 h 26"/>
                    <a:gd name="T2" fmla="*/ 32 w 32"/>
                    <a:gd name="T3" fmla="*/ 13 h 26"/>
                    <a:gd name="T4" fmla="*/ 16 w 32"/>
                    <a:gd name="T5" fmla="*/ 26 h 26"/>
                    <a:gd name="T6" fmla="*/ 0 w 32"/>
                    <a:gd name="T7" fmla="*/ 13 h 26"/>
                    <a:gd name="T8" fmla="*/ 16 w 32"/>
                    <a:gd name="T9" fmla="*/ 0 h 2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26">
                      <a:moveTo>
                        <a:pt x="16" y="0"/>
                      </a:moveTo>
                      <a:lnTo>
                        <a:pt x="32" y="13"/>
                      </a:lnTo>
                      <a:lnTo>
                        <a:pt x="16" y="26"/>
                      </a:lnTo>
                      <a:lnTo>
                        <a:pt x="0" y="13"/>
                      </a:lnTo>
                      <a:lnTo>
                        <a:pt x="16" y="0"/>
                      </a:lnTo>
                      <a:close/>
                    </a:path>
                  </a:pathLst>
                </a:custGeom>
                <a:solidFill>
                  <a:srgbClr val="008000"/>
                </a:solidFill>
                <a:ln w="7938">
                  <a:solidFill>
                    <a:schemeClr val="hlink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84" name="Freeform 1260">
                  <a:extLst>
                    <a:ext uri="{FF2B5EF4-FFF2-40B4-BE49-F238E27FC236}">
                      <a16:creationId xmlns:a16="http://schemas.microsoft.com/office/drawing/2014/main" id="{CF1B3E6A-9B33-9086-CC64-993D7B1162A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523" y="2895"/>
                  <a:ext cx="32" cy="26"/>
                </a:xfrm>
                <a:custGeom>
                  <a:avLst/>
                  <a:gdLst>
                    <a:gd name="T0" fmla="*/ 16 w 32"/>
                    <a:gd name="T1" fmla="*/ 0 h 26"/>
                    <a:gd name="T2" fmla="*/ 32 w 32"/>
                    <a:gd name="T3" fmla="*/ 13 h 26"/>
                    <a:gd name="T4" fmla="*/ 16 w 32"/>
                    <a:gd name="T5" fmla="*/ 26 h 26"/>
                    <a:gd name="T6" fmla="*/ 0 w 32"/>
                    <a:gd name="T7" fmla="*/ 13 h 26"/>
                    <a:gd name="T8" fmla="*/ 16 w 32"/>
                    <a:gd name="T9" fmla="*/ 0 h 2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26">
                      <a:moveTo>
                        <a:pt x="16" y="0"/>
                      </a:moveTo>
                      <a:lnTo>
                        <a:pt x="32" y="13"/>
                      </a:lnTo>
                      <a:lnTo>
                        <a:pt x="16" y="26"/>
                      </a:lnTo>
                      <a:lnTo>
                        <a:pt x="0" y="13"/>
                      </a:lnTo>
                      <a:lnTo>
                        <a:pt x="16" y="0"/>
                      </a:lnTo>
                      <a:close/>
                    </a:path>
                  </a:pathLst>
                </a:custGeom>
                <a:solidFill>
                  <a:srgbClr val="008000"/>
                </a:solidFill>
                <a:ln w="7938">
                  <a:solidFill>
                    <a:schemeClr val="hlink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85" name="Freeform 1261">
                  <a:extLst>
                    <a:ext uri="{FF2B5EF4-FFF2-40B4-BE49-F238E27FC236}">
                      <a16:creationId xmlns:a16="http://schemas.microsoft.com/office/drawing/2014/main" id="{6FF60679-0AC7-8D53-7404-1BBE841248F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534" y="2933"/>
                  <a:ext cx="32" cy="26"/>
                </a:xfrm>
                <a:custGeom>
                  <a:avLst/>
                  <a:gdLst>
                    <a:gd name="T0" fmla="*/ 16 w 32"/>
                    <a:gd name="T1" fmla="*/ 0 h 26"/>
                    <a:gd name="T2" fmla="*/ 32 w 32"/>
                    <a:gd name="T3" fmla="*/ 13 h 26"/>
                    <a:gd name="T4" fmla="*/ 16 w 32"/>
                    <a:gd name="T5" fmla="*/ 26 h 26"/>
                    <a:gd name="T6" fmla="*/ 0 w 32"/>
                    <a:gd name="T7" fmla="*/ 13 h 26"/>
                    <a:gd name="T8" fmla="*/ 16 w 32"/>
                    <a:gd name="T9" fmla="*/ 0 h 2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26">
                      <a:moveTo>
                        <a:pt x="16" y="0"/>
                      </a:moveTo>
                      <a:lnTo>
                        <a:pt x="32" y="13"/>
                      </a:lnTo>
                      <a:lnTo>
                        <a:pt x="16" y="26"/>
                      </a:lnTo>
                      <a:lnTo>
                        <a:pt x="0" y="13"/>
                      </a:lnTo>
                      <a:lnTo>
                        <a:pt x="16" y="0"/>
                      </a:lnTo>
                      <a:close/>
                    </a:path>
                  </a:pathLst>
                </a:custGeom>
                <a:solidFill>
                  <a:srgbClr val="008000"/>
                </a:solidFill>
                <a:ln w="7938">
                  <a:solidFill>
                    <a:schemeClr val="hlink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86" name="Freeform 1262">
                  <a:extLst>
                    <a:ext uri="{FF2B5EF4-FFF2-40B4-BE49-F238E27FC236}">
                      <a16:creationId xmlns:a16="http://schemas.microsoft.com/office/drawing/2014/main" id="{4732ACA5-E94E-87CD-C4C3-ABDE3D65285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544" y="2972"/>
                  <a:ext cx="33" cy="26"/>
                </a:xfrm>
                <a:custGeom>
                  <a:avLst/>
                  <a:gdLst>
                    <a:gd name="T0" fmla="*/ 17 w 33"/>
                    <a:gd name="T1" fmla="*/ 0 h 26"/>
                    <a:gd name="T2" fmla="*/ 33 w 33"/>
                    <a:gd name="T3" fmla="*/ 13 h 26"/>
                    <a:gd name="T4" fmla="*/ 17 w 33"/>
                    <a:gd name="T5" fmla="*/ 26 h 26"/>
                    <a:gd name="T6" fmla="*/ 0 w 33"/>
                    <a:gd name="T7" fmla="*/ 13 h 26"/>
                    <a:gd name="T8" fmla="*/ 17 w 33"/>
                    <a:gd name="T9" fmla="*/ 0 h 2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3" h="26">
                      <a:moveTo>
                        <a:pt x="17" y="0"/>
                      </a:moveTo>
                      <a:lnTo>
                        <a:pt x="33" y="13"/>
                      </a:lnTo>
                      <a:lnTo>
                        <a:pt x="17" y="26"/>
                      </a:lnTo>
                      <a:lnTo>
                        <a:pt x="0" y="13"/>
                      </a:lnTo>
                      <a:lnTo>
                        <a:pt x="17" y="0"/>
                      </a:lnTo>
                      <a:close/>
                    </a:path>
                  </a:pathLst>
                </a:custGeom>
                <a:solidFill>
                  <a:srgbClr val="008000"/>
                </a:solidFill>
                <a:ln w="7938">
                  <a:solidFill>
                    <a:schemeClr val="hlink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87" name="Freeform 1263">
                  <a:extLst>
                    <a:ext uri="{FF2B5EF4-FFF2-40B4-BE49-F238E27FC236}">
                      <a16:creationId xmlns:a16="http://schemas.microsoft.com/office/drawing/2014/main" id="{994C3766-9F68-594E-4CEE-CAF9756B56D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550" y="2985"/>
                  <a:ext cx="32" cy="26"/>
                </a:xfrm>
                <a:custGeom>
                  <a:avLst/>
                  <a:gdLst>
                    <a:gd name="T0" fmla="*/ 16 w 32"/>
                    <a:gd name="T1" fmla="*/ 0 h 26"/>
                    <a:gd name="T2" fmla="*/ 32 w 32"/>
                    <a:gd name="T3" fmla="*/ 13 h 26"/>
                    <a:gd name="T4" fmla="*/ 16 w 32"/>
                    <a:gd name="T5" fmla="*/ 26 h 26"/>
                    <a:gd name="T6" fmla="*/ 0 w 32"/>
                    <a:gd name="T7" fmla="*/ 13 h 26"/>
                    <a:gd name="T8" fmla="*/ 16 w 32"/>
                    <a:gd name="T9" fmla="*/ 0 h 2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26">
                      <a:moveTo>
                        <a:pt x="16" y="0"/>
                      </a:moveTo>
                      <a:lnTo>
                        <a:pt x="32" y="13"/>
                      </a:lnTo>
                      <a:lnTo>
                        <a:pt x="16" y="26"/>
                      </a:lnTo>
                      <a:lnTo>
                        <a:pt x="0" y="13"/>
                      </a:lnTo>
                      <a:lnTo>
                        <a:pt x="16" y="0"/>
                      </a:lnTo>
                      <a:close/>
                    </a:path>
                  </a:pathLst>
                </a:custGeom>
                <a:solidFill>
                  <a:srgbClr val="008000"/>
                </a:solidFill>
                <a:ln w="7938">
                  <a:solidFill>
                    <a:schemeClr val="hlink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88" name="Rectangle 1264">
                  <a:extLst>
                    <a:ext uri="{FF2B5EF4-FFF2-40B4-BE49-F238E27FC236}">
                      <a16:creationId xmlns:a16="http://schemas.microsoft.com/office/drawing/2014/main" id="{0FC1D838-7B68-0E73-7C74-7A24008C8FC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287" y="2908"/>
                  <a:ext cx="48" cy="3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89" name="Rectangle 1265">
                  <a:extLst>
                    <a:ext uri="{FF2B5EF4-FFF2-40B4-BE49-F238E27FC236}">
                      <a16:creationId xmlns:a16="http://schemas.microsoft.com/office/drawing/2014/main" id="{7B4E0CD9-BB20-A413-EC4D-42608F37D92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298" y="2916"/>
                  <a:ext cx="48" cy="39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</p:grpSp>
        <p:sp>
          <p:nvSpPr>
            <p:cNvPr id="37" name="Freeform 1266">
              <a:extLst>
                <a:ext uri="{FF2B5EF4-FFF2-40B4-BE49-F238E27FC236}">
                  <a16:creationId xmlns:a16="http://schemas.microsoft.com/office/drawing/2014/main" id="{4C9417B1-B5C7-5680-5C48-8DCCD48B0336}"/>
                </a:ext>
              </a:extLst>
            </p:cNvPr>
            <p:cNvSpPr>
              <a:spLocks/>
            </p:cNvSpPr>
            <p:nvPr/>
          </p:nvSpPr>
          <p:spPr bwMode="auto">
            <a:xfrm>
              <a:off x="2743" y="1299"/>
              <a:ext cx="55" cy="41"/>
            </a:xfrm>
            <a:custGeom>
              <a:avLst/>
              <a:gdLst>
                <a:gd name="T0" fmla="*/ 0 w 322"/>
                <a:gd name="T1" fmla="*/ 105 h 149"/>
                <a:gd name="T2" fmla="*/ 0 w 322"/>
                <a:gd name="T3" fmla="*/ 0 h 149"/>
                <a:gd name="T4" fmla="*/ 322 w 322"/>
                <a:gd name="T5" fmla="*/ 149 h 1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22" h="149">
                  <a:moveTo>
                    <a:pt x="0" y="105"/>
                  </a:moveTo>
                  <a:lnTo>
                    <a:pt x="0" y="0"/>
                  </a:lnTo>
                  <a:lnTo>
                    <a:pt x="322" y="149"/>
                  </a:lnTo>
                </a:path>
              </a:pathLst>
            </a:custGeom>
            <a:noFill/>
            <a:ln w="28575" cap="flat" cmpd="sng">
              <a:solidFill>
                <a:srgbClr val="FFCC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blipFill dpi="0" rotWithShape="0">
                    <a:blip r:embed="rId6"/>
                    <a:srcRect/>
                    <a:stretch>
                      <a:fillRect/>
                    </a:stretch>
                  </a:blip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8" name="Freeform 1267">
              <a:extLst>
                <a:ext uri="{FF2B5EF4-FFF2-40B4-BE49-F238E27FC236}">
                  <a16:creationId xmlns:a16="http://schemas.microsoft.com/office/drawing/2014/main" id="{788B36D9-3C6E-CD08-1999-0CC5A0A7CF48}"/>
                </a:ext>
              </a:extLst>
            </p:cNvPr>
            <p:cNvSpPr>
              <a:spLocks/>
            </p:cNvSpPr>
            <p:nvPr/>
          </p:nvSpPr>
          <p:spPr bwMode="auto">
            <a:xfrm>
              <a:off x="2668" y="1148"/>
              <a:ext cx="75" cy="178"/>
            </a:xfrm>
            <a:custGeom>
              <a:avLst/>
              <a:gdLst>
                <a:gd name="T0" fmla="*/ 0 w 446"/>
                <a:gd name="T1" fmla="*/ 0 h 648"/>
                <a:gd name="T2" fmla="*/ 58 w 446"/>
                <a:gd name="T3" fmla="*/ 110 h 648"/>
                <a:gd name="T4" fmla="*/ 110 w 446"/>
                <a:gd name="T5" fmla="*/ 221 h 648"/>
                <a:gd name="T6" fmla="*/ 158 w 446"/>
                <a:gd name="T7" fmla="*/ 283 h 648"/>
                <a:gd name="T8" fmla="*/ 230 w 446"/>
                <a:gd name="T9" fmla="*/ 393 h 648"/>
                <a:gd name="T10" fmla="*/ 288 w 446"/>
                <a:gd name="T11" fmla="*/ 480 h 648"/>
                <a:gd name="T12" fmla="*/ 389 w 446"/>
                <a:gd name="T13" fmla="*/ 595 h 648"/>
                <a:gd name="T14" fmla="*/ 446 w 446"/>
                <a:gd name="T15" fmla="*/ 648 h 6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46" h="648">
                  <a:moveTo>
                    <a:pt x="0" y="0"/>
                  </a:moveTo>
                  <a:lnTo>
                    <a:pt x="58" y="110"/>
                  </a:lnTo>
                  <a:lnTo>
                    <a:pt x="110" y="221"/>
                  </a:lnTo>
                  <a:lnTo>
                    <a:pt x="158" y="283"/>
                  </a:lnTo>
                  <a:lnTo>
                    <a:pt x="230" y="393"/>
                  </a:lnTo>
                  <a:lnTo>
                    <a:pt x="288" y="480"/>
                  </a:lnTo>
                  <a:lnTo>
                    <a:pt x="389" y="595"/>
                  </a:lnTo>
                  <a:lnTo>
                    <a:pt x="446" y="648"/>
                  </a:lnTo>
                </a:path>
              </a:pathLst>
            </a:custGeom>
            <a:noFill/>
            <a:ln w="28575" cap="flat" cmpd="sng">
              <a:solidFill>
                <a:srgbClr val="FFCC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blipFill dpi="0" rotWithShape="0">
                    <a:blip r:embed="rId6"/>
                    <a:srcRect/>
                    <a:stretch>
                      <a:fillRect/>
                    </a:stretch>
                  </a:blip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9" name="Freeform 1268">
              <a:extLst>
                <a:ext uri="{FF2B5EF4-FFF2-40B4-BE49-F238E27FC236}">
                  <a16:creationId xmlns:a16="http://schemas.microsoft.com/office/drawing/2014/main" id="{0FE08DDA-FEE3-7DEE-E687-E8083B0E5C3C}"/>
                </a:ext>
              </a:extLst>
            </p:cNvPr>
            <p:cNvSpPr>
              <a:spLocks/>
            </p:cNvSpPr>
            <p:nvPr/>
          </p:nvSpPr>
          <p:spPr bwMode="auto">
            <a:xfrm>
              <a:off x="2798" y="1340"/>
              <a:ext cx="5" cy="7"/>
            </a:xfrm>
            <a:custGeom>
              <a:avLst/>
              <a:gdLst>
                <a:gd name="T0" fmla="*/ 16 w 32"/>
                <a:gd name="T1" fmla="*/ 0 h 26"/>
                <a:gd name="T2" fmla="*/ 32 w 32"/>
                <a:gd name="T3" fmla="*/ 26 h 26"/>
                <a:gd name="T4" fmla="*/ 0 w 32"/>
                <a:gd name="T5" fmla="*/ 26 h 26"/>
                <a:gd name="T6" fmla="*/ 16 w 32"/>
                <a:gd name="T7" fmla="*/ 0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2" h="26">
                  <a:moveTo>
                    <a:pt x="16" y="0"/>
                  </a:moveTo>
                  <a:lnTo>
                    <a:pt x="32" y="26"/>
                  </a:lnTo>
                  <a:lnTo>
                    <a:pt x="0" y="26"/>
                  </a:lnTo>
                  <a:lnTo>
                    <a:pt x="16" y="0"/>
                  </a:lnTo>
                  <a:close/>
                </a:path>
              </a:pathLst>
            </a:custGeom>
            <a:solidFill>
              <a:srgbClr val="FFFF00"/>
            </a:solidFill>
            <a:ln w="7938">
              <a:solidFill>
                <a:srgbClr val="FFCC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grpSp>
          <p:nvGrpSpPr>
            <p:cNvPr id="40" name="Group 1269">
              <a:extLst>
                <a:ext uri="{FF2B5EF4-FFF2-40B4-BE49-F238E27FC236}">
                  <a16:creationId xmlns:a16="http://schemas.microsoft.com/office/drawing/2014/main" id="{5FDA63C3-5750-7AA3-1C2F-9AA5C2ECFB9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807" y="1190"/>
              <a:ext cx="299" cy="319"/>
              <a:chOff x="3648" y="2418"/>
              <a:chExt cx="1766" cy="1162"/>
            </a:xfrm>
          </p:grpSpPr>
          <p:sp>
            <p:nvSpPr>
              <p:cNvPr id="218" name="Line 1270">
                <a:extLst>
                  <a:ext uri="{FF2B5EF4-FFF2-40B4-BE49-F238E27FC236}">
                    <a16:creationId xmlns:a16="http://schemas.microsoft.com/office/drawing/2014/main" id="{09D15F27-EE56-7BA9-D0E0-AB84708FAA2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996" y="2418"/>
                <a:ext cx="336" cy="240"/>
              </a:xfrm>
              <a:prstGeom prst="line">
                <a:avLst/>
              </a:prstGeom>
              <a:noFill/>
              <a:ln w="38100">
                <a:solidFill>
                  <a:srgbClr val="FFCC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19" name="Line 1271">
                <a:extLst>
                  <a:ext uri="{FF2B5EF4-FFF2-40B4-BE49-F238E27FC236}">
                    <a16:creationId xmlns:a16="http://schemas.microsoft.com/office/drawing/2014/main" id="{60640A2D-BE43-90E2-66D2-079F9490D83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648" y="2604"/>
                <a:ext cx="768" cy="576"/>
              </a:xfrm>
              <a:prstGeom prst="line">
                <a:avLst/>
              </a:prstGeom>
              <a:noFill/>
              <a:ln w="38100">
                <a:solidFill>
                  <a:srgbClr val="FFCC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20" name="Line 1272">
                <a:extLst>
                  <a:ext uri="{FF2B5EF4-FFF2-40B4-BE49-F238E27FC236}">
                    <a16:creationId xmlns:a16="http://schemas.microsoft.com/office/drawing/2014/main" id="{8DE713E7-41BC-C63A-8A41-F2842CE9BF5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864" y="2796"/>
                <a:ext cx="696" cy="504"/>
              </a:xfrm>
              <a:prstGeom prst="line">
                <a:avLst/>
              </a:prstGeom>
              <a:noFill/>
              <a:ln w="38100">
                <a:solidFill>
                  <a:srgbClr val="FFCC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21" name="Line 1273">
                <a:extLst>
                  <a:ext uri="{FF2B5EF4-FFF2-40B4-BE49-F238E27FC236}">
                    <a16:creationId xmlns:a16="http://schemas.microsoft.com/office/drawing/2014/main" id="{898FEDAA-A116-AEE0-C61A-A6548B98339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4128" y="2988"/>
                <a:ext cx="624" cy="416"/>
              </a:xfrm>
              <a:prstGeom prst="line">
                <a:avLst/>
              </a:prstGeom>
              <a:noFill/>
              <a:ln w="38100">
                <a:solidFill>
                  <a:srgbClr val="FFCC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22" name="Line 1274">
                <a:extLst>
                  <a:ext uri="{FF2B5EF4-FFF2-40B4-BE49-F238E27FC236}">
                    <a16:creationId xmlns:a16="http://schemas.microsoft.com/office/drawing/2014/main" id="{2C27D646-04B4-610A-86C2-E6E9355BEB2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4432" y="3092"/>
                <a:ext cx="552" cy="400"/>
              </a:xfrm>
              <a:prstGeom prst="line">
                <a:avLst/>
              </a:prstGeom>
              <a:noFill/>
              <a:ln w="38100">
                <a:solidFill>
                  <a:srgbClr val="FFCC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23" name="Line 1275">
                <a:extLst>
                  <a:ext uri="{FF2B5EF4-FFF2-40B4-BE49-F238E27FC236}">
                    <a16:creationId xmlns:a16="http://schemas.microsoft.com/office/drawing/2014/main" id="{550438E4-B3E5-FB73-02E4-FEBEB66C857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4752" y="3194"/>
                <a:ext cx="464" cy="354"/>
              </a:xfrm>
              <a:prstGeom prst="line">
                <a:avLst/>
              </a:prstGeom>
              <a:noFill/>
              <a:ln w="38100">
                <a:solidFill>
                  <a:srgbClr val="FFCC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24" name="Line 1276">
                <a:extLst>
                  <a:ext uri="{FF2B5EF4-FFF2-40B4-BE49-F238E27FC236}">
                    <a16:creationId xmlns:a16="http://schemas.microsoft.com/office/drawing/2014/main" id="{06665B1D-CCD3-20EB-7F74-29E3F1D8657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5056" y="3336"/>
                <a:ext cx="358" cy="244"/>
              </a:xfrm>
              <a:prstGeom prst="line">
                <a:avLst/>
              </a:prstGeom>
              <a:noFill/>
              <a:ln w="38100">
                <a:solidFill>
                  <a:srgbClr val="FFCC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41" name="Group 1277">
              <a:extLst>
                <a:ext uri="{FF2B5EF4-FFF2-40B4-BE49-F238E27FC236}">
                  <a16:creationId xmlns:a16="http://schemas.microsoft.com/office/drawing/2014/main" id="{D74F160C-380C-ADD2-9FD8-C255B9A7AD3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801" y="1148"/>
              <a:ext cx="303" cy="269"/>
              <a:chOff x="3610" y="2266"/>
              <a:chExt cx="1791" cy="978"/>
            </a:xfrm>
          </p:grpSpPr>
          <p:sp>
            <p:nvSpPr>
              <p:cNvPr id="43" name="Line 1278">
                <a:extLst>
                  <a:ext uri="{FF2B5EF4-FFF2-40B4-BE49-F238E27FC236}">
                    <a16:creationId xmlns:a16="http://schemas.microsoft.com/office/drawing/2014/main" id="{F0FDA795-36F4-611C-6A3A-BCA722E1999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132" y="3155"/>
                <a:ext cx="22" cy="8"/>
              </a:xfrm>
              <a:prstGeom prst="line">
                <a:avLst/>
              </a:prstGeom>
              <a:noFill/>
              <a:ln w="7938">
                <a:solidFill>
                  <a:srgbClr val="FFCC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4" name="Line 1279">
                <a:extLst>
                  <a:ext uri="{FF2B5EF4-FFF2-40B4-BE49-F238E27FC236}">
                    <a16:creationId xmlns:a16="http://schemas.microsoft.com/office/drawing/2014/main" id="{DCCF4588-94BB-EFF1-E8DB-F266ED1DB68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154" y="3163"/>
                <a:ext cx="27" cy="9"/>
              </a:xfrm>
              <a:prstGeom prst="line">
                <a:avLst/>
              </a:prstGeom>
              <a:noFill/>
              <a:ln w="7938">
                <a:solidFill>
                  <a:srgbClr val="FFCC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5" name="Line 1280">
                <a:extLst>
                  <a:ext uri="{FF2B5EF4-FFF2-40B4-BE49-F238E27FC236}">
                    <a16:creationId xmlns:a16="http://schemas.microsoft.com/office/drawing/2014/main" id="{70ACA841-D2D2-32EE-3284-84A612E99CA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181" y="3172"/>
                <a:ext cx="27" cy="8"/>
              </a:xfrm>
              <a:prstGeom prst="line">
                <a:avLst/>
              </a:prstGeom>
              <a:noFill/>
              <a:ln w="7938">
                <a:solidFill>
                  <a:srgbClr val="FFCC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6" name="Line 1281">
                <a:extLst>
                  <a:ext uri="{FF2B5EF4-FFF2-40B4-BE49-F238E27FC236}">
                    <a16:creationId xmlns:a16="http://schemas.microsoft.com/office/drawing/2014/main" id="{72381D1B-2FEF-DF25-29D7-869794F6A13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208" y="3180"/>
                <a:ext cx="21" cy="9"/>
              </a:xfrm>
              <a:prstGeom prst="line">
                <a:avLst/>
              </a:prstGeom>
              <a:noFill/>
              <a:ln w="7938">
                <a:solidFill>
                  <a:srgbClr val="FFCC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7" name="Line 1282">
                <a:extLst>
                  <a:ext uri="{FF2B5EF4-FFF2-40B4-BE49-F238E27FC236}">
                    <a16:creationId xmlns:a16="http://schemas.microsoft.com/office/drawing/2014/main" id="{863EDEB5-82E2-FAE6-4D50-AC40A69685B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229" y="3189"/>
                <a:ext cx="27" cy="13"/>
              </a:xfrm>
              <a:prstGeom prst="line">
                <a:avLst/>
              </a:prstGeom>
              <a:noFill/>
              <a:ln w="7938">
                <a:solidFill>
                  <a:srgbClr val="FFCC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8" name="Line 1283">
                <a:extLst>
                  <a:ext uri="{FF2B5EF4-FFF2-40B4-BE49-F238E27FC236}">
                    <a16:creationId xmlns:a16="http://schemas.microsoft.com/office/drawing/2014/main" id="{5101D93C-10B1-0CF7-5F58-D9820F2353E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256" y="3202"/>
                <a:ext cx="27" cy="8"/>
              </a:xfrm>
              <a:prstGeom prst="line">
                <a:avLst/>
              </a:prstGeom>
              <a:noFill/>
              <a:ln w="7938">
                <a:solidFill>
                  <a:srgbClr val="FFCC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9" name="Line 1284">
                <a:extLst>
                  <a:ext uri="{FF2B5EF4-FFF2-40B4-BE49-F238E27FC236}">
                    <a16:creationId xmlns:a16="http://schemas.microsoft.com/office/drawing/2014/main" id="{7CFCB7A9-BBC1-33CC-2C20-3F04431B2DF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283" y="3210"/>
                <a:ext cx="21" cy="1"/>
              </a:xfrm>
              <a:prstGeom prst="line">
                <a:avLst/>
              </a:prstGeom>
              <a:noFill/>
              <a:ln w="7938">
                <a:solidFill>
                  <a:srgbClr val="FFCC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0" name="Line 1285">
                <a:extLst>
                  <a:ext uri="{FF2B5EF4-FFF2-40B4-BE49-F238E27FC236}">
                    <a16:creationId xmlns:a16="http://schemas.microsoft.com/office/drawing/2014/main" id="{67DB9094-8DE0-9B66-2F90-E2BDEB6EF62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304" y="3210"/>
                <a:ext cx="27" cy="9"/>
              </a:xfrm>
              <a:prstGeom prst="line">
                <a:avLst/>
              </a:prstGeom>
              <a:noFill/>
              <a:ln w="7938">
                <a:solidFill>
                  <a:srgbClr val="FFCC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1" name="Line 1286">
                <a:extLst>
                  <a:ext uri="{FF2B5EF4-FFF2-40B4-BE49-F238E27FC236}">
                    <a16:creationId xmlns:a16="http://schemas.microsoft.com/office/drawing/2014/main" id="{671216D2-52D5-B330-4FB1-E8E357FA8CC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331" y="3219"/>
                <a:ext cx="27" cy="8"/>
              </a:xfrm>
              <a:prstGeom prst="line">
                <a:avLst/>
              </a:prstGeom>
              <a:noFill/>
              <a:ln w="7938">
                <a:solidFill>
                  <a:srgbClr val="FFCC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2" name="Line 1287">
                <a:extLst>
                  <a:ext uri="{FF2B5EF4-FFF2-40B4-BE49-F238E27FC236}">
                    <a16:creationId xmlns:a16="http://schemas.microsoft.com/office/drawing/2014/main" id="{E64C5FD7-9944-F20D-D0A2-B358640FC71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358" y="3227"/>
                <a:ext cx="21" cy="5"/>
              </a:xfrm>
              <a:prstGeom prst="line">
                <a:avLst/>
              </a:prstGeom>
              <a:noFill/>
              <a:ln w="7938">
                <a:solidFill>
                  <a:srgbClr val="FFCC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3" name="Line 1288">
                <a:extLst>
                  <a:ext uri="{FF2B5EF4-FFF2-40B4-BE49-F238E27FC236}">
                    <a16:creationId xmlns:a16="http://schemas.microsoft.com/office/drawing/2014/main" id="{042DAB14-586D-1C40-7DAA-7C43E72C85A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379" y="3232"/>
                <a:ext cx="22" cy="6"/>
              </a:xfrm>
              <a:prstGeom prst="line">
                <a:avLst/>
              </a:prstGeom>
              <a:noFill/>
              <a:ln w="7938">
                <a:solidFill>
                  <a:srgbClr val="FFCC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4" name="Freeform 1289">
                <a:extLst>
                  <a:ext uri="{FF2B5EF4-FFF2-40B4-BE49-F238E27FC236}">
                    <a16:creationId xmlns:a16="http://schemas.microsoft.com/office/drawing/2014/main" id="{764327E7-7432-1036-3FEC-C4236B5519C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116" y="3142"/>
                <a:ext cx="33" cy="25"/>
              </a:xfrm>
              <a:custGeom>
                <a:avLst/>
                <a:gdLst>
                  <a:gd name="T0" fmla="*/ 16 w 33"/>
                  <a:gd name="T1" fmla="*/ 0 h 25"/>
                  <a:gd name="T2" fmla="*/ 33 w 33"/>
                  <a:gd name="T3" fmla="*/ 25 h 25"/>
                  <a:gd name="T4" fmla="*/ 0 w 33"/>
                  <a:gd name="T5" fmla="*/ 25 h 25"/>
                  <a:gd name="T6" fmla="*/ 16 w 33"/>
                  <a:gd name="T7" fmla="*/ 0 h 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33" h="25">
                    <a:moveTo>
                      <a:pt x="16" y="0"/>
                    </a:moveTo>
                    <a:lnTo>
                      <a:pt x="33" y="25"/>
                    </a:lnTo>
                    <a:lnTo>
                      <a:pt x="0" y="25"/>
                    </a:lnTo>
                    <a:lnTo>
                      <a:pt x="16" y="0"/>
                    </a:lnTo>
                    <a:close/>
                  </a:path>
                </a:pathLst>
              </a:custGeom>
              <a:solidFill>
                <a:srgbClr val="FFFF00"/>
              </a:solidFill>
              <a:ln w="7938">
                <a:solidFill>
                  <a:srgbClr val="FFCC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5" name="Freeform 1290">
                <a:extLst>
                  <a:ext uri="{FF2B5EF4-FFF2-40B4-BE49-F238E27FC236}">
                    <a16:creationId xmlns:a16="http://schemas.microsoft.com/office/drawing/2014/main" id="{4E8A51BE-9E44-EB57-BED7-21F3A2D0F6F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138" y="3150"/>
                <a:ext cx="32" cy="26"/>
              </a:xfrm>
              <a:custGeom>
                <a:avLst/>
                <a:gdLst>
                  <a:gd name="T0" fmla="*/ 16 w 32"/>
                  <a:gd name="T1" fmla="*/ 0 h 26"/>
                  <a:gd name="T2" fmla="*/ 32 w 32"/>
                  <a:gd name="T3" fmla="*/ 26 h 26"/>
                  <a:gd name="T4" fmla="*/ 0 w 32"/>
                  <a:gd name="T5" fmla="*/ 26 h 26"/>
                  <a:gd name="T6" fmla="*/ 16 w 32"/>
                  <a:gd name="T7" fmla="*/ 0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32" h="26">
                    <a:moveTo>
                      <a:pt x="16" y="0"/>
                    </a:moveTo>
                    <a:lnTo>
                      <a:pt x="32" y="26"/>
                    </a:lnTo>
                    <a:lnTo>
                      <a:pt x="0" y="26"/>
                    </a:lnTo>
                    <a:lnTo>
                      <a:pt x="16" y="0"/>
                    </a:lnTo>
                    <a:close/>
                  </a:path>
                </a:pathLst>
              </a:custGeom>
              <a:solidFill>
                <a:srgbClr val="FFFF00"/>
              </a:solidFill>
              <a:ln w="7938">
                <a:solidFill>
                  <a:srgbClr val="FFCC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6" name="Freeform 1291">
                <a:extLst>
                  <a:ext uri="{FF2B5EF4-FFF2-40B4-BE49-F238E27FC236}">
                    <a16:creationId xmlns:a16="http://schemas.microsoft.com/office/drawing/2014/main" id="{AB46C01D-2EE5-0BE7-7569-35C9C22764F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165" y="3159"/>
                <a:ext cx="32" cy="26"/>
              </a:xfrm>
              <a:custGeom>
                <a:avLst/>
                <a:gdLst>
                  <a:gd name="T0" fmla="*/ 16 w 32"/>
                  <a:gd name="T1" fmla="*/ 0 h 26"/>
                  <a:gd name="T2" fmla="*/ 32 w 32"/>
                  <a:gd name="T3" fmla="*/ 26 h 26"/>
                  <a:gd name="T4" fmla="*/ 0 w 32"/>
                  <a:gd name="T5" fmla="*/ 26 h 26"/>
                  <a:gd name="T6" fmla="*/ 16 w 32"/>
                  <a:gd name="T7" fmla="*/ 0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32" h="26">
                    <a:moveTo>
                      <a:pt x="16" y="0"/>
                    </a:moveTo>
                    <a:lnTo>
                      <a:pt x="32" y="26"/>
                    </a:lnTo>
                    <a:lnTo>
                      <a:pt x="0" y="26"/>
                    </a:lnTo>
                    <a:lnTo>
                      <a:pt x="16" y="0"/>
                    </a:lnTo>
                    <a:close/>
                  </a:path>
                </a:pathLst>
              </a:custGeom>
              <a:solidFill>
                <a:srgbClr val="FFFF00"/>
              </a:solidFill>
              <a:ln w="7938">
                <a:solidFill>
                  <a:srgbClr val="FFCC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7" name="Freeform 1292">
                <a:extLst>
                  <a:ext uri="{FF2B5EF4-FFF2-40B4-BE49-F238E27FC236}">
                    <a16:creationId xmlns:a16="http://schemas.microsoft.com/office/drawing/2014/main" id="{02F8BCD7-15B2-71C7-AEF4-BE328864AFD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191" y="3167"/>
                <a:ext cx="33" cy="26"/>
              </a:xfrm>
              <a:custGeom>
                <a:avLst/>
                <a:gdLst>
                  <a:gd name="T0" fmla="*/ 17 w 33"/>
                  <a:gd name="T1" fmla="*/ 0 h 26"/>
                  <a:gd name="T2" fmla="*/ 33 w 33"/>
                  <a:gd name="T3" fmla="*/ 26 h 26"/>
                  <a:gd name="T4" fmla="*/ 0 w 33"/>
                  <a:gd name="T5" fmla="*/ 26 h 26"/>
                  <a:gd name="T6" fmla="*/ 17 w 33"/>
                  <a:gd name="T7" fmla="*/ 0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33" h="26">
                    <a:moveTo>
                      <a:pt x="17" y="0"/>
                    </a:moveTo>
                    <a:lnTo>
                      <a:pt x="33" y="26"/>
                    </a:lnTo>
                    <a:lnTo>
                      <a:pt x="0" y="26"/>
                    </a:lnTo>
                    <a:lnTo>
                      <a:pt x="17" y="0"/>
                    </a:lnTo>
                    <a:close/>
                  </a:path>
                </a:pathLst>
              </a:custGeom>
              <a:solidFill>
                <a:srgbClr val="FFFF00"/>
              </a:solidFill>
              <a:ln w="7938">
                <a:solidFill>
                  <a:srgbClr val="FFCC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8" name="Freeform 1293">
                <a:extLst>
                  <a:ext uri="{FF2B5EF4-FFF2-40B4-BE49-F238E27FC236}">
                    <a16:creationId xmlns:a16="http://schemas.microsoft.com/office/drawing/2014/main" id="{6F2E7EC5-5ADC-FEBB-F3C7-653EA883EBA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13" y="3176"/>
                <a:ext cx="32" cy="26"/>
              </a:xfrm>
              <a:custGeom>
                <a:avLst/>
                <a:gdLst>
                  <a:gd name="T0" fmla="*/ 16 w 32"/>
                  <a:gd name="T1" fmla="*/ 0 h 26"/>
                  <a:gd name="T2" fmla="*/ 32 w 32"/>
                  <a:gd name="T3" fmla="*/ 26 h 26"/>
                  <a:gd name="T4" fmla="*/ 0 w 32"/>
                  <a:gd name="T5" fmla="*/ 26 h 26"/>
                  <a:gd name="T6" fmla="*/ 16 w 32"/>
                  <a:gd name="T7" fmla="*/ 0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32" h="26">
                    <a:moveTo>
                      <a:pt x="16" y="0"/>
                    </a:moveTo>
                    <a:lnTo>
                      <a:pt x="32" y="26"/>
                    </a:lnTo>
                    <a:lnTo>
                      <a:pt x="0" y="26"/>
                    </a:lnTo>
                    <a:lnTo>
                      <a:pt x="16" y="0"/>
                    </a:lnTo>
                    <a:close/>
                  </a:path>
                </a:pathLst>
              </a:custGeom>
              <a:solidFill>
                <a:srgbClr val="FFFF00"/>
              </a:solidFill>
              <a:ln w="7938">
                <a:solidFill>
                  <a:srgbClr val="FFCC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9" name="Freeform 1294">
                <a:extLst>
                  <a:ext uri="{FF2B5EF4-FFF2-40B4-BE49-F238E27FC236}">
                    <a16:creationId xmlns:a16="http://schemas.microsoft.com/office/drawing/2014/main" id="{4F4B20C1-1FBE-1EE4-8D03-06927ED621B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40" y="3189"/>
                <a:ext cx="32" cy="26"/>
              </a:xfrm>
              <a:custGeom>
                <a:avLst/>
                <a:gdLst>
                  <a:gd name="T0" fmla="*/ 16 w 32"/>
                  <a:gd name="T1" fmla="*/ 0 h 26"/>
                  <a:gd name="T2" fmla="*/ 32 w 32"/>
                  <a:gd name="T3" fmla="*/ 26 h 26"/>
                  <a:gd name="T4" fmla="*/ 0 w 32"/>
                  <a:gd name="T5" fmla="*/ 26 h 26"/>
                  <a:gd name="T6" fmla="*/ 16 w 32"/>
                  <a:gd name="T7" fmla="*/ 0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32" h="26">
                    <a:moveTo>
                      <a:pt x="16" y="0"/>
                    </a:moveTo>
                    <a:lnTo>
                      <a:pt x="32" y="26"/>
                    </a:lnTo>
                    <a:lnTo>
                      <a:pt x="0" y="26"/>
                    </a:lnTo>
                    <a:lnTo>
                      <a:pt x="16" y="0"/>
                    </a:lnTo>
                    <a:close/>
                  </a:path>
                </a:pathLst>
              </a:custGeom>
              <a:solidFill>
                <a:srgbClr val="FFFF00"/>
              </a:solidFill>
              <a:ln w="7938">
                <a:solidFill>
                  <a:srgbClr val="FFCC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0" name="Freeform 1295">
                <a:extLst>
                  <a:ext uri="{FF2B5EF4-FFF2-40B4-BE49-F238E27FC236}">
                    <a16:creationId xmlns:a16="http://schemas.microsoft.com/office/drawing/2014/main" id="{106CB3A0-432D-87FB-489D-B1326A3C679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67" y="3197"/>
                <a:ext cx="32" cy="26"/>
              </a:xfrm>
              <a:custGeom>
                <a:avLst/>
                <a:gdLst>
                  <a:gd name="T0" fmla="*/ 16 w 32"/>
                  <a:gd name="T1" fmla="*/ 0 h 26"/>
                  <a:gd name="T2" fmla="*/ 32 w 32"/>
                  <a:gd name="T3" fmla="*/ 26 h 26"/>
                  <a:gd name="T4" fmla="*/ 0 w 32"/>
                  <a:gd name="T5" fmla="*/ 26 h 26"/>
                  <a:gd name="T6" fmla="*/ 16 w 32"/>
                  <a:gd name="T7" fmla="*/ 0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32" h="26">
                    <a:moveTo>
                      <a:pt x="16" y="0"/>
                    </a:moveTo>
                    <a:lnTo>
                      <a:pt x="32" y="26"/>
                    </a:lnTo>
                    <a:lnTo>
                      <a:pt x="0" y="26"/>
                    </a:lnTo>
                    <a:lnTo>
                      <a:pt x="16" y="0"/>
                    </a:lnTo>
                    <a:close/>
                  </a:path>
                </a:pathLst>
              </a:custGeom>
              <a:solidFill>
                <a:srgbClr val="FFFF00"/>
              </a:solidFill>
              <a:ln w="7938">
                <a:solidFill>
                  <a:srgbClr val="FFCC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1" name="Freeform 1296">
                <a:extLst>
                  <a:ext uri="{FF2B5EF4-FFF2-40B4-BE49-F238E27FC236}">
                    <a16:creationId xmlns:a16="http://schemas.microsoft.com/office/drawing/2014/main" id="{F2C72033-81AC-EDD4-E393-297CC49D496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88" y="3197"/>
                <a:ext cx="32" cy="26"/>
              </a:xfrm>
              <a:custGeom>
                <a:avLst/>
                <a:gdLst>
                  <a:gd name="T0" fmla="*/ 16 w 32"/>
                  <a:gd name="T1" fmla="*/ 0 h 26"/>
                  <a:gd name="T2" fmla="*/ 32 w 32"/>
                  <a:gd name="T3" fmla="*/ 26 h 26"/>
                  <a:gd name="T4" fmla="*/ 0 w 32"/>
                  <a:gd name="T5" fmla="*/ 26 h 26"/>
                  <a:gd name="T6" fmla="*/ 16 w 32"/>
                  <a:gd name="T7" fmla="*/ 0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32" h="26">
                    <a:moveTo>
                      <a:pt x="16" y="0"/>
                    </a:moveTo>
                    <a:lnTo>
                      <a:pt x="32" y="26"/>
                    </a:lnTo>
                    <a:lnTo>
                      <a:pt x="0" y="26"/>
                    </a:lnTo>
                    <a:lnTo>
                      <a:pt x="16" y="0"/>
                    </a:lnTo>
                    <a:close/>
                  </a:path>
                </a:pathLst>
              </a:custGeom>
              <a:solidFill>
                <a:srgbClr val="FFFF00"/>
              </a:solidFill>
              <a:ln w="7938">
                <a:solidFill>
                  <a:srgbClr val="FFCC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2" name="Freeform 1297">
                <a:extLst>
                  <a:ext uri="{FF2B5EF4-FFF2-40B4-BE49-F238E27FC236}">
                    <a16:creationId xmlns:a16="http://schemas.microsoft.com/office/drawing/2014/main" id="{164E2363-D5B2-981F-C49E-55362453704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15" y="3206"/>
                <a:ext cx="32" cy="26"/>
              </a:xfrm>
              <a:custGeom>
                <a:avLst/>
                <a:gdLst>
                  <a:gd name="T0" fmla="*/ 16 w 32"/>
                  <a:gd name="T1" fmla="*/ 0 h 26"/>
                  <a:gd name="T2" fmla="*/ 32 w 32"/>
                  <a:gd name="T3" fmla="*/ 26 h 26"/>
                  <a:gd name="T4" fmla="*/ 0 w 32"/>
                  <a:gd name="T5" fmla="*/ 26 h 26"/>
                  <a:gd name="T6" fmla="*/ 16 w 32"/>
                  <a:gd name="T7" fmla="*/ 0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32" h="26">
                    <a:moveTo>
                      <a:pt x="16" y="0"/>
                    </a:moveTo>
                    <a:lnTo>
                      <a:pt x="32" y="26"/>
                    </a:lnTo>
                    <a:lnTo>
                      <a:pt x="0" y="26"/>
                    </a:lnTo>
                    <a:lnTo>
                      <a:pt x="16" y="0"/>
                    </a:lnTo>
                    <a:close/>
                  </a:path>
                </a:pathLst>
              </a:custGeom>
              <a:solidFill>
                <a:srgbClr val="FFFF00"/>
              </a:solidFill>
              <a:ln w="7938">
                <a:solidFill>
                  <a:srgbClr val="FFCC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3" name="Freeform 1298">
                <a:extLst>
                  <a:ext uri="{FF2B5EF4-FFF2-40B4-BE49-F238E27FC236}">
                    <a16:creationId xmlns:a16="http://schemas.microsoft.com/office/drawing/2014/main" id="{65916C54-D501-F7C7-A808-12CB3AA5C50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42" y="3215"/>
                <a:ext cx="32" cy="25"/>
              </a:xfrm>
              <a:custGeom>
                <a:avLst/>
                <a:gdLst>
                  <a:gd name="T0" fmla="*/ 16 w 32"/>
                  <a:gd name="T1" fmla="*/ 0 h 25"/>
                  <a:gd name="T2" fmla="*/ 32 w 32"/>
                  <a:gd name="T3" fmla="*/ 25 h 25"/>
                  <a:gd name="T4" fmla="*/ 0 w 32"/>
                  <a:gd name="T5" fmla="*/ 25 h 25"/>
                  <a:gd name="T6" fmla="*/ 16 w 32"/>
                  <a:gd name="T7" fmla="*/ 0 h 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32" h="25">
                    <a:moveTo>
                      <a:pt x="16" y="0"/>
                    </a:moveTo>
                    <a:lnTo>
                      <a:pt x="32" y="25"/>
                    </a:lnTo>
                    <a:lnTo>
                      <a:pt x="0" y="25"/>
                    </a:lnTo>
                    <a:lnTo>
                      <a:pt x="16" y="0"/>
                    </a:lnTo>
                    <a:close/>
                  </a:path>
                </a:pathLst>
              </a:custGeom>
              <a:solidFill>
                <a:srgbClr val="FFFF00"/>
              </a:solidFill>
              <a:ln w="7938">
                <a:solidFill>
                  <a:srgbClr val="FFCC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4" name="Freeform 1299">
                <a:extLst>
                  <a:ext uri="{FF2B5EF4-FFF2-40B4-BE49-F238E27FC236}">
                    <a16:creationId xmlns:a16="http://schemas.microsoft.com/office/drawing/2014/main" id="{E9A9FCD8-5C0C-4AA7-98B6-FA48DA352ED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63" y="3219"/>
                <a:ext cx="32" cy="25"/>
              </a:xfrm>
              <a:custGeom>
                <a:avLst/>
                <a:gdLst>
                  <a:gd name="T0" fmla="*/ 16 w 32"/>
                  <a:gd name="T1" fmla="*/ 0 h 25"/>
                  <a:gd name="T2" fmla="*/ 32 w 32"/>
                  <a:gd name="T3" fmla="*/ 25 h 25"/>
                  <a:gd name="T4" fmla="*/ 0 w 32"/>
                  <a:gd name="T5" fmla="*/ 25 h 25"/>
                  <a:gd name="T6" fmla="*/ 16 w 32"/>
                  <a:gd name="T7" fmla="*/ 0 h 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32" h="25">
                    <a:moveTo>
                      <a:pt x="16" y="0"/>
                    </a:moveTo>
                    <a:lnTo>
                      <a:pt x="32" y="25"/>
                    </a:lnTo>
                    <a:lnTo>
                      <a:pt x="0" y="25"/>
                    </a:lnTo>
                    <a:lnTo>
                      <a:pt x="16" y="0"/>
                    </a:lnTo>
                    <a:close/>
                  </a:path>
                </a:pathLst>
              </a:custGeom>
              <a:solidFill>
                <a:srgbClr val="FFFF00"/>
              </a:solidFill>
              <a:ln w="7938">
                <a:solidFill>
                  <a:srgbClr val="FFCC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65" name="Group 1300">
                <a:extLst>
                  <a:ext uri="{FF2B5EF4-FFF2-40B4-BE49-F238E27FC236}">
                    <a16:creationId xmlns:a16="http://schemas.microsoft.com/office/drawing/2014/main" id="{1699E2F9-CB14-694C-6930-67848DD359A7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610" y="2266"/>
                <a:ext cx="1534" cy="895"/>
                <a:chOff x="5242" y="2074"/>
                <a:chExt cx="1534" cy="895"/>
              </a:xfrm>
            </p:grpSpPr>
            <p:sp>
              <p:nvSpPr>
                <p:cNvPr id="66" name="Line 1301">
                  <a:extLst>
                    <a:ext uri="{FF2B5EF4-FFF2-40B4-BE49-F238E27FC236}">
                      <a16:creationId xmlns:a16="http://schemas.microsoft.com/office/drawing/2014/main" id="{5E17848F-C9C7-764C-50B2-3520F4FD634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247" y="2763"/>
                  <a:ext cx="6" cy="1"/>
                </a:xfrm>
                <a:prstGeom prst="line">
                  <a:avLst/>
                </a:prstGeom>
                <a:noFill/>
                <a:ln w="7938">
                  <a:solidFill>
                    <a:srgbClr val="FFCC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67" name="Line 1302">
                  <a:extLst>
                    <a:ext uri="{FF2B5EF4-FFF2-40B4-BE49-F238E27FC236}">
                      <a16:creationId xmlns:a16="http://schemas.microsoft.com/office/drawing/2014/main" id="{0EAA291A-9902-50BC-B3A4-BDDA7CAE163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253" y="2763"/>
                  <a:ext cx="5" cy="1"/>
                </a:xfrm>
                <a:prstGeom prst="line">
                  <a:avLst/>
                </a:prstGeom>
                <a:noFill/>
                <a:ln w="7938">
                  <a:solidFill>
                    <a:srgbClr val="FFCC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68" name="Line 1303">
                  <a:extLst>
                    <a:ext uri="{FF2B5EF4-FFF2-40B4-BE49-F238E27FC236}">
                      <a16:creationId xmlns:a16="http://schemas.microsoft.com/office/drawing/2014/main" id="{CD1A8FD6-AEAF-AB5A-02CC-DC73B2104B4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258" y="2763"/>
                  <a:ext cx="11" cy="1"/>
                </a:xfrm>
                <a:prstGeom prst="line">
                  <a:avLst/>
                </a:prstGeom>
                <a:noFill/>
                <a:ln w="7938">
                  <a:solidFill>
                    <a:srgbClr val="FFCC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69" name="Line 1304">
                  <a:extLst>
                    <a:ext uri="{FF2B5EF4-FFF2-40B4-BE49-F238E27FC236}">
                      <a16:creationId xmlns:a16="http://schemas.microsoft.com/office/drawing/2014/main" id="{80EAAFBE-762D-9932-856A-9304AFA0A54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269" y="2763"/>
                  <a:ext cx="16" cy="1"/>
                </a:xfrm>
                <a:prstGeom prst="line">
                  <a:avLst/>
                </a:prstGeom>
                <a:noFill/>
                <a:ln w="7938">
                  <a:solidFill>
                    <a:srgbClr val="FFCC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0" name="Line 1305">
                  <a:extLst>
                    <a:ext uri="{FF2B5EF4-FFF2-40B4-BE49-F238E27FC236}">
                      <a16:creationId xmlns:a16="http://schemas.microsoft.com/office/drawing/2014/main" id="{5859F252-0EDF-9BBB-78AF-3470C1EC32A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285" y="2763"/>
                  <a:ext cx="11" cy="1"/>
                </a:xfrm>
                <a:prstGeom prst="line">
                  <a:avLst/>
                </a:prstGeom>
                <a:noFill/>
                <a:ln w="7938">
                  <a:solidFill>
                    <a:srgbClr val="FFCC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1" name="Line 1306">
                  <a:extLst>
                    <a:ext uri="{FF2B5EF4-FFF2-40B4-BE49-F238E27FC236}">
                      <a16:creationId xmlns:a16="http://schemas.microsoft.com/office/drawing/2014/main" id="{957DE989-0B09-7ECA-AFB9-63356E859B1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296" y="2763"/>
                  <a:ext cx="5" cy="1"/>
                </a:xfrm>
                <a:prstGeom prst="line">
                  <a:avLst/>
                </a:prstGeom>
                <a:noFill/>
                <a:ln w="7938">
                  <a:solidFill>
                    <a:srgbClr val="FFCC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2" name="Line 1307">
                  <a:extLst>
                    <a:ext uri="{FF2B5EF4-FFF2-40B4-BE49-F238E27FC236}">
                      <a16:creationId xmlns:a16="http://schemas.microsoft.com/office/drawing/2014/main" id="{F6F65570-3399-649D-693C-75CF8FF7EAD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301" y="2763"/>
                  <a:ext cx="5" cy="1"/>
                </a:xfrm>
                <a:prstGeom prst="line">
                  <a:avLst/>
                </a:prstGeom>
                <a:noFill/>
                <a:ln w="7938">
                  <a:solidFill>
                    <a:srgbClr val="FFCC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3" name="Line 1308">
                  <a:extLst>
                    <a:ext uri="{FF2B5EF4-FFF2-40B4-BE49-F238E27FC236}">
                      <a16:creationId xmlns:a16="http://schemas.microsoft.com/office/drawing/2014/main" id="{A0E2ADB4-5FCC-1910-B92E-A097D5D4918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306" y="2763"/>
                  <a:ext cx="16" cy="1"/>
                </a:xfrm>
                <a:prstGeom prst="line">
                  <a:avLst/>
                </a:prstGeom>
                <a:noFill/>
                <a:ln w="7938">
                  <a:solidFill>
                    <a:srgbClr val="FFCC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4" name="Line 1309">
                  <a:extLst>
                    <a:ext uri="{FF2B5EF4-FFF2-40B4-BE49-F238E27FC236}">
                      <a16:creationId xmlns:a16="http://schemas.microsoft.com/office/drawing/2014/main" id="{4B706FA9-7359-DB1E-CF52-B1F1B94F1F0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322" y="2763"/>
                  <a:ext cx="11" cy="1"/>
                </a:xfrm>
                <a:prstGeom prst="line">
                  <a:avLst/>
                </a:prstGeom>
                <a:noFill/>
                <a:ln w="7938">
                  <a:solidFill>
                    <a:srgbClr val="FFCC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5" name="Line 1310">
                  <a:extLst>
                    <a:ext uri="{FF2B5EF4-FFF2-40B4-BE49-F238E27FC236}">
                      <a16:creationId xmlns:a16="http://schemas.microsoft.com/office/drawing/2014/main" id="{C47F9095-834A-B1DD-6527-DF7506043FC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333" y="2763"/>
                  <a:ext cx="27" cy="4"/>
                </a:xfrm>
                <a:prstGeom prst="line">
                  <a:avLst/>
                </a:prstGeom>
                <a:noFill/>
                <a:ln w="7938">
                  <a:solidFill>
                    <a:srgbClr val="FFCC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6" name="Line 1311">
                  <a:extLst>
                    <a:ext uri="{FF2B5EF4-FFF2-40B4-BE49-F238E27FC236}">
                      <a16:creationId xmlns:a16="http://schemas.microsoft.com/office/drawing/2014/main" id="{F2A26E7C-CC53-430D-5B1C-BAF17147E61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5360" y="2763"/>
                  <a:ext cx="11" cy="4"/>
                </a:xfrm>
                <a:prstGeom prst="line">
                  <a:avLst/>
                </a:prstGeom>
                <a:noFill/>
                <a:ln w="7938">
                  <a:solidFill>
                    <a:srgbClr val="FFCC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7" name="Line 1312">
                  <a:extLst>
                    <a:ext uri="{FF2B5EF4-FFF2-40B4-BE49-F238E27FC236}">
                      <a16:creationId xmlns:a16="http://schemas.microsoft.com/office/drawing/2014/main" id="{AC223E2D-85C7-CF85-06CE-C98C259968E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371" y="2763"/>
                  <a:ext cx="10" cy="1"/>
                </a:xfrm>
                <a:prstGeom prst="line">
                  <a:avLst/>
                </a:prstGeom>
                <a:noFill/>
                <a:ln w="7938">
                  <a:solidFill>
                    <a:srgbClr val="FFCC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8" name="Line 1313">
                  <a:extLst>
                    <a:ext uri="{FF2B5EF4-FFF2-40B4-BE49-F238E27FC236}">
                      <a16:creationId xmlns:a16="http://schemas.microsoft.com/office/drawing/2014/main" id="{518EDDC5-7AFF-379F-4CC2-FA81E7BF9B2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381" y="2763"/>
                  <a:ext cx="17" cy="1"/>
                </a:xfrm>
                <a:prstGeom prst="line">
                  <a:avLst/>
                </a:prstGeom>
                <a:noFill/>
                <a:ln w="7938">
                  <a:solidFill>
                    <a:srgbClr val="FFCC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9" name="Line 1314">
                  <a:extLst>
                    <a:ext uri="{FF2B5EF4-FFF2-40B4-BE49-F238E27FC236}">
                      <a16:creationId xmlns:a16="http://schemas.microsoft.com/office/drawing/2014/main" id="{ED02C3FD-6D02-7DAD-4736-FB4B7D01287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398" y="2763"/>
                  <a:ext cx="10" cy="1"/>
                </a:xfrm>
                <a:prstGeom prst="line">
                  <a:avLst/>
                </a:prstGeom>
                <a:noFill/>
                <a:ln w="7938">
                  <a:solidFill>
                    <a:srgbClr val="FFCC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80" name="Line 1315">
                  <a:extLst>
                    <a:ext uri="{FF2B5EF4-FFF2-40B4-BE49-F238E27FC236}">
                      <a16:creationId xmlns:a16="http://schemas.microsoft.com/office/drawing/2014/main" id="{29D52E5A-C041-1AA6-42F8-3085ED54A0B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408" y="2763"/>
                  <a:ext cx="11" cy="1"/>
                </a:xfrm>
                <a:prstGeom prst="line">
                  <a:avLst/>
                </a:prstGeom>
                <a:noFill/>
                <a:ln w="7938">
                  <a:solidFill>
                    <a:srgbClr val="FFCC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81" name="Line 1316">
                  <a:extLst>
                    <a:ext uri="{FF2B5EF4-FFF2-40B4-BE49-F238E27FC236}">
                      <a16:creationId xmlns:a16="http://schemas.microsoft.com/office/drawing/2014/main" id="{8CE28F9C-1573-1479-EA76-CD646657442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419" y="2763"/>
                  <a:ext cx="16" cy="1"/>
                </a:xfrm>
                <a:prstGeom prst="line">
                  <a:avLst/>
                </a:prstGeom>
                <a:noFill/>
                <a:ln w="7938">
                  <a:solidFill>
                    <a:srgbClr val="FFCC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82" name="Line 1317">
                  <a:extLst>
                    <a:ext uri="{FF2B5EF4-FFF2-40B4-BE49-F238E27FC236}">
                      <a16:creationId xmlns:a16="http://schemas.microsoft.com/office/drawing/2014/main" id="{2572739F-6279-25AF-593F-D426FB929E0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435" y="2763"/>
                  <a:ext cx="11" cy="1"/>
                </a:xfrm>
                <a:prstGeom prst="line">
                  <a:avLst/>
                </a:prstGeom>
                <a:noFill/>
                <a:ln w="7938">
                  <a:solidFill>
                    <a:srgbClr val="FFCC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83" name="Line 1318">
                  <a:extLst>
                    <a:ext uri="{FF2B5EF4-FFF2-40B4-BE49-F238E27FC236}">
                      <a16:creationId xmlns:a16="http://schemas.microsoft.com/office/drawing/2014/main" id="{6C27077B-E25E-FE9E-FAB3-75836C9A8A0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446" y="2763"/>
                  <a:ext cx="5" cy="1"/>
                </a:xfrm>
                <a:prstGeom prst="line">
                  <a:avLst/>
                </a:prstGeom>
                <a:noFill/>
                <a:ln w="7938">
                  <a:solidFill>
                    <a:srgbClr val="FFCC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84" name="Line 1319">
                  <a:extLst>
                    <a:ext uri="{FF2B5EF4-FFF2-40B4-BE49-F238E27FC236}">
                      <a16:creationId xmlns:a16="http://schemas.microsoft.com/office/drawing/2014/main" id="{71F4E39E-E7FE-E406-FBDE-FF1B14DB08E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451" y="2763"/>
                  <a:ext cx="6" cy="1"/>
                </a:xfrm>
                <a:prstGeom prst="line">
                  <a:avLst/>
                </a:prstGeom>
                <a:noFill/>
                <a:ln w="7938">
                  <a:solidFill>
                    <a:srgbClr val="FFCC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85" name="Line 1320">
                  <a:extLst>
                    <a:ext uri="{FF2B5EF4-FFF2-40B4-BE49-F238E27FC236}">
                      <a16:creationId xmlns:a16="http://schemas.microsoft.com/office/drawing/2014/main" id="{C1F21E91-CB8C-D0A7-6421-23CA27A95CD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457" y="2763"/>
                  <a:ext cx="16" cy="1"/>
                </a:xfrm>
                <a:prstGeom prst="line">
                  <a:avLst/>
                </a:prstGeom>
                <a:noFill/>
                <a:ln w="7938">
                  <a:solidFill>
                    <a:srgbClr val="FFCC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86" name="Line 1321">
                  <a:extLst>
                    <a:ext uri="{FF2B5EF4-FFF2-40B4-BE49-F238E27FC236}">
                      <a16:creationId xmlns:a16="http://schemas.microsoft.com/office/drawing/2014/main" id="{B90BD1CE-636B-2E73-0F0B-23983EA4779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473" y="2763"/>
                  <a:ext cx="10" cy="1"/>
                </a:xfrm>
                <a:prstGeom prst="line">
                  <a:avLst/>
                </a:prstGeom>
                <a:noFill/>
                <a:ln w="7938">
                  <a:solidFill>
                    <a:srgbClr val="FFCC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87" name="Line 1322">
                  <a:extLst>
                    <a:ext uri="{FF2B5EF4-FFF2-40B4-BE49-F238E27FC236}">
                      <a16:creationId xmlns:a16="http://schemas.microsoft.com/office/drawing/2014/main" id="{DC8969D5-7D05-D2AD-1299-2961F703589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483" y="2763"/>
                  <a:ext cx="27" cy="1"/>
                </a:xfrm>
                <a:prstGeom prst="line">
                  <a:avLst/>
                </a:prstGeom>
                <a:noFill/>
                <a:ln w="7938">
                  <a:solidFill>
                    <a:srgbClr val="FFCC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88" name="Line 1323">
                  <a:extLst>
                    <a:ext uri="{FF2B5EF4-FFF2-40B4-BE49-F238E27FC236}">
                      <a16:creationId xmlns:a16="http://schemas.microsoft.com/office/drawing/2014/main" id="{0A3F9E65-7A76-9C75-F399-076CA242243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510" y="2763"/>
                  <a:ext cx="22" cy="1"/>
                </a:xfrm>
                <a:prstGeom prst="line">
                  <a:avLst/>
                </a:prstGeom>
                <a:noFill/>
                <a:ln w="7938">
                  <a:solidFill>
                    <a:srgbClr val="FFCC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89" name="Line 1324">
                  <a:extLst>
                    <a:ext uri="{FF2B5EF4-FFF2-40B4-BE49-F238E27FC236}">
                      <a16:creationId xmlns:a16="http://schemas.microsoft.com/office/drawing/2014/main" id="{41487816-B11D-1A61-F640-1BAB3A3D339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5532" y="2519"/>
                  <a:ext cx="27" cy="244"/>
                </a:xfrm>
                <a:prstGeom prst="line">
                  <a:avLst/>
                </a:prstGeom>
                <a:noFill/>
                <a:ln w="7938">
                  <a:solidFill>
                    <a:srgbClr val="FFCC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90" name="Line 1325">
                  <a:extLst>
                    <a:ext uri="{FF2B5EF4-FFF2-40B4-BE49-F238E27FC236}">
                      <a16:creationId xmlns:a16="http://schemas.microsoft.com/office/drawing/2014/main" id="{90979A47-A5DC-1001-94DA-B7F84112947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559" y="2519"/>
                  <a:ext cx="10" cy="4"/>
                </a:xfrm>
                <a:prstGeom prst="line">
                  <a:avLst/>
                </a:prstGeom>
                <a:noFill/>
                <a:ln w="7938">
                  <a:solidFill>
                    <a:srgbClr val="FFCC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91" name="Line 1326">
                  <a:extLst>
                    <a:ext uri="{FF2B5EF4-FFF2-40B4-BE49-F238E27FC236}">
                      <a16:creationId xmlns:a16="http://schemas.microsoft.com/office/drawing/2014/main" id="{9C1FFDAA-D49F-9F5D-00D7-B5AD145BCA3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569" y="2523"/>
                  <a:ext cx="11" cy="1"/>
                </a:xfrm>
                <a:prstGeom prst="line">
                  <a:avLst/>
                </a:prstGeom>
                <a:noFill/>
                <a:ln w="7938">
                  <a:solidFill>
                    <a:srgbClr val="FFCC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92" name="Line 1327">
                  <a:extLst>
                    <a:ext uri="{FF2B5EF4-FFF2-40B4-BE49-F238E27FC236}">
                      <a16:creationId xmlns:a16="http://schemas.microsoft.com/office/drawing/2014/main" id="{8A73DE95-50A1-C464-22AE-F0282ADC24E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580" y="2523"/>
                  <a:ext cx="16" cy="5"/>
                </a:xfrm>
                <a:prstGeom prst="line">
                  <a:avLst/>
                </a:prstGeom>
                <a:noFill/>
                <a:ln w="7938">
                  <a:solidFill>
                    <a:srgbClr val="FFCC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93" name="Line 1328">
                  <a:extLst>
                    <a:ext uri="{FF2B5EF4-FFF2-40B4-BE49-F238E27FC236}">
                      <a16:creationId xmlns:a16="http://schemas.microsoft.com/office/drawing/2014/main" id="{67035F0F-5DC6-248D-9AED-56A1AF69A61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596" y="2528"/>
                  <a:ext cx="5" cy="1"/>
                </a:xfrm>
                <a:prstGeom prst="line">
                  <a:avLst/>
                </a:prstGeom>
                <a:noFill/>
                <a:ln w="7938">
                  <a:solidFill>
                    <a:srgbClr val="FFCC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94" name="Line 1329">
                  <a:extLst>
                    <a:ext uri="{FF2B5EF4-FFF2-40B4-BE49-F238E27FC236}">
                      <a16:creationId xmlns:a16="http://schemas.microsoft.com/office/drawing/2014/main" id="{0444DB81-E330-F157-02E7-47D3AC5F499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601" y="2528"/>
                  <a:ext cx="6" cy="1"/>
                </a:xfrm>
                <a:prstGeom prst="line">
                  <a:avLst/>
                </a:prstGeom>
                <a:noFill/>
                <a:ln w="7938">
                  <a:solidFill>
                    <a:srgbClr val="FFCC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95" name="Line 1330">
                  <a:extLst>
                    <a:ext uri="{FF2B5EF4-FFF2-40B4-BE49-F238E27FC236}">
                      <a16:creationId xmlns:a16="http://schemas.microsoft.com/office/drawing/2014/main" id="{15863D15-86C2-B285-6C9A-827E38AE4F4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607" y="2528"/>
                  <a:ext cx="11" cy="1"/>
                </a:xfrm>
                <a:prstGeom prst="line">
                  <a:avLst/>
                </a:prstGeom>
                <a:noFill/>
                <a:ln w="7938">
                  <a:solidFill>
                    <a:srgbClr val="FFCC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96" name="Line 1331">
                  <a:extLst>
                    <a:ext uri="{FF2B5EF4-FFF2-40B4-BE49-F238E27FC236}">
                      <a16:creationId xmlns:a16="http://schemas.microsoft.com/office/drawing/2014/main" id="{5D01D76F-77EE-5FD8-6066-2C2709419F5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618" y="2528"/>
                  <a:ext cx="16" cy="1"/>
                </a:xfrm>
                <a:prstGeom prst="line">
                  <a:avLst/>
                </a:prstGeom>
                <a:noFill/>
                <a:ln w="7938">
                  <a:solidFill>
                    <a:srgbClr val="FFCC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97" name="Line 1332">
                  <a:extLst>
                    <a:ext uri="{FF2B5EF4-FFF2-40B4-BE49-F238E27FC236}">
                      <a16:creationId xmlns:a16="http://schemas.microsoft.com/office/drawing/2014/main" id="{923DB20D-F631-D829-E6CA-AD5B07D887E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5634" y="2267"/>
                  <a:ext cx="21" cy="261"/>
                </a:xfrm>
                <a:prstGeom prst="line">
                  <a:avLst/>
                </a:prstGeom>
                <a:noFill/>
                <a:ln w="7938">
                  <a:solidFill>
                    <a:srgbClr val="FFCC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98" name="Line 1333">
                  <a:extLst>
                    <a:ext uri="{FF2B5EF4-FFF2-40B4-BE49-F238E27FC236}">
                      <a16:creationId xmlns:a16="http://schemas.microsoft.com/office/drawing/2014/main" id="{8064BE37-B546-040A-2949-67A6C0EEBBC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5655" y="2262"/>
                  <a:ext cx="27" cy="5"/>
                </a:xfrm>
                <a:prstGeom prst="line">
                  <a:avLst/>
                </a:prstGeom>
                <a:noFill/>
                <a:ln w="7938">
                  <a:solidFill>
                    <a:srgbClr val="FFCC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99" name="Line 1334">
                  <a:extLst>
                    <a:ext uri="{FF2B5EF4-FFF2-40B4-BE49-F238E27FC236}">
                      <a16:creationId xmlns:a16="http://schemas.microsoft.com/office/drawing/2014/main" id="{8A5DA05E-CCAE-21E2-E924-4C394B88E66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5682" y="2258"/>
                  <a:ext cx="27" cy="4"/>
                </a:xfrm>
                <a:prstGeom prst="line">
                  <a:avLst/>
                </a:prstGeom>
                <a:noFill/>
                <a:ln w="7938">
                  <a:solidFill>
                    <a:srgbClr val="FFCC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0" name="Line 1335">
                  <a:extLst>
                    <a:ext uri="{FF2B5EF4-FFF2-40B4-BE49-F238E27FC236}">
                      <a16:creationId xmlns:a16="http://schemas.microsoft.com/office/drawing/2014/main" id="{0AEADE12-94AA-2326-5937-E0F9493A088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5709" y="2254"/>
                  <a:ext cx="21" cy="4"/>
                </a:xfrm>
                <a:prstGeom prst="line">
                  <a:avLst/>
                </a:prstGeom>
                <a:noFill/>
                <a:ln w="7938">
                  <a:solidFill>
                    <a:srgbClr val="FFCC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1" name="Line 1336">
                  <a:extLst>
                    <a:ext uri="{FF2B5EF4-FFF2-40B4-BE49-F238E27FC236}">
                      <a16:creationId xmlns:a16="http://schemas.microsoft.com/office/drawing/2014/main" id="{8C625F9D-F72B-E607-8B33-50F811D3AAF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5730" y="2087"/>
                  <a:ext cx="27" cy="167"/>
                </a:xfrm>
                <a:prstGeom prst="line">
                  <a:avLst/>
                </a:prstGeom>
                <a:noFill/>
                <a:ln w="7938">
                  <a:solidFill>
                    <a:srgbClr val="FFCC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2" name="Line 1337">
                  <a:extLst>
                    <a:ext uri="{FF2B5EF4-FFF2-40B4-BE49-F238E27FC236}">
                      <a16:creationId xmlns:a16="http://schemas.microsoft.com/office/drawing/2014/main" id="{74A0021F-8D00-6D5E-4AAC-FC3046000B9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757" y="2087"/>
                  <a:ext cx="21" cy="1"/>
                </a:xfrm>
                <a:prstGeom prst="line">
                  <a:avLst/>
                </a:prstGeom>
                <a:noFill/>
                <a:ln w="7938">
                  <a:solidFill>
                    <a:srgbClr val="FFCC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3" name="Line 1338">
                  <a:extLst>
                    <a:ext uri="{FF2B5EF4-FFF2-40B4-BE49-F238E27FC236}">
                      <a16:creationId xmlns:a16="http://schemas.microsoft.com/office/drawing/2014/main" id="{9C08119F-0B13-B5A3-4EF9-7FB8893B5C0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778" y="2087"/>
                  <a:ext cx="27" cy="1"/>
                </a:xfrm>
                <a:prstGeom prst="line">
                  <a:avLst/>
                </a:prstGeom>
                <a:noFill/>
                <a:ln w="7938">
                  <a:solidFill>
                    <a:srgbClr val="FFCC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" name="Line 1339">
                  <a:extLst>
                    <a:ext uri="{FF2B5EF4-FFF2-40B4-BE49-F238E27FC236}">
                      <a16:creationId xmlns:a16="http://schemas.microsoft.com/office/drawing/2014/main" id="{B20BF76C-3A8A-0540-3A5B-93832D298DB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805" y="2087"/>
                  <a:ext cx="27" cy="1"/>
                </a:xfrm>
                <a:prstGeom prst="line">
                  <a:avLst/>
                </a:prstGeom>
                <a:noFill/>
                <a:ln w="7938">
                  <a:solidFill>
                    <a:srgbClr val="FFCC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5" name="Line 1340">
                  <a:extLst>
                    <a:ext uri="{FF2B5EF4-FFF2-40B4-BE49-F238E27FC236}">
                      <a16:creationId xmlns:a16="http://schemas.microsoft.com/office/drawing/2014/main" id="{E27696AD-94DA-4B20-438B-C7B8A14C627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832" y="2087"/>
                  <a:ext cx="22" cy="1"/>
                </a:xfrm>
                <a:prstGeom prst="line">
                  <a:avLst/>
                </a:prstGeom>
                <a:noFill/>
                <a:ln w="7938">
                  <a:solidFill>
                    <a:srgbClr val="FFCC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6" name="Line 1341">
                  <a:extLst>
                    <a:ext uri="{FF2B5EF4-FFF2-40B4-BE49-F238E27FC236}">
                      <a16:creationId xmlns:a16="http://schemas.microsoft.com/office/drawing/2014/main" id="{F6351E2D-EFB0-0143-E2E1-12F30C00C64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854" y="2087"/>
                  <a:ext cx="26" cy="1"/>
                </a:xfrm>
                <a:prstGeom prst="line">
                  <a:avLst/>
                </a:prstGeom>
                <a:noFill/>
                <a:ln w="7938">
                  <a:solidFill>
                    <a:srgbClr val="FFCC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7" name="Line 1342">
                  <a:extLst>
                    <a:ext uri="{FF2B5EF4-FFF2-40B4-BE49-F238E27FC236}">
                      <a16:creationId xmlns:a16="http://schemas.microsoft.com/office/drawing/2014/main" id="{8D7D760D-EAF6-6B5A-6979-04D22857C3A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880" y="2087"/>
                  <a:ext cx="27" cy="30"/>
                </a:xfrm>
                <a:prstGeom prst="line">
                  <a:avLst/>
                </a:prstGeom>
                <a:noFill/>
                <a:ln w="7938">
                  <a:solidFill>
                    <a:srgbClr val="FFCC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8" name="Line 1343">
                  <a:extLst>
                    <a:ext uri="{FF2B5EF4-FFF2-40B4-BE49-F238E27FC236}">
                      <a16:creationId xmlns:a16="http://schemas.microsoft.com/office/drawing/2014/main" id="{5422875F-10F0-C339-50F1-348F51F08AA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907" y="2117"/>
                  <a:ext cx="22" cy="55"/>
                </a:xfrm>
                <a:prstGeom prst="line">
                  <a:avLst/>
                </a:prstGeom>
                <a:noFill/>
                <a:ln w="7938">
                  <a:solidFill>
                    <a:srgbClr val="FFCC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9" name="Line 1344">
                  <a:extLst>
                    <a:ext uri="{FF2B5EF4-FFF2-40B4-BE49-F238E27FC236}">
                      <a16:creationId xmlns:a16="http://schemas.microsoft.com/office/drawing/2014/main" id="{F1960855-37E6-3602-4F33-DAEA2502B40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929" y="2172"/>
                  <a:ext cx="27" cy="48"/>
                </a:xfrm>
                <a:prstGeom prst="line">
                  <a:avLst/>
                </a:prstGeom>
                <a:noFill/>
                <a:ln w="7938">
                  <a:solidFill>
                    <a:srgbClr val="FFCC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10" name="Line 1345">
                  <a:extLst>
                    <a:ext uri="{FF2B5EF4-FFF2-40B4-BE49-F238E27FC236}">
                      <a16:creationId xmlns:a16="http://schemas.microsoft.com/office/drawing/2014/main" id="{8E3E786A-1E1D-3A64-B8D2-599C2376F59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956" y="2220"/>
                  <a:ext cx="26" cy="47"/>
                </a:xfrm>
                <a:prstGeom prst="line">
                  <a:avLst/>
                </a:prstGeom>
                <a:noFill/>
                <a:ln w="7938">
                  <a:solidFill>
                    <a:srgbClr val="FFCC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11" name="Line 1346">
                  <a:extLst>
                    <a:ext uri="{FF2B5EF4-FFF2-40B4-BE49-F238E27FC236}">
                      <a16:creationId xmlns:a16="http://schemas.microsoft.com/office/drawing/2014/main" id="{6D6CEDE5-0599-7920-40C9-20AB738C1D3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982" y="2267"/>
                  <a:ext cx="22" cy="47"/>
                </a:xfrm>
                <a:prstGeom prst="line">
                  <a:avLst/>
                </a:prstGeom>
                <a:noFill/>
                <a:ln w="7938">
                  <a:solidFill>
                    <a:srgbClr val="FFCC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12" name="Line 1347">
                  <a:extLst>
                    <a:ext uri="{FF2B5EF4-FFF2-40B4-BE49-F238E27FC236}">
                      <a16:creationId xmlns:a16="http://schemas.microsoft.com/office/drawing/2014/main" id="{B6A636AE-D64A-0108-1FD3-7553F32508E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6004" y="2314"/>
                  <a:ext cx="27" cy="47"/>
                </a:xfrm>
                <a:prstGeom prst="line">
                  <a:avLst/>
                </a:prstGeom>
                <a:noFill/>
                <a:ln w="7938">
                  <a:solidFill>
                    <a:srgbClr val="FFCC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13" name="Line 1348">
                  <a:extLst>
                    <a:ext uri="{FF2B5EF4-FFF2-40B4-BE49-F238E27FC236}">
                      <a16:creationId xmlns:a16="http://schemas.microsoft.com/office/drawing/2014/main" id="{5AEC1CAC-98E2-FD1B-A0C5-22BB14DB1FF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6031" y="2361"/>
                  <a:ext cx="21" cy="43"/>
                </a:xfrm>
                <a:prstGeom prst="line">
                  <a:avLst/>
                </a:prstGeom>
                <a:noFill/>
                <a:ln w="7938">
                  <a:solidFill>
                    <a:srgbClr val="FFCC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14" name="Line 1349">
                  <a:extLst>
                    <a:ext uri="{FF2B5EF4-FFF2-40B4-BE49-F238E27FC236}">
                      <a16:creationId xmlns:a16="http://schemas.microsoft.com/office/drawing/2014/main" id="{4D5ABBCC-F19D-1F92-7F05-B0F8EDE2523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6052" y="2404"/>
                  <a:ext cx="27" cy="38"/>
                </a:xfrm>
                <a:prstGeom prst="line">
                  <a:avLst/>
                </a:prstGeom>
                <a:noFill/>
                <a:ln w="7938">
                  <a:solidFill>
                    <a:srgbClr val="FFCC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15" name="Line 1350">
                  <a:extLst>
                    <a:ext uri="{FF2B5EF4-FFF2-40B4-BE49-F238E27FC236}">
                      <a16:creationId xmlns:a16="http://schemas.microsoft.com/office/drawing/2014/main" id="{33CD8DFC-C673-AB5D-F0A0-FDD145A6807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6079" y="2442"/>
                  <a:ext cx="27" cy="39"/>
                </a:xfrm>
                <a:prstGeom prst="line">
                  <a:avLst/>
                </a:prstGeom>
                <a:noFill/>
                <a:ln w="7938">
                  <a:solidFill>
                    <a:srgbClr val="FFCC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16" name="Line 1351">
                  <a:extLst>
                    <a:ext uri="{FF2B5EF4-FFF2-40B4-BE49-F238E27FC236}">
                      <a16:creationId xmlns:a16="http://schemas.microsoft.com/office/drawing/2014/main" id="{A96DA040-7134-6454-3652-7E8186A4FED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6106" y="2481"/>
                  <a:ext cx="21" cy="34"/>
                </a:xfrm>
                <a:prstGeom prst="line">
                  <a:avLst/>
                </a:prstGeom>
                <a:noFill/>
                <a:ln w="7938">
                  <a:solidFill>
                    <a:srgbClr val="FFCC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17" name="Line 1352">
                  <a:extLst>
                    <a:ext uri="{FF2B5EF4-FFF2-40B4-BE49-F238E27FC236}">
                      <a16:creationId xmlns:a16="http://schemas.microsoft.com/office/drawing/2014/main" id="{BB77CD14-93A7-07F0-D21A-A87301624DC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6127" y="2515"/>
                  <a:ext cx="27" cy="30"/>
                </a:xfrm>
                <a:prstGeom prst="line">
                  <a:avLst/>
                </a:prstGeom>
                <a:noFill/>
                <a:ln w="7938">
                  <a:solidFill>
                    <a:srgbClr val="FFCC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18" name="Line 1353">
                  <a:extLst>
                    <a:ext uri="{FF2B5EF4-FFF2-40B4-BE49-F238E27FC236}">
                      <a16:creationId xmlns:a16="http://schemas.microsoft.com/office/drawing/2014/main" id="{B2D77AB3-B7A4-0433-0E53-07CC5030C71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6154" y="2545"/>
                  <a:ext cx="27" cy="34"/>
                </a:xfrm>
                <a:prstGeom prst="line">
                  <a:avLst/>
                </a:prstGeom>
                <a:noFill/>
                <a:ln w="7938">
                  <a:solidFill>
                    <a:srgbClr val="FFCC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19" name="Line 1354">
                  <a:extLst>
                    <a:ext uri="{FF2B5EF4-FFF2-40B4-BE49-F238E27FC236}">
                      <a16:creationId xmlns:a16="http://schemas.microsoft.com/office/drawing/2014/main" id="{D1B604CE-57F7-11D4-4765-FD768B9AC31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6181" y="2579"/>
                  <a:ext cx="21" cy="30"/>
                </a:xfrm>
                <a:prstGeom prst="line">
                  <a:avLst/>
                </a:prstGeom>
                <a:noFill/>
                <a:ln w="7938">
                  <a:solidFill>
                    <a:srgbClr val="FFCC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20" name="Line 1355">
                  <a:extLst>
                    <a:ext uri="{FF2B5EF4-FFF2-40B4-BE49-F238E27FC236}">
                      <a16:creationId xmlns:a16="http://schemas.microsoft.com/office/drawing/2014/main" id="{AFED09D0-9126-929C-6B7C-85A3C7DCFF0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6202" y="2609"/>
                  <a:ext cx="27" cy="30"/>
                </a:xfrm>
                <a:prstGeom prst="line">
                  <a:avLst/>
                </a:prstGeom>
                <a:noFill/>
                <a:ln w="7938">
                  <a:solidFill>
                    <a:srgbClr val="FFCC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21" name="Line 1356">
                  <a:extLst>
                    <a:ext uri="{FF2B5EF4-FFF2-40B4-BE49-F238E27FC236}">
                      <a16:creationId xmlns:a16="http://schemas.microsoft.com/office/drawing/2014/main" id="{4C4B68EE-2766-A99E-231F-338A1621AC0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6229" y="2639"/>
                  <a:ext cx="27" cy="26"/>
                </a:xfrm>
                <a:prstGeom prst="line">
                  <a:avLst/>
                </a:prstGeom>
                <a:noFill/>
                <a:ln w="7938">
                  <a:solidFill>
                    <a:srgbClr val="FFCC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22" name="Line 1357">
                  <a:extLst>
                    <a:ext uri="{FF2B5EF4-FFF2-40B4-BE49-F238E27FC236}">
                      <a16:creationId xmlns:a16="http://schemas.microsoft.com/office/drawing/2014/main" id="{C5381D5F-0372-0B34-4AEA-7DF61EE9842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6256" y="2665"/>
                  <a:ext cx="21" cy="21"/>
                </a:xfrm>
                <a:prstGeom prst="line">
                  <a:avLst/>
                </a:prstGeom>
                <a:noFill/>
                <a:ln w="7938">
                  <a:solidFill>
                    <a:srgbClr val="FFCC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23" name="Line 1358">
                  <a:extLst>
                    <a:ext uri="{FF2B5EF4-FFF2-40B4-BE49-F238E27FC236}">
                      <a16:creationId xmlns:a16="http://schemas.microsoft.com/office/drawing/2014/main" id="{98F47436-ACA9-5137-6E51-6E84E2BFBB1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6277" y="2686"/>
                  <a:ext cx="27" cy="21"/>
                </a:xfrm>
                <a:prstGeom prst="line">
                  <a:avLst/>
                </a:prstGeom>
                <a:noFill/>
                <a:ln w="7938">
                  <a:solidFill>
                    <a:srgbClr val="FFCC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24" name="Line 1359">
                  <a:extLst>
                    <a:ext uri="{FF2B5EF4-FFF2-40B4-BE49-F238E27FC236}">
                      <a16:creationId xmlns:a16="http://schemas.microsoft.com/office/drawing/2014/main" id="{D6C32C76-8D9F-1814-1DF9-22D09DBD12C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6304" y="2707"/>
                  <a:ext cx="22" cy="22"/>
                </a:xfrm>
                <a:prstGeom prst="line">
                  <a:avLst/>
                </a:prstGeom>
                <a:noFill/>
                <a:ln w="7938">
                  <a:solidFill>
                    <a:srgbClr val="FFCC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25" name="Line 1360">
                  <a:extLst>
                    <a:ext uri="{FF2B5EF4-FFF2-40B4-BE49-F238E27FC236}">
                      <a16:creationId xmlns:a16="http://schemas.microsoft.com/office/drawing/2014/main" id="{A30A2D76-918E-E7F8-1D66-59CE8B4CBEC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6326" y="2729"/>
                  <a:ext cx="27" cy="21"/>
                </a:xfrm>
                <a:prstGeom prst="line">
                  <a:avLst/>
                </a:prstGeom>
                <a:noFill/>
                <a:ln w="7938">
                  <a:solidFill>
                    <a:srgbClr val="FFCC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26" name="Line 1361">
                  <a:extLst>
                    <a:ext uri="{FF2B5EF4-FFF2-40B4-BE49-F238E27FC236}">
                      <a16:creationId xmlns:a16="http://schemas.microsoft.com/office/drawing/2014/main" id="{21DF7EC4-B7A5-F6C3-5B3C-1303C92137E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6353" y="2750"/>
                  <a:ext cx="26" cy="22"/>
                </a:xfrm>
                <a:prstGeom prst="line">
                  <a:avLst/>
                </a:prstGeom>
                <a:noFill/>
                <a:ln w="7938">
                  <a:solidFill>
                    <a:srgbClr val="FFCC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27" name="Line 1362">
                  <a:extLst>
                    <a:ext uri="{FF2B5EF4-FFF2-40B4-BE49-F238E27FC236}">
                      <a16:creationId xmlns:a16="http://schemas.microsoft.com/office/drawing/2014/main" id="{0E9EAD4C-B31E-6BBC-E23B-E7E5B8EA10B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6379" y="2772"/>
                  <a:ext cx="22" cy="17"/>
                </a:xfrm>
                <a:prstGeom prst="line">
                  <a:avLst/>
                </a:prstGeom>
                <a:noFill/>
                <a:ln w="7938">
                  <a:solidFill>
                    <a:srgbClr val="FFCC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28" name="Line 1363">
                  <a:extLst>
                    <a:ext uri="{FF2B5EF4-FFF2-40B4-BE49-F238E27FC236}">
                      <a16:creationId xmlns:a16="http://schemas.microsoft.com/office/drawing/2014/main" id="{B08B7982-EB02-C7AD-97C2-2EA334D0BCD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6401" y="2789"/>
                  <a:ext cx="27" cy="17"/>
                </a:xfrm>
                <a:prstGeom prst="line">
                  <a:avLst/>
                </a:prstGeom>
                <a:noFill/>
                <a:ln w="7938">
                  <a:solidFill>
                    <a:srgbClr val="FFCC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29" name="Line 1364">
                  <a:extLst>
                    <a:ext uri="{FF2B5EF4-FFF2-40B4-BE49-F238E27FC236}">
                      <a16:creationId xmlns:a16="http://schemas.microsoft.com/office/drawing/2014/main" id="{B4097598-A53F-AED8-4640-21E5A885FB7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6428" y="2806"/>
                  <a:ext cx="27" cy="13"/>
                </a:xfrm>
                <a:prstGeom prst="line">
                  <a:avLst/>
                </a:prstGeom>
                <a:noFill/>
                <a:ln w="7938">
                  <a:solidFill>
                    <a:srgbClr val="FFCC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30" name="Line 1365">
                  <a:extLst>
                    <a:ext uri="{FF2B5EF4-FFF2-40B4-BE49-F238E27FC236}">
                      <a16:creationId xmlns:a16="http://schemas.microsoft.com/office/drawing/2014/main" id="{84955A70-4BA8-353D-9A01-33CAA85BC2D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6455" y="2819"/>
                  <a:ext cx="21" cy="17"/>
                </a:xfrm>
                <a:prstGeom prst="line">
                  <a:avLst/>
                </a:prstGeom>
                <a:noFill/>
                <a:ln w="7938">
                  <a:solidFill>
                    <a:srgbClr val="FFCC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31" name="Line 1366">
                  <a:extLst>
                    <a:ext uri="{FF2B5EF4-FFF2-40B4-BE49-F238E27FC236}">
                      <a16:creationId xmlns:a16="http://schemas.microsoft.com/office/drawing/2014/main" id="{4748731D-67CF-9C16-FBD0-71DD59934D8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6476" y="2836"/>
                  <a:ext cx="27" cy="13"/>
                </a:xfrm>
                <a:prstGeom prst="line">
                  <a:avLst/>
                </a:prstGeom>
                <a:noFill/>
                <a:ln w="7938">
                  <a:solidFill>
                    <a:srgbClr val="FFCC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32" name="Line 1367">
                  <a:extLst>
                    <a:ext uri="{FF2B5EF4-FFF2-40B4-BE49-F238E27FC236}">
                      <a16:creationId xmlns:a16="http://schemas.microsoft.com/office/drawing/2014/main" id="{0EDDE5B4-E531-916F-A5DF-BD662D5212F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6503" y="2849"/>
                  <a:ext cx="27" cy="13"/>
                </a:xfrm>
                <a:prstGeom prst="line">
                  <a:avLst/>
                </a:prstGeom>
                <a:noFill/>
                <a:ln w="7938">
                  <a:solidFill>
                    <a:srgbClr val="FFCC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33" name="Line 1368">
                  <a:extLst>
                    <a:ext uri="{FF2B5EF4-FFF2-40B4-BE49-F238E27FC236}">
                      <a16:creationId xmlns:a16="http://schemas.microsoft.com/office/drawing/2014/main" id="{4D881F6D-4C04-A231-2A00-6C434A6199A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6530" y="2862"/>
                  <a:ext cx="21" cy="12"/>
                </a:xfrm>
                <a:prstGeom prst="line">
                  <a:avLst/>
                </a:prstGeom>
                <a:noFill/>
                <a:ln w="7938">
                  <a:solidFill>
                    <a:srgbClr val="FFCC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34" name="Line 1369">
                  <a:extLst>
                    <a:ext uri="{FF2B5EF4-FFF2-40B4-BE49-F238E27FC236}">
                      <a16:creationId xmlns:a16="http://schemas.microsoft.com/office/drawing/2014/main" id="{CC33930A-A55F-9FCE-D69C-F2742B5478B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6551" y="2874"/>
                  <a:ext cx="27" cy="18"/>
                </a:xfrm>
                <a:prstGeom prst="line">
                  <a:avLst/>
                </a:prstGeom>
                <a:noFill/>
                <a:ln w="7938">
                  <a:solidFill>
                    <a:srgbClr val="FFCC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35" name="Line 1370">
                  <a:extLst>
                    <a:ext uri="{FF2B5EF4-FFF2-40B4-BE49-F238E27FC236}">
                      <a16:creationId xmlns:a16="http://schemas.microsoft.com/office/drawing/2014/main" id="{444BC6BF-DFC7-BCF9-43A6-8DDE8A5E0AD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6578" y="2892"/>
                  <a:ext cx="21" cy="8"/>
                </a:xfrm>
                <a:prstGeom prst="line">
                  <a:avLst/>
                </a:prstGeom>
                <a:noFill/>
                <a:ln w="7938">
                  <a:solidFill>
                    <a:srgbClr val="FFCC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36" name="Line 1371">
                  <a:extLst>
                    <a:ext uri="{FF2B5EF4-FFF2-40B4-BE49-F238E27FC236}">
                      <a16:creationId xmlns:a16="http://schemas.microsoft.com/office/drawing/2014/main" id="{D8813B82-9682-1DC4-EF07-4ECB9F41952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6599" y="2900"/>
                  <a:ext cx="27" cy="13"/>
                </a:xfrm>
                <a:prstGeom prst="line">
                  <a:avLst/>
                </a:prstGeom>
                <a:noFill/>
                <a:ln w="7938">
                  <a:solidFill>
                    <a:srgbClr val="FFCC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37" name="Line 1372">
                  <a:extLst>
                    <a:ext uri="{FF2B5EF4-FFF2-40B4-BE49-F238E27FC236}">
                      <a16:creationId xmlns:a16="http://schemas.microsoft.com/office/drawing/2014/main" id="{D26BDE74-89A5-8431-BCFB-E5E6FC176B8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6626" y="2913"/>
                  <a:ext cx="27" cy="9"/>
                </a:xfrm>
                <a:prstGeom prst="line">
                  <a:avLst/>
                </a:prstGeom>
                <a:noFill/>
                <a:ln w="7938">
                  <a:solidFill>
                    <a:srgbClr val="FFCC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38" name="Line 1373">
                  <a:extLst>
                    <a:ext uri="{FF2B5EF4-FFF2-40B4-BE49-F238E27FC236}">
                      <a16:creationId xmlns:a16="http://schemas.microsoft.com/office/drawing/2014/main" id="{D92460D9-6F03-9D54-4646-87D06A3D2F2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6653" y="2922"/>
                  <a:ext cx="21" cy="8"/>
                </a:xfrm>
                <a:prstGeom prst="line">
                  <a:avLst/>
                </a:prstGeom>
                <a:noFill/>
                <a:ln w="7938">
                  <a:solidFill>
                    <a:srgbClr val="FFCC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39" name="Line 1374">
                  <a:extLst>
                    <a:ext uri="{FF2B5EF4-FFF2-40B4-BE49-F238E27FC236}">
                      <a16:creationId xmlns:a16="http://schemas.microsoft.com/office/drawing/2014/main" id="{F9BDE625-E7F7-7BF0-78AF-5C278BBB1A7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6674" y="2930"/>
                  <a:ext cx="27" cy="9"/>
                </a:xfrm>
                <a:prstGeom prst="line">
                  <a:avLst/>
                </a:prstGeom>
                <a:noFill/>
                <a:ln w="7938">
                  <a:solidFill>
                    <a:srgbClr val="FFCC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40" name="Line 1375">
                  <a:extLst>
                    <a:ext uri="{FF2B5EF4-FFF2-40B4-BE49-F238E27FC236}">
                      <a16:creationId xmlns:a16="http://schemas.microsoft.com/office/drawing/2014/main" id="{72BDBC8C-F7A8-9ADB-8E6F-169DC0EF8F0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6701" y="2939"/>
                  <a:ext cx="27" cy="8"/>
                </a:xfrm>
                <a:prstGeom prst="line">
                  <a:avLst/>
                </a:prstGeom>
                <a:noFill/>
                <a:ln w="7938">
                  <a:solidFill>
                    <a:srgbClr val="FFCC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41" name="Line 1376">
                  <a:extLst>
                    <a:ext uri="{FF2B5EF4-FFF2-40B4-BE49-F238E27FC236}">
                      <a16:creationId xmlns:a16="http://schemas.microsoft.com/office/drawing/2014/main" id="{AB184063-873A-9604-BAFD-6E705A60410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6728" y="2947"/>
                  <a:ext cx="22" cy="9"/>
                </a:xfrm>
                <a:prstGeom prst="line">
                  <a:avLst/>
                </a:prstGeom>
                <a:noFill/>
                <a:ln w="7938">
                  <a:solidFill>
                    <a:srgbClr val="FFCC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42" name="Line 1377">
                  <a:extLst>
                    <a:ext uri="{FF2B5EF4-FFF2-40B4-BE49-F238E27FC236}">
                      <a16:creationId xmlns:a16="http://schemas.microsoft.com/office/drawing/2014/main" id="{4942A542-2095-D8C1-2D60-9FFE7313CE1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6750" y="2956"/>
                  <a:ext cx="26" cy="13"/>
                </a:xfrm>
                <a:prstGeom prst="line">
                  <a:avLst/>
                </a:prstGeom>
                <a:noFill/>
                <a:ln w="7938">
                  <a:solidFill>
                    <a:srgbClr val="FFCC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43" name="Freeform 1378">
                  <a:extLst>
                    <a:ext uri="{FF2B5EF4-FFF2-40B4-BE49-F238E27FC236}">
                      <a16:creationId xmlns:a16="http://schemas.microsoft.com/office/drawing/2014/main" id="{1F415AE5-7A0C-A7DF-04FB-3A179F0DC54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242" y="2750"/>
                  <a:ext cx="32" cy="26"/>
                </a:xfrm>
                <a:custGeom>
                  <a:avLst/>
                  <a:gdLst>
                    <a:gd name="T0" fmla="*/ 16 w 32"/>
                    <a:gd name="T1" fmla="*/ 0 h 26"/>
                    <a:gd name="T2" fmla="*/ 32 w 32"/>
                    <a:gd name="T3" fmla="*/ 26 h 26"/>
                    <a:gd name="T4" fmla="*/ 0 w 32"/>
                    <a:gd name="T5" fmla="*/ 26 h 26"/>
                    <a:gd name="T6" fmla="*/ 16 w 32"/>
                    <a:gd name="T7" fmla="*/ 0 h 2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2" h="26">
                      <a:moveTo>
                        <a:pt x="16" y="0"/>
                      </a:moveTo>
                      <a:lnTo>
                        <a:pt x="32" y="26"/>
                      </a:lnTo>
                      <a:lnTo>
                        <a:pt x="0" y="26"/>
                      </a:lnTo>
                      <a:lnTo>
                        <a:pt x="16" y="0"/>
                      </a:lnTo>
                      <a:close/>
                    </a:path>
                  </a:pathLst>
                </a:custGeom>
                <a:solidFill>
                  <a:srgbClr val="FFFF00"/>
                </a:solidFill>
                <a:ln w="7938">
                  <a:solidFill>
                    <a:srgbClr val="FFCC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44" name="Freeform 1379">
                  <a:extLst>
                    <a:ext uri="{FF2B5EF4-FFF2-40B4-BE49-F238E27FC236}">
                      <a16:creationId xmlns:a16="http://schemas.microsoft.com/office/drawing/2014/main" id="{C1432B13-31F6-3FA9-3848-88D0BF12526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253" y="2750"/>
                  <a:ext cx="32" cy="26"/>
                </a:xfrm>
                <a:custGeom>
                  <a:avLst/>
                  <a:gdLst>
                    <a:gd name="T0" fmla="*/ 16 w 32"/>
                    <a:gd name="T1" fmla="*/ 0 h 26"/>
                    <a:gd name="T2" fmla="*/ 32 w 32"/>
                    <a:gd name="T3" fmla="*/ 26 h 26"/>
                    <a:gd name="T4" fmla="*/ 0 w 32"/>
                    <a:gd name="T5" fmla="*/ 26 h 26"/>
                    <a:gd name="T6" fmla="*/ 16 w 32"/>
                    <a:gd name="T7" fmla="*/ 0 h 2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2" h="26">
                      <a:moveTo>
                        <a:pt x="16" y="0"/>
                      </a:moveTo>
                      <a:lnTo>
                        <a:pt x="32" y="26"/>
                      </a:lnTo>
                      <a:lnTo>
                        <a:pt x="0" y="26"/>
                      </a:lnTo>
                      <a:lnTo>
                        <a:pt x="16" y="0"/>
                      </a:lnTo>
                      <a:close/>
                    </a:path>
                  </a:pathLst>
                </a:custGeom>
                <a:solidFill>
                  <a:srgbClr val="FFFF00"/>
                </a:solidFill>
                <a:ln w="7938">
                  <a:solidFill>
                    <a:srgbClr val="FFCC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45" name="Freeform 1380">
                  <a:extLst>
                    <a:ext uri="{FF2B5EF4-FFF2-40B4-BE49-F238E27FC236}">
                      <a16:creationId xmlns:a16="http://schemas.microsoft.com/office/drawing/2014/main" id="{2A3C61E2-B11A-5ADA-5D85-CF7F220EF38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269" y="2750"/>
                  <a:ext cx="32" cy="26"/>
                </a:xfrm>
                <a:custGeom>
                  <a:avLst/>
                  <a:gdLst>
                    <a:gd name="T0" fmla="*/ 16 w 32"/>
                    <a:gd name="T1" fmla="*/ 0 h 26"/>
                    <a:gd name="T2" fmla="*/ 32 w 32"/>
                    <a:gd name="T3" fmla="*/ 26 h 26"/>
                    <a:gd name="T4" fmla="*/ 0 w 32"/>
                    <a:gd name="T5" fmla="*/ 26 h 26"/>
                    <a:gd name="T6" fmla="*/ 16 w 32"/>
                    <a:gd name="T7" fmla="*/ 0 h 2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2" h="26">
                      <a:moveTo>
                        <a:pt x="16" y="0"/>
                      </a:moveTo>
                      <a:lnTo>
                        <a:pt x="32" y="26"/>
                      </a:lnTo>
                      <a:lnTo>
                        <a:pt x="0" y="26"/>
                      </a:lnTo>
                      <a:lnTo>
                        <a:pt x="16" y="0"/>
                      </a:lnTo>
                      <a:close/>
                    </a:path>
                  </a:pathLst>
                </a:custGeom>
                <a:solidFill>
                  <a:srgbClr val="FFFF00"/>
                </a:solidFill>
                <a:ln w="7938">
                  <a:solidFill>
                    <a:srgbClr val="FFCC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46" name="Freeform 1381">
                  <a:extLst>
                    <a:ext uri="{FF2B5EF4-FFF2-40B4-BE49-F238E27FC236}">
                      <a16:creationId xmlns:a16="http://schemas.microsoft.com/office/drawing/2014/main" id="{E5988452-66C6-F6ED-2546-03C73BE732C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280" y="2750"/>
                  <a:ext cx="32" cy="26"/>
                </a:xfrm>
                <a:custGeom>
                  <a:avLst/>
                  <a:gdLst>
                    <a:gd name="T0" fmla="*/ 16 w 32"/>
                    <a:gd name="T1" fmla="*/ 0 h 26"/>
                    <a:gd name="T2" fmla="*/ 32 w 32"/>
                    <a:gd name="T3" fmla="*/ 26 h 26"/>
                    <a:gd name="T4" fmla="*/ 0 w 32"/>
                    <a:gd name="T5" fmla="*/ 26 h 26"/>
                    <a:gd name="T6" fmla="*/ 16 w 32"/>
                    <a:gd name="T7" fmla="*/ 0 h 2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2" h="26">
                      <a:moveTo>
                        <a:pt x="16" y="0"/>
                      </a:moveTo>
                      <a:lnTo>
                        <a:pt x="32" y="26"/>
                      </a:lnTo>
                      <a:lnTo>
                        <a:pt x="0" y="26"/>
                      </a:lnTo>
                      <a:lnTo>
                        <a:pt x="16" y="0"/>
                      </a:lnTo>
                      <a:close/>
                    </a:path>
                  </a:pathLst>
                </a:custGeom>
                <a:solidFill>
                  <a:srgbClr val="FFFF00"/>
                </a:solidFill>
                <a:ln w="7938">
                  <a:solidFill>
                    <a:srgbClr val="FFCC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47" name="Freeform 1382">
                  <a:extLst>
                    <a:ext uri="{FF2B5EF4-FFF2-40B4-BE49-F238E27FC236}">
                      <a16:creationId xmlns:a16="http://schemas.microsoft.com/office/drawing/2014/main" id="{4A659F6A-BB68-4881-B1EA-72137EDB0A3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285" y="2750"/>
                  <a:ext cx="32" cy="26"/>
                </a:xfrm>
                <a:custGeom>
                  <a:avLst/>
                  <a:gdLst>
                    <a:gd name="T0" fmla="*/ 16 w 32"/>
                    <a:gd name="T1" fmla="*/ 0 h 26"/>
                    <a:gd name="T2" fmla="*/ 32 w 32"/>
                    <a:gd name="T3" fmla="*/ 26 h 26"/>
                    <a:gd name="T4" fmla="*/ 0 w 32"/>
                    <a:gd name="T5" fmla="*/ 26 h 26"/>
                    <a:gd name="T6" fmla="*/ 16 w 32"/>
                    <a:gd name="T7" fmla="*/ 0 h 2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2" h="26">
                      <a:moveTo>
                        <a:pt x="16" y="0"/>
                      </a:moveTo>
                      <a:lnTo>
                        <a:pt x="32" y="26"/>
                      </a:lnTo>
                      <a:lnTo>
                        <a:pt x="0" y="26"/>
                      </a:lnTo>
                      <a:lnTo>
                        <a:pt x="16" y="0"/>
                      </a:lnTo>
                      <a:close/>
                    </a:path>
                  </a:pathLst>
                </a:custGeom>
                <a:solidFill>
                  <a:srgbClr val="FFFF00"/>
                </a:solidFill>
                <a:ln w="7938">
                  <a:solidFill>
                    <a:srgbClr val="FFCC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48" name="Freeform 1383">
                  <a:extLst>
                    <a:ext uri="{FF2B5EF4-FFF2-40B4-BE49-F238E27FC236}">
                      <a16:creationId xmlns:a16="http://schemas.microsoft.com/office/drawing/2014/main" id="{CD8B3E3D-68A7-9901-DBF2-2C515D4C9E9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290" y="2750"/>
                  <a:ext cx="32" cy="26"/>
                </a:xfrm>
                <a:custGeom>
                  <a:avLst/>
                  <a:gdLst>
                    <a:gd name="T0" fmla="*/ 16 w 32"/>
                    <a:gd name="T1" fmla="*/ 0 h 26"/>
                    <a:gd name="T2" fmla="*/ 32 w 32"/>
                    <a:gd name="T3" fmla="*/ 26 h 26"/>
                    <a:gd name="T4" fmla="*/ 0 w 32"/>
                    <a:gd name="T5" fmla="*/ 26 h 26"/>
                    <a:gd name="T6" fmla="*/ 16 w 32"/>
                    <a:gd name="T7" fmla="*/ 0 h 2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2" h="26">
                      <a:moveTo>
                        <a:pt x="16" y="0"/>
                      </a:moveTo>
                      <a:lnTo>
                        <a:pt x="32" y="26"/>
                      </a:lnTo>
                      <a:lnTo>
                        <a:pt x="0" y="26"/>
                      </a:lnTo>
                      <a:lnTo>
                        <a:pt x="16" y="0"/>
                      </a:lnTo>
                      <a:close/>
                    </a:path>
                  </a:pathLst>
                </a:custGeom>
                <a:solidFill>
                  <a:srgbClr val="FFFF00"/>
                </a:solidFill>
                <a:ln w="7938">
                  <a:solidFill>
                    <a:srgbClr val="FFCC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49" name="Freeform 1384">
                  <a:extLst>
                    <a:ext uri="{FF2B5EF4-FFF2-40B4-BE49-F238E27FC236}">
                      <a16:creationId xmlns:a16="http://schemas.microsoft.com/office/drawing/2014/main" id="{47854FCE-17FF-C227-E8A5-22AD56B5C0B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306" y="2750"/>
                  <a:ext cx="33" cy="26"/>
                </a:xfrm>
                <a:custGeom>
                  <a:avLst/>
                  <a:gdLst>
                    <a:gd name="T0" fmla="*/ 16 w 33"/>
                    <a:gd name="T1" fmla="*/ 0 h 26"/>
                    <a:gd name="T2" fmla="*/ 33 w 33"/>
                    <a:gd name="T3" fmla="*/ 26 h 26"/>
                    <a:gd name="T4" fmla="*/ 0 w 33"/>
                    <a:gd name="T5" fmla="*/ 26 h 26"/>
                    <a:gd name="T6" fmla="*/ 16 w 33"/>
                    <a:gd name="T7" fmla="*/ 0 h 2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3" h="26">
                      <a:moveTo>
                        <a:pt x="16" y="0"/>
                      </a:moveTo>
                      <a:lnTo>
                        <a:pt x="33" y="26"/>
                      </a:lnTo>
                      <a:lnTo>
                        <a:pt x="0" y="26"/>
                      </a:lnTo>
                      <a:lnTo>
                        <a:pt x="16" y="0"/>
                      </a:lnTo>
                      <a:close/>
                    </a:path>
                  </a:pathLst>
                </a:custGeom>
                <a:solidFill>
                  <a:srgbClr val="FFFF00"/>
                </a:solidFill>
                <a:ln w="7938">
                  <a:solidFill>
                    <a:srgbClr val="FFCC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50" name="Freeform 1385">
                  <a:extLst>
                    <a:ext uri="{FF2B5EF4-FFF2-40B4-BE49-F238E27FC236}">
                      <a16:creationId xmlns:a16="http://schemas.microsoft.com/office/drawing/2014/main" id="{0BEB18E8-CB2D-BB03-2BE6-AAFF77C3B25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317" y="2750"/>
                  <a:ext cx="32" cy="26"/>
                </a:xfrm>
                <a:custGeom>
                  <a:avLst/>
                  <a:gdLst>
                    <a:gd name="T0" fmla="*/ 16 w 32"/>
                    <a:gd name="T1" fmla="*/ 0 h 26"/>
                    <a:gd name="T2" fmla="*/ 32 w 32"/>
                    <a:gd name="T3" fmla="*/ 26 h 26"/>
                    <a:gd name="T4" fmla="*/ 0 w 32"/>
                    <a:gd name="T5" fmla="*/ 26 h 26"/>
                    <a:gd name="T6" fmla="*/ 16 w 32"/>
                    <a:gd name="T7" fmla="*/ 0 h 2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2" h="26">
                      <a:moveTo>
                        <a:pt x="16" y="0"/>
                      </a:moveTo>
                      <a:lnTo>
                        <a:pt x="32" y="26"/>
                      </a:lnTo>
                      <a:lnTo>
                        <a:pt x="0" y="26"/>
                      </a:lnTo>
                      <a:lnTo>
                        <a:pt x="16" y="0"/>
                      </a:lnTo>
                      <a:close/>
                    </a:path>
                  </a:pathLst>
                </a:custGeom>
                <a:solidFill>
                  <a:srgbClr val="FFFF00"/>
                </a:solidFill>
                <a:ln w="7938">
                  <a:solidFill>
                    <a:srgbClr val="FFCC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51" name="Freeform 1386">
                  <a:extLst>
                    <a:ext uri="{FF2B5EF4-FFF2-40B4-BE49-F238E27FC236}">
                      <a16:creationId xmlns:a16="http://schemas.microsoft.com/office/drawing/2014/main" id="{738BF074-7F22-ADBD-3770-A694F11C64C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344" y="2755"/>
                  <a:ext cx="32" cy="25"/>
                </a:xfrm>
                <a:custGeom>
                  <a:avLst/>
                  <a:gdLst>
                    <a:gd name="T0" fmla="*/ 16 w 32"/>
                    <a:gd name="T1" fmla="*/ 0 h 25"/>
                    <a:gd name="T2" fmla="*/ 32 w 32"/>
                    <a:gd name="T3" fmla="*/ 25 h 25"/>
                    <a:gd name="T4" fmla="*/ 0 w 32"/>
                    <a:gd name="T5" fmla="*/ 25 h 25"/>
                    <a:gd name="T6" fmla="*/ 16 w 32"/>
                    <a:gd name="T7" fmla="*/ 0 h 2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2" h="25">
                      <a:moveTo>
                        <a:pt x="16" y="0"/>
                      </a:moveTo>
                      <a:lnTo>
                        <a:pt x="32" y="25"/>
                      </a:lnTo>
                      <a:lnTo>
                        <a:pt x="0" y="25"/>
                      </a:lnTo>
                      <a:lnTo>
                        <a:pt x="16" y="0"/>
                      </a:lnTo>
                      <a:close/>
                    </a:path>
                  </a:pathLst>
                </a:custGeom>
                <a:solidFill>
                  <a:srgbClr val="FFFF00"/>
                </a:solidFill>
                <a:ln w="7938">
                  <a:solidFill>
                    <a:srgbClr val="FFCC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52" name="Freeform 1387">
                  <a:extLst>
                    <a:ext uri="{FF2B5EF4-FFF2-40B4-BE49-F238E27FC236}">
                      <a16:creationId xmlns:a16="http://schemas.microsoft.com/office/drawing/2014/main" id="{708822FF-2A75-0E53-4411-16AA9195525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355" y="2750"/>
                  <a:ext cx="32" cy="26"/>
                </a:xfrm>
                <a:custGeom>
                  <a:avLst/>
                  <a:gdLst>
                    <a:gd name="T0" fmla="*/ 16 w 32"/>
                    <a:gd name="T1" fmla="*/ 0 h 26"/>
                    <a:gd name="T2" fmla="*/ 32 w 32"/>
                    <a:gd name="T3" fmla="*/ 26 h 26"/>
                    <a:gd name="T4" fmla="*/ 0 w 32"/>
                    <a:gd name="T5" fmla="*/ 26 h 26"/>
                    <a:gd name="T6" fmla="*/ 16 w 32"/>
                    <a:gd name="T7" fmla="*/ 0 h 2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2" h="26">
                      <a:moveTo>
                        <a:pt x="16" y="0"/>
                      </a:moveTo>
                      <a:lnTo>
                        <a:pt x="32" y="26"/>
                      </a:lnTo>
                      <a:lnTo>
                        <a:pt x="0" y="26"/>
                      </a:lnTo>
                      <a:lnTo>
                        <a:pt x="16" y="0"/>
                      </a:lnTo>
                      <a:close/>
                    </a:path>
                  </a:pathLst>
                </a:custGeom>
                <a:solidFill>
                  <a:srgbClr val="FFFF00"/>
                </a:solidFill>
                <a:ln w="7938">
                  <a:solidFill>
                    <a:srgbClr val="FFCC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53" name="Freeform 1388">
                  <a:extLst>
                    <a:ext uri="{FF2B5EF4-FFF2-40B4-BE49-F238E27FC236}">
                      <a16:creationId xmlns:a16="http://schemas.microsoft.com/office/drawing/2014/main" id="{DEDF97A1-68C3-1036-3D28-4E567D72D4D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365" y="2750"/>
                  <a:ext cx="33" cy="26"/>
                </a:xfrm>
                <a:custGeom>
                  <a:avLst/>
                  <a:gdLst>
                    <a:gd name="T0" fmla="*/ 16 w 33"/>
                    <a:gd name="T1" fmla="*/ 0 h 26"/>
                    <a:gd name="T2" fmla="*/ 33 w 33"/>
                    <a:gd name="T3" fmla="*/ 26 h 26"/>
                    <a:gd name="T4" fmla="*/ 0 w 33"/>
                    <a:gd name="T5" fmla="*/ 26 h 26"/>
                    <a:gd name="T6" fmla="*/ 16 w 33"/>
                    <a:gd name="T7" fmla="*/ 0 h 2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3" h="26">
                      <a:moveTo>
                        <a:pt x="16" y="0"/>
                      </a:moveTo>
                      <a:lnTo>
                        <a:pt x="33" y="26"/>
                      </a:lnTo>
                      <a:lnTo>
                        <a:pt x="0" y="26"/>
                      </a:lnTo>
                      <a:lnTo>
                        <a:pt x="16" y="0"/>
                      </a:lnTo>
                      <a:close/>
                    </a:path>
                  </a:pathLst>
                </a:custGeom>
                <a:solidFill>
                  <a:srgbClr val="FFFF00"/>
                </a:solidFill>
                <a:ln w="7938">
                  <a:solidFill>
                    <a:srgbClr val="FFCC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54" name="Freeform 1389">
                  <a:extLst>
                    <a:ext uri="{FF2B5EF4-FFF2-40B4-BE49-F238E27FC236}">
                      <a16:creationId xmlns:a16="http://schemas.microsoft.com/office/drawing/2014/main" id="{8B1344F3-01F9-1A9C-9045-8D680D1CB0E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381" y="2750"/>
                  <a:ext cx="33" cy="26"/>
                </a:xfrm>
                <a:custGeom>
                  <a:avLst/>
                  <a:gdLst>
                    <a:gd name="T0" fmla="*/ 17 w 33"/>
                    <a:gd name="T1" fmla="*/ 0 h 26"/>
                    <a:gd name="T2" fmla="*/ 33 w 33"/>
                    <a:gd name="T3" fmla="*/ 26 h 26"/>
                    <a:gd name="T4" fmla="*/ 0 w 33"/>
                    <a:gd name="T5" fmla="*/ 26 h 26"/>
                    <a:gd name="T6" fmla="*/ 17 w 33"/>
                    <a:gd name="T7" fmla="*/ 0 h 2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3" h="26">
                      <a:moveTo>
                        <a:pt x="17" y="0"/>
                      </a:moveTo>
                      <a:lnTo>
                        <a:pt x="33" y="26"/>
                      </a:lnTo>
                      <a:lnTo>
                        <a:pt x="0" y="26"/>
                      </a:lnTo>
                      <a:lnTo>
                        <a:pt x="17" y="0"/>
                      </a:lnTo>
                      <a:close/>
                    </a:path>
                  </a:pathLst>
                </a:custGeom>
                <a:solidFill>
                  <a:srgbClr val="FFFF00"/>
                </a:solidFill>
                <a:ln w="7938">
                  <a:solidFill>
                    <a:srgbClr val="FFCC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55" name="Freeform 1390">
                  <a:extLst>
                    <a:ext uri="{FF2B5EF4-FFF2-40B4-BE49-F238E27FC236}">
                      <a16:creationId xmlns:a16="http://schemas.microsoft.com/office/drawing/2014/main" id="{D6FD78F9-0527-C297-0E35-01FF6E26335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392" y="2750"/>
                  <a:ext cx="32" cy="26"/>
                </a:xfrm>
                <a:custGeom>
                  <a:avLst/>
                  <a:gdLst>
                    <a:gd name="T0" fmla="*/ 16 w 32"/>
                    <a:gd name="T1" fmla="*/ 0 h 26"/>
                    <a:gd name="T2" fmla="*/ 32 w 32"/>
                    <a:gd name="T3" fmla="*/ 26 h 26"/>
                    <a:gd name="T4" fmla="*/ 0 w 32"/>
                    <a:gd name="T5" fmla="*/ 26 h 26"/>
                    <a:gd name="T6" fmla="*/ 16 w 32"/>
                    <a:gd name="T7" fmla="*/ 0 h 2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2" h="26">
                      <a:moveTo>
                        <a:pt x="16" y="0"/>
                      </a:moveTo>
                      <a:lnTo>
                        <a:pt x="32" y="26"/>
                      </a:lnTo>
                      <a:lnTo>
                        <a:pt x="0" y="26"/>
                      </a:lnTo>
                      <a:lnTo>
                        <a:pt x="16" y="0"/>
                      </a:lnTo>
                      <a:close/>
                    </a:path>
                  </a:pathLst>
                </a:custGeom>
                <a:solidFill>
                  <a:srgbClr val="FFFF00"/>
                </a:solidFill>
                <a:ln w="7938">
                  <a:solidFill>
                    <a:srgbClr val="FFCC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56" name="Freeform 1391">
                  <a:extLst>
                    <a:ext uri="{FF2B5EF4-FFF2-40B4-BE49-F238E27FC236}">
                      <a16:creationId xmlns:a16="http://schemas.microsoft.com/office/drawing/2014/main" id="{EC38AB46-E9A7-0789-89B7-2AA5F34F5AE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403" y="2750"/>
                  <a:ext cx="32" cy="26"/>
                </a:xfrm>
                <a:custGeom>
                  <a:avLst/>
                  <a:gdLst>
                    <a:gd name="T0" fmla="*/ 16 w 32"/>
                    <a:gd name="T1" fmla="*/ 0 h 26"/>
                    <a:gd name="T2" fmla="*/ 32 w 32"/>
                    <a:gd name="T3" fmla="*/ 26 h 26"/>
                    <a:gd name="T4" fmla="*/ 0 w 32"/>
                    <a:gd name="T5" fmla="*/ 26 h 26"/>
                    <a:gd name="T6" fmla="*/ 16 w 32"/>
                    <a:gd name="T7" fmla="*/ 0 h 2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2" h="26">
                      <a:moveTo>
                        <a:pt x="16" y="0"/>
                      </a:moveTo>
                      <a:lnTo>
                        <a:pt x="32" y="26"/>
                      </a:lnTo>
                      <a:lnTo>
                        <a:pt x="0" y="26"/>
                      </a:lnTo>
                      <a:lnTo>
                        <a:pt x="16" y="0"/>
                      </a:lnTo>
                      <a:close/>
                    </a:path>
                  </a:pathLst>
                </a:custGeom>
                <a:solidFill>
                  <a:srgbClr val="FFFF00"/>
                </a:solidFill>
                <a:ln w="7938">
                  <a:solidFill>
                    <a:srgbClr val="FFCC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57" name="Freeform 1392">
                  <a:extLst>
                    <a:ext uri="{FF2B5EF4-FFF2-40B4-BE49-F238E27FC236}">
                      <a16:creationId xmlns:a16="http://schemas.microsoft.com/office/drawing/2014/main" id="{3DF78AF2-406B-C1DA-C401-8B25736879A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419" y="2750"/>
                  <a:ext cx="32" cy="26"/>
                </a:xfrm>
                <a:custGeom>
                  <a:avLst/>
                  <a:gdLst>
                    <a:gd name="T0" fmla="*/ 16 w 32"/>
                    <a:gd name="T1" fmla="*/ 0 h 26"/>
                    <a:gd name="T2" fmla="*/ 32 w 32"/>
                    <a:gd name="T3" fmla="*/ 26 h 26"/>
                    <a:gd name="T4" fmla="*/ 0 w 32"/>
                    <a:gd name="T5" fmla="*/ 26 h 26"/>
                    <a:gd name="T6" fmla="*/ 16 w 32"/>
                    <a:gd name="T7" fmla="*/ 0 h 2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2" h="26">
                      <a:moveTo>
                        <a:pt x="16" y="0"/>
                      </a:moveTo>
                      <a:lnTo>
                        <a:pt x="32" y="26"/>
                      </a:lnTo>
                      <a:lnTo>
                        <a:pt x="0" y="26"/>
                      </a:lnTo>
                      <a:lnTo>
                        <a:pt x="16" y="0"/>
                      </a:lnTo>
                      <a:close/>
                    </a:path>
                  </a:pathLst>
                </a:custGeom>
                <a:solidFill>
                  <a:srgbClr val="FFFF00"/>
                </a:solidFill>
                <a:ln w="7938">
                  <a:solidFill>
                    <a:srgbClr val="FFCC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58" name="Freeform 1393">
                  <a:extLst>
                    <a:ext uri="{FF2B5EF4-FFF2-40B4-BE49-F238E27FC236}">
                      <a16:creationId xmlns:a16="http://schemas.microsoft.com/office/drawing/2014/main" id="{8B1DFFBE-1D41-0DFE-E8F9-9AB0DCFBF24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430" y="2750"/>
                  <a:ext cx="32" cy="26"/>
                </a:xfrm>
                <a:custGeom>
                  <a:avLst/>
                  <a:gdLst>
                    <a:gd name="T0" fmla="*/ 16 w 32"/>
                    <a:gd name="T1" fmla="*/ 0 h 26"/>
                    <a:gd name="T2" fmla="*/ 32 w 32"/>
                    <a:gd name="T3" fmla="*/ 26 h 26"/>
                    <a:gd name="T4" fmla="*/ 0 w 32"/>
                    <a:gd name="T5" fmla="*/ 26 h 26"/>
                    <a:gd name="T6" fmla="*/ 16 w 32"/>
                    <a:gd name="T7" fmla="*/ 0 h 2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2" h="26">
                      <a:moveTo>
                        <a:pt x="16" y="0"/>
                      </a:moveTo>
                      <a:lnTo>
                        <a:pt x="32" y="26"/>
                      </a:lnTo>
                      <a:lnTo>
                        <a:pt x="0" y="26"/>
                      </a:lnTo>
                      <a:lnTo>
                        <a:pt x="16" y="0"/>
                      </a:lnTo>
                      <a:close/>
                    </a:path>
                  </a:pathLst>
                </a:custGeom>
                <a:solidFill>
                  <a:srgbClr val="FFFF00"/>
                </a:solidFill>
                <a:ln w="7938">
                  <a:solidFill>
                    <a:srgbClr val="FFCC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59" name="Freeform 1394">
                  <a:extLst>
                    <a:ext uri="{FF2B5EF4-FFF2-40B4-BE49-F238E27FC236}">
                      <a16:creationId xmlns:a16="http://schemas.microsoft.com/office/drawing/2014/main" id="{5639FDDC-3503-06C0-5586-56B743D4F52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435" y="2750"/>
                  <a:ext cx="32" cy="26"/>
                </a:xfrm>
                <a:custGeom>
                  <a:avLst/>
                  <a:gdLst>
                    <a:gd name="T0" fmla="*/ 16 w 32"/>
                    <a:gd name="T1" fmla="*/ 0 h 26"/>
                    <a:gd name="T2" fmla="*/ 32 w 32"/>
                    <a:gd name="T3" fmla="*/ 26 h 26"/>
                    <a:gd name="T4" fmla="*/ 0 w 32"/>
                    <a:gd name="T5" fmla="*/ 26 h 26"/>
                    <a:gd name="T6" fmla="*/ 16 w 32"/>
                    <a:gd name="T7" fmla="*/ 0 h 2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2" h="26">
                      <a:moveTo>
                        <a:pt x="16" y="0"/>
                      </a:moveTo>
                      <a:lnTo>
                        <a:pt x="32" y="26"/>
                      </a:lnTo>
                      <a:lnTo>
                        <a:pt x="0" y="26"/>
                      </a:lnTo>
                      <a:lnTo>
                        <a:pt x="16" y="0"/>
                      </a:lnTo>
                      <a:close/>
                    </a:path>
                  </a:pathLst>
                </a:custGeom>
                <a:solidFill>
                  <a:srgbClr val="FFFF00"/>
                </a:solidFill>
                <a:ln w="7938">
                  <a:solidFill>
                    <a:srgbClr val="FFCC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60" name="Freeform 1395">
                  <a:extLst>
                    <a:ext uri="{FF2B5EF4-FFF2-40B4-BE49-F238E27FC236}">
                      <a16:creationId xmlns:a16="http://schemas.microsoft.com/office/drawing/2014/main" id="{D4992C0D-3B0E-49BA-73AD-2E0C941C80D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440" y="2750"/>
                  <a:ext cx="33" cy="26"/>
                </a:xfrm>
                <a:custGeom>
                  <a:avLst/>
                  <a:gdLst>
                    <a:gd name="T0" fmla="*/ 17 w 33"/>
                    <a:gd name="T1" fmla="*/ 0 h 26"/>
                    <a:gd name="T2" fmla="*/ 33 w 33"/>
                    <a:gd name="T3" fmla="*/ 26 h 26"/>
                    <a:gd name="T4" fmla="*/ 0 w 33"/>
                    <a:gd name="T5" fmla="*/ 26 h 26"/>
                    <a:gd name="T6" fmla="*/ 17 w 33"/>
                    <a:gd name="T7" fmla="*/ 0 h 2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3" h="26">
                      <a:moveTo>
                        <a:pt x="17" y="0"/>
                      </a:moveTo>
                      <a:lnTo>
                        <a:pt x="33" y="26"/>
                      </a:lnTo>
                      <a:lnTo>
                        <a:pt x="0" y="26"/>
                      </a:lnTo>
                      <a:lnTo>
                        <a:pt x="17" y="0"/>
                      </a:lnTo>
                      <a:close/>
                    </a:path>
                  </a:pathLst>
                </a:custGeom>
                <a:solidFill>
                  <a:srgbClr val="FFFF00"/>
                </a:solidFill>
                <a:ln w="7938">
                  <a:solidFill>
                    <a:srgbClr val="FFCC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61" name="Freeform 1396">
                  <a:extLst>
                    <a:ext uri="{FF2B5EF4-FFF2-40B4-BE49-F238E27FC236}">
                      <a16:creationId xmlns:a16="http://schemas.microsoft.com/office/drawing/2014/main" id="{CA8FB929-1F73-BD99-317C-8F8D134A9B1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457" y="2750"/>
                  <a:ext cx="32" cy="26"/>
                </a:xfrm>
                <a:custGeom>
                  <a:avLst/>
                  <a:gdLst>
                    <a:gd name="T0" fmla="*/ 16 w 32"/>
                    <a:gd name="T1" fmla="*/ 0 h 26"/>
                    <a:gd name="T2" fmla="*/ 32 w 32"/>
                    <a:gd name="T3" fmla="*/ 26 h 26"/>
                    <a:gd name="T4" fmla="*/ 0 w 32"/>
                    <a:gd name="T5" fmla="*/ 26 h 26"/>
                    <a:gd name="T6" fmla="*/ 16 w 32"/>
                    <a:gd name="T7" fmla="*/ 0 h 2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2" h="26">
                      <a:moveTo>
                        <a:pt x="16" y="0"/>
                      </a:moveTo>
                      <a:lnTo>
                        <a:pt x="32" y="26"/>
                      </a:lnTo>
                      <a:lnTo>
                        <a:pt x="0" y="26"/>
                      </a:lnTo>
                      <a:lnTo>
                        <a:pt x="16" y="0"/>
                      </a:lnTo>
                      <a:close/>
                    </a:path>
                  </a:pathLst>
                </a:custGeom>
                <a:solidFill>
                  <a:srgbClr val="FFFF00"/>
                </a:solidFill>
                <a:ln w="7938">
                  <a:solidFill>
                    <a:srgbClr val="FFCC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62" name="Freeform 1397">
                  <a:extLst>
                    <a:ext uri="{FF2B5EF4-FFF2-40B4-BE49-F238E27FC236}">
                      <a16:creationId xmlns:a16="http://schemas.microsoft.com/office/drawing/2014/main" id="{57E16FD1-E854-64D4-F777-6BA30AD8DCF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467" y="2750"/>
                  <a:ext cx="32" cy="26"/>
                </a:xfrm>
                <a:custGeom>
                  <a:avLst/>
                  <a:gdLst>
                    <a:gd name="T0" fmla="*/ 16 w 32"/>
                    <a:gd name="T1" fmla="*/ 0 h 26"/>
                    <a:gd name="T2" fmla="*/ 32 w 32"/>
                    <a:gd name="T3" fmla="*/ 26 h 26"/>
                    <a:gd name="T4" fmla="*/ 0 w 32"/>
                    <a:gd name="T5" fmla="*/ 26 h 26"/>
                    <a:gd name="T6" fmla="*/ 16 w 32"/>
                    <a:gd name="T7" fmla="*/ 0 h 2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2" h="26">
                      <a:moveTo>
                        <a:pt x="16" y="0"/>
                      </a:moveTo>
                      <a:lnTo>
                        <a:pt x="32" y="26"/>
                      </a:lnTo>
                      <a:lnTo>
                        <a:pt x="0" y="26"/>
                      </a:lnTo>
                      <a:lnTo>
                        <a:pt x="16" y="0"/>
                      </a:lnTo>
                      <a:close/>
                    </a:path>
                  </a:pathLst>
                </a:custGeom>
                <a:solidFill>
                  <a:srgbClr val="FFFF00"/>
                </a:solidFill>
                <a:ln w="7938">
                  <a:solidFill>
                    <a:srgbClr val="FFCC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63" name="Freeform 1398">
                  <a:extLst>
                    <a:ext uri="{FF2B5EF4-FFF2-40B4-BE49-F238E27FC236}">
                      <a16:creationId xmlns:a16="http://schemas.microsoft.com/office/drawing/2014/main" id="{FFE0DAB9-B580-355D-F2EF-61D5DEDAA3D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494" y="2750"/>
                  <a:ext cx="32" cy="26"/>
                </a:xfrm>
                <a:custGeom>
                  <a:avLst/>
                  <a:gdLst>
                    <a:gd name="T0" fmla="*/ 16 w 32"/>
                    <a:gd name="T1" fmla="*/ 0 h 26"/>
                    <a:gd name="T2" fmla="*/ 32 w 32"/>
                    <a:gd name="T3" fmla="*/ 26 h 26"/>
                    <a:gd name="T4" fmla="*/ 0 w 32"/>
                    <a:gd name="T5" fmla="*/ 26 h 26"/>
                    <a:gd name="T6" fmla="*/ 16 w 32"/>
                    <a:gd name="T7" fmla="*/ 0 h 2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2" h="26">
                      <a:moveTo>
                        <a:pt x="16" y="0"/>
                      </a:moveTo>
                      <a:lnTo>
                        <a:pt x="32" y="26"/>
                      </a:lnTo>
                      <a:lnTo>
                        <a:pt x="0" y="26"/>
                      </a:lnTo>
                      <a:lnTo>
                        <a:pt x="16" y="0"/>
                      </a:lnTo>
                      <a:close/>
                    </a:path>
                  </a:pathLst>
                </a:custGeom>
                <a:solidFill>
                  <a:srgbClr val="FFFF00"/>
                </a:solidFill>
                <a:ln w="7938">
                  <a:solidFill>
                    <a:srgbClr val="FFCC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64" name="Freeform 1399">
                  <a:extLst>
                    <a:ext uri="{FF2B5EF4-FFF2-40B4-BE49-F238E27FC236}">
                      <a16:creationId xmlns:a16="http://schemas.microsoft.com/office/drawing/2014/main" id="{0A4C480B-F861-9B46-5455-7C16588BCB0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516" y="2750"/>
                  <a:ext cx="32" cy="26"/>
                </a:xfrm>
                <a:custGeom>
                  <a:avLst/>
                  <a:gdLst>
                    <a:gd name="T0" fmla="*/ 16 w 32"/>
                    <a:gd name="T1" fmla="*/ 0 h 26"/>
                    <a:gd name="T2" fmla="*/ 32 w 32"/>
                    <a:gd name="T3" fmla="*/ 26 h 26"/>
                    <a:gd name="T4" fmla="*/ 0 w 32"/>
                    <a:gd name="T5" fmla="*/ 26 h 26"/>
                    <a:gd name="T6" fmla="*/ 16 w 32"/>
                    <a:gd name="T7" fmla="*/ 0 h 2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2" h="26">
                      <a:moveTo>
                        <a:pt x="16" y="0"/>
                      </a:moveTo>
                      <a:lnTo>
                        <a:pt x="32" y="26"/>
                      </a:lnTo>
                      <a:lnTo>
                        <a:pt x="0" y="26"/>
                      </a:lnTo>
                      <a:lnTo>
                        <a:pt x="16" y="0"/>
                      </a:lnTo>
                      <a:close/>
                    </a:path>
                  </a:pathLst>
                </a:custGeom>
                <a:solidFill>
                  <a:srgbClr val="FFFF00"/>
                </a:solidFill>
                <a:ln w="7938">
                  <a:solidFill>
                    <a:srgbClr val="FFCC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65" name="Freeform 1400">
                  <a:extLst>
                    <a:ext uri="{FF2B5EF4-FFF2-40B4-BE49-F238E27FC236}">
                      <a16:creationId xmlns:a16="http://schemas.microsoft.com/office/drawing/2014/main" id="{513C7DB4-3610-1FCE-E767-D6FF3E61910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542" y="2506"/>
                  <a:ext cx="33" cy="26"/>
                </a:xfrm>
                <a:custGeom>
                  <a:avLst/>
                  <a:gdLst>
                    <a:gd name="T0" fmla="*/ 17 w 33"/>
                    <a:gd name="T1" fmla="*/ 0 h 26"/>
                    <a:gd name="T2" fmla="*/ 33 w 33"/>
                    <a:gd name="T3" fmla="*/ 26 h 26"/>
                    <a:gd name="T4" fmla="*/ 0 w 33"/>
                    <a:gd name="T5" fmla="*/ 26 h 26"/>
                    <a:gd name="T6" fmla="*/ 17 w 33"/>
                    <a:gd name="T7" fmla="*/ 0 h 2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3" h="26">
                      <a:moveTo>
                        <a:pt x="17" y="0"/>
                      </a:moveTo>
                      <a:lnTo>
                        <a:pt x="33" y="26"/>
                      </a:lnTo>
                      <a:lnTo>
                        <a:pt x="0" y="26"/>
                      </a:lnTo>
                      <a:lnTo>
                        <a:pt x="17" y="0"/>
                      </a:lnTo>
                      <a:close/>
                    </a:path>
                  </a:pathLst>
                </a:custGeom>
                <a:solidFill>
                  <a:srgbClr val="FFFF00"/>
                </a:solidFill>
                <a:ln w="7938">
                  <a:solidFill>
                    <a:srgbClr val="FFCC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66" name="Freeform 1401">
                  <a:extLst>
                    <a:ext uri="{FF2B5EF4-FFF2-40B4-BE49-F238E27FC236}">
                      <a16:creationId xmlns:a16="http://schemas.microsoft.com/office/drawing/2014/main" id="{BAA7B0FE-6963-8E9E-D4D9-403CA98F719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553" y="2511"/>
                  <a:ext cx="32" cy="25"/>
                </a:xfrm>
                <a:custGeom>
                  <a:avLst/>
                  <a:gdLst>
                    <a:gd name="T0" fmla="*/ 16 w 32"/>
                    <a:gd name="T1" fmla="*/ 0 h 25"/>
                    <a:gd name="T2" fmla="*/ 32 w 32"/>
                    <a:gd name="T3" fmla="*/ 25 h 25"/>
                    <a:gd name="T4" fmla="*/ 0 w 32"/>
                    <a:gd name="T5" fmla="*/ 25 h 25"/>
                    <a:gd name="T6" fmla="*/ 16 w 32"/>
                    <a:gd name="T7" fmla="*/ 0 h 2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2" h="25">
                      <a:moveTo>
                        <a:pt x="16" y="0"/>
                      </a:moveTo>
                      <a:lnTo>
                        <a:pt x="32" y="25"/>
                      </a:lnTo>
                      <a:lnTo>
                        <a:pt x="0" y="25"/>
                      </a:lnTo>
                      <a:lnTo>
                        <a:pt x="16" y="0"/>
                      </a:lnTo>
                      <a:close/>
                    </a:path>
                  </a:pathLst>
                </a:custGeom>
                <a:solidFill>
                  <a:srgbClr val="FFFF00"/>
                </a:solidFill>
                <a:ln w="7938">
                  <a:solidFill>
                    <a:srgbClr val="FFCC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67" name="Freeform 1402">
                  <a:extLst>
                    <a:ext uri="{FF2B5EF4-FFF2-40B4-BE49-F238E27FC236}">
                      <a16:creationId xmlns:a16="http://schemas.microsoft.com/office/drawing/2014/main" id="{D525F32A-FAEE-EA5B-FCC1-D6A684DF6D7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564" y="2511"/>
                  <a:ext cx="32" cy="25"/>
                </a:xfrm>
                <a:custGeom>
                  <a:avLst/>
                  <a:gdLst>
                    <a:gd name="T0" fmla="*/ 16 w 32"/>
                    <a:gd name="T1" fmla="*/ 0 h 25"/>
                    <a:gd name="T2" fmla="*/ 32 w 32"/>
                    <a:gd name="T3" fmla="*/ 25 h 25"/>
                    <a:gd name="T4" fmla="*/ 0 w 32"/>
                    <a:gd name="T5" fmla="*/ 25 h 25"/>
                    <a:gd name="T6" fmla="*/ 16 w 32"/>
                    <a:gd name="T7" fmla="*/ 0 h 2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2" h="25">
                      <a:moveTo>
                        <a:pt x="16" y="0"/>
                      </a:moveTo>
                      <a:lnTo>
                        <a:pt x="32" y="25"/>
                      </a:lnTo>
                      <a:lnTo>
                        <a:pt x="0" y="25"/>
                      </a:lnTo>
                      <a:lnTo>
                        <a:pt x="16" y="0"/>
                      </a:lnTo>
                      <a:close/>
                    </a:path>
                  </a:pathLst>
                </a:custGeom>
                <a:solidFill>
                  <a:srgbClr val="FFFF00"/>
                </a:solidFill>
                <a:ln w="7938">
                  <a:solidFill>
                    <a:srgbClr val="FFCC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68" name="Freeform 1403">
                  <a:extLst>
                    <a:ext uri="{FF2B5EF4-FFF2-40B4-BE49-F238E27FC236}">
                      <a16:creationId xmlns:a16="http://schemas.microsoft.com/office/drawing/2014/main" id="{2729C0F4-2961-63F9-0447-7AD9A7B614C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580" y="2515"/>
                  <a:ext cx="32" cy="26"/>
                </a:xfrm>
                <a:custGeom>
                  <a:avLst/>
                  <a:gdLst>
                    <a:gd name="T0" fmla="*/ 16 w 32"/>
                    <a:gd name="T1" fmla="*/ 0 h 26"/>
                    <a:gd name="T2" fmla="*/ 32 w 32"/>
                    <a:gd name="T3" fmla="*/ 26 h 26"/>
                    <a:gd name="T4" fmla="*/ 0 w 32"/>
                    <a:gd name="T5" fmla="*/ 26 h 26"/>
                    <a:gd name="T6" fmla="*/ 16 w 32"/>
                    <a:gd name="T7" fmla="*/ 0 h 2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2" h="26">
                      <a:moveTo>
                        <a:pt x="16" y="0"/>
                      </a:moveTo>
                      <a:lnTo>
                        <a:pt x="32" y="26"/>
                      </a:lnTo>
                      <a:lnTo>
                        <a:pt x="0" y="26"/>
                      </a:lnTo>
                      <a:lnTo>
                        <a:pt x="16" y="0"/>
                      </a:lnTo>
                      <a:close/>
                    </a:path>
                  </a:pathLst>
                </a:custGeom>
                <a:solidFill>
                  <a:srgbClr val="FFFF00"/>
                </a:solidFill>
                <a:ln w="7938">
                  <a:solidFill>
                    <a:srgbClr val="FFCC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69" name="Freeform 1404">
                  <a:extLst>
                    <a:ext uri="{FF2B5EF4-FFF2-40B4-BE49-F238E27FC236}">
                      <a16:creationId xmlns:a16="http://schemas.microsoft.com/office/drawing/2014/main" id="{17AE9853-CE20-130D-A3E8-114334DE48D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585" y="2515"/>
                  <a:ext cx="33" cy="26"/>
                </a:xfrm>
                <a:custGeom>
                  <a:avLst/>
                  <a:gdLst>
                    <a:gd name="T0" fmla="*/ 16 w 33"/>
                    <a:gd name="T1" fmla="*/ 0 h 26"/>
                    <a:gd name="T2" fmla="*/ 33 w 33"/>
                    <a:gd name="T3" fmla="*/ 26 h 26"/>
                    <a:gd name="T4" fmla="*/ 0 w 33"/>
                    <a:gd name="T5" fmla="*/ 26 h 26"/>
                    <a:gd name="T6" fmla="*/ 16 w 33"/>
                    <a:gd name="T7" fmla="*/ 0 h 2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3" h="26">
                      <a:moveTo>
                        <a:pt x="16" y="0"/>
                      </a:moveTo>
                      <a:lnTo>
                        <a:pt x="33" y="26"/>
                      </a:lnTo>
                      <a:lnTo>
                        <a:pt x="0" y="26"/>
                      </a:lnTo>
                      <a:lnTo>
                        <a:pt x="16" y="0"/>
                      </a:lnTo>
                      <a:close/>
                    </a:path>
                  </a:pathLst>
                </a:custGeom>
                <a:solidFill>
                  <a:srgbClr val="FFFF00"/>
                </a:solidFill>
                <a:ln w="7938">
                  <a:solidFill>
                    <a:srgbClr val="FFCC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70" name="Freeform 1405">
                  <a:extLst>
                    <a:ext uri="{FF2B5EF4-FFF2-40B4-BE49-F238E27FC236}">
                      <a16:creationId xmlns:a16="http://schemas.microsoft.com/office/drawing/2014/main" id="{49FB5A00-FB86-0ACC-6064-85AE930FB58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591" y="2515"/>
                  <a:ext cx="32" cy="26"/>
                </a:xfrm>
                <a:custGeom>
                  <a:avLst/>
                  <a:gdLst>
                    <a:gd name="T0" fmla="*/ 16 w 32"/>
                    <a:gd name="T1" fmla="*/ 0 h 26"/>
                    <a:gd name="T2" fmla="*/ 32 w 32"/>
                    <a:gd name="T3" fmla="*/ 26 h 26"/>
                    <a:gd name="T4" fmla="*/ 0 w 32"/>
                    <a:gd name="T5" fmla="*/ 26 h 26"/>
                    <a:gd name="T6" fmla="*/ 16 w 32"/>
                    <a:gd name="T7" fmla="*/ 0 h 2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2" h="26">
                      <a:moveTo>
                        <a:pt x="16" y="0"/>
                      </a:moveTo>
                      <a:lnTo>
                        <a:pt x="32" y="26"/>
                      </a:lnTo>
                      <a:lnTo>
                        <a:pt x="0" y="26"/>
                      </a:lnTo>
                      <a:lnTo>
                        <a:pt x="16" y="0"/>
                      </a:lnTo>
                      <a:close/>
                    </a:path>
                  </a:pathLst>
                </a:custGeom>
                <a:solidFill>
                  <a:srgbClr val="FFFF00"/>
                </a:solidFill>
                <a:ln w="7938">
                  <a:solidFill>
                    <a:srgbClr val="FFCC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71" name="Freeform 1406">
                  <a:extLst>
                    <a:ext uri="{FF2B5EF4-FFF2-40B4-BE49-F238E27FC236}">
                      <a16:creationId xmlns:a16="http://schemas.microsoft.com/office/drawing/2014/main" id="{C1405503-1803-2D19-B9F7-7F1BA792DC3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601" y="2515"/>
                  <a:ext cx="33" cy="26"/>
                </a:xfrm>
                <a:custGeom>
                  <a:avLst/>
                  <a:gdLst>
                    <a:gd name="T0" fmla="*/ 17 w 33"/>
                    <a:gd name="T1" fmla="*/ 0 h 26"/>
                    <a:gd name="T2" fmla="*/ 33 w 33"/>
                    <a:gd name="T3" fmla="*/ 26 h 26"/>
                    <a:gd name="T4" fmla="*/ 0 w 33"/>
                    <a:gd name="T5" fmla="*/ 26 h 26"/>
                    <a:gd name="T6" fmla="*/ 17 w 33"/>
                    <a:gd name="T7" fmla="*/ 0 h 2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3" h="26">
                      <a:moveTo>
                        <a:pt x="17" y="0"/>
                      </a:moveTo>
                      <a:lnTo>
                        <a:pt x="33" y="26"/>
                      </a:lnTo>
                      <a:lnTo>
                        <a:pt x="0" y="26"/>
                      </a:lnTo>
                      <a:lnTo>
                        <a:pt x="17" y="0"/>
                      </a:lnTo>
                      <a:close/>
                    </a:path>
                  </a:pathLst>
                </a:custGeom>
                <a:solidFill>
                  <a:srgbClr val="FFFF00"/>
                </a:solidFill>
                <a:ln w="7938">
                  <a:solidFill>
                    <a:srgbClr val="FFCC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72" name="Freeform 1407">
                  <a:extLst>
                    <a:ext uri="{FF2B5EF4-FFF2-40B4-BE49-F238E27FC236}">
                      <a16:creationId xmlns:a16="http://schemas.microsoft.com/office/drawing/2014/main" id="{CE5144AF-15A1-4A39-B0A6-605012F946C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618" y="2515"/>
                  <a:ext cx="32" cy="26"/>
                </a:xfrm>
                <a:custGeom>
                  <a:avLst/>
                  <a:gdLst>
                    <a:gd name="T0" fmla="*/ 16 w 32"/>
                    <a:gd name="T1" fmla="*/ 0 h 26"/>
                    <a:gd name="T2" fmla="*/ 32 w 32"/>
                    <a:gd name="T3" fmla="*/ 26 h 26"/>
                    <a:gd name="T4" fmla="*/ 0 w 32"/>
                    <a:gd name="T5" fmla="*/ 26 h 26"/>
                    <a:gd name="T6" fmla="*/ 16 w 32"/>
                    <a:gd name="T7" fmla="*/ 0 h 2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2" h="26">
                      <a:moveTo>
                        <a:pt x="16" y="0"/>
                      </a:moveTo>
                      <a:lnTo>
                        <a:pt x="32" y="26"/>
                      </a:lnTo>
                      <a:lnTo>
                        <a:pt x="0" y="26"/>
                      </a:lnTo>
                      <a:lnTo>
                        <a:pt x="16" y="0"/>
                      </a:lnTo>
                      <a:close/>
                    </a:path>
                  </a:pathLst>
                </a:custGeom>
                <a:solidFill>
                  <a:srgbClr val="FFFF00"/>
                </a:solidFill>
                <a:ln w="7938">
                  <a:solidFill>
                    <a:srgbClr val="FFCC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73" name="Freeform 1408">
                  <a:extLst>
                    <a:ext uri="{FF2B5EF4-FFF2-40B4-BE49-F238E27FC236}">
                      <a16:creationId xmlns:a16="http://schemas.microsoft.com/office/drawing/2014/main" id="{2D4F4642-5CC7-02C5-8C89-8D98599EA17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639" y="2254"/>
                  <a:ext cx="32" cy="25"/>
                </a:xfrm>
                <a:custGeom>
                  <a:avLst/>
                  <a:gdLst>
                    <a:gd name="T0" fmla="*/ 16 w 32"/>
                    <a:gd name="T1" fmla="*/ 0 h 25"/>
                    <a:gd name="T2" fmla="*/ 32 w 32"/>
                    <a:gd name="T3" fmla="*/ 25 h 25"/>
                    <a:gd name="T4" fmla="*/ 0 w 32"/>
                    <a:gd name="T5" fmla="*/ 25 h 25"/>
                    <a:gd name="T6" fmla="*/ 16 w 32"/>
                    <a:gd name="T7" fmla="*/ 0 h 2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2" h="25">
                      <a:moveTo>
                        <a:pt x="16" y="0"/>
                      </a:moveTo>
                      <a:lnTo>
                        <a:pt x="32" y="25"/>
                      </a:lnTo>
                      <a:lnTo>
                        <a:pt x="0" y="25"/>
                      </a:lnTo>
                      <a:lnTo>
                        <a:pt x="16" y="0"/>
                      </a:lnTo>
                      <a:close/>
                    </a:path>
                  </a:pathLst>
                </a:custGeom>
                <a:solidFill>
                  <a:srgbClr val="FFFF00"/>
                </a:solidFill>
                <a:ln w="7938">
                  <a:solidFill>
                    <a:srgbClr val="FFCC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74" name="Freeform 1409">
                  <a:extLst>
                    <a:ext uri="{FF2B5EF4-FFF2-40B4-BE49-F238E27FC236}">
                      <a16:creationId xmlns:a16="http://schemas.microsoft.com/office/drawing/2014/main" id="{1B9E89CA-9A1F-00DA-D51A-666A1076827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666" y="2249"/>
                  <a:ext cx="32" cy="26"/>
                </a:xfrm>
                <a:custGeom>
                  <a:avLst/>
                  <a:gdLst>
                    <a:gd name="T0" fmla="*/ 16 w 32"/>
                    <a:gd name="T1" fmla="*/ 0 h 26"/>
                    <a:gd name="T2" fmla="*/ 32 w 32"/>
                    <a:gd name="T3" fmla="*/ 26 h 26"/>
                    <a:gd name="T4" fmla="*/ 0 w 32"/>
                    <a:gd name="T5" fmla="*/ 26 h 26"/>
                    <a:gd name="T6" fmla="*/ 16 w 32"/>
                    <a:gd name="T7" fmla="*/ 0 h 2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2" h="26">
                      <a:moveTo>
                        <a:pt x="16" y="0"/>
                      </a:moveTo>
                      <a:lnTo>
                        <a:pt x="32" y="26"/>
                      </a:lnTo>
                      <a:lnTo>
                        <a:pt x="0" y="26"/>
                      </a:lnTo>
                      <a:lnTo>
                        <a:pt x="16" y="0"/>
                      </a:lnTo>
                      <a:close/>
                    </a:path>
                  </a:pathLst>
                </a:custGeom>
                <a:solidFill>
                  <a:srgbClr val="FFFF00"/>
                </a:solidFill>
                <a:ln w="7938">
                  <a:solidFill>
                    <a:srgbClr val="FFCC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75" name="Freeform 1410">
                  <a:extLst>
                    <a:ext uri="{FF2B5EF4-FFF2-40B4-BE49-F238E27FC236}">
                      <a16:creationId xmlns:a16="http://schemas.microsoft.com/office/drawing/2014/main" id="{03FDC225-A815-EDE5-B193-9C06E08752D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693" y="2245"/>
                  <a:ext cx="32" cy="26"/>
                </a:xfrm>
                <a:custGeom>
                  <a:avLst/>
                  <a:gdLst>
                    <a:gd name="T0" fmla="*/ 16 w 32"/>
                    <a:gd name="T1" fmla="*/ 0 h 26"/>
                    <a:gd name="T2" fmla="*/ 32 w 32"/>
                    <a:gd name="T3" fmla="*/ 26 h 26"/>
                    <a:gd name="T4" fmla="*/ 0 w 32"/>
                    <a:gd name="T5" fmla="*/ 26 h 26"/>
                    <a:gd name="T6" fmla="*/ 16 w 32"/>
                    <a:gd name="T7" fmla="*/ 0 h 2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2" h="26">
                      <a:moveTo>
                        <a:pt x="16" y="0"/>
                      </a:moveTo>
                      <a:lnTo>
                        <a:pt x="32" y="26"/>
                      </a:lnTo>
                      <a:lnTo>
                        <a:pt x="0" y="26"/>
                      </a:lnTo>
                      <a:lnTo>
                        <a:pt x="16" y="0"/>
                      </a:lnTo>
                      <a:close/>
                    </a:path>
                  </a:pathLst>
                </a:custGeom>
                <a:solidFill>
                  <a:srgbClr val="FFFF00"/>
                </a:solidFill>
                <a:ln w="7938">
                  <a:solidFill>
                    <a:srgbClr val="FFCC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76" name="Freeform 1411">
                  <a:extLst>
                    <a:ext uri="{FF2B5EF4-FFF2-40B4-BE49-F238E27FC236}">
                      <a16:creationId xmlns:a16="http://schemas.microsoft.com/office/drawing/2014/main" id="{570E1E4B-B167-000F-A67B-B70B38E02E8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714" y="2241"/>
                  <a:ext cx="32" cy="26"/>
                </a:xfrm>
                <a:custGeom>
                  <a:avLst/>
                  <a:gdLst>
                    <a:gd name="T0" fmla="*/ 16 w 32"/>
                    <a:gd name="T1" fmla="*/ 0 h 26"/>
                    <a:gd name="T2" fmla="*/ 32 w 32"/>
                    <a:gd name="T3" fmla="*/ 26 h 26"/>
                    <a:gd name="T4" fmla="*/ 0 w 32"/>
                    <a:gd name="T5" fmla="*/ 26 h 26"/>
                    <a:gd name="T6" fmla="*/ 16 w 32"/>
                    <a:gd name="T7" fmla="*/ 0 h 2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2" h="26">
                      <a:moveTo>
                        <a:pt x="16" y="0"/>
                      </a:moveTo>
                      <a:lnTo>
                        <a:pt x="32" y="26"/>
                      </a:lnTo>
                      <a:lnTo>
                        <a:pt x="0" y="26"/>
                      </a:lnTo>
                      <a:lnTo>
                        <a:pt x="16" y="0"/>
                      </a:lnTo>
                      <a:close/>
                    </a:path>
                  </a:pathLst>
                </a:custGeom>
                <a:solidFill>
                  <a:srgbClr val="FFFF00"/>
                </a:solidFill>
                <a:ln w="7938">
                  <a:solidFill>
                    <a:srgbClr val="FFCC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77" name="Freeform 1412">
                  <a:extLst>
                    <a:ext uri="{FF2B5EF4-FFF2-40B4-BE49-F238E27FC236}">
                      <a16:creationId xmlns:a16="http://schemas.microsoft.com/office/drawing/2014/main" id="{BD393C93-4F73-72FF-B462-C674C9D8E6D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741" y="2074"/>
                  <a:ext cx="32" cy="26"/>
                </a:xfrm>
                <a:custGeom>
                  <a:avLst/>
                  <a:gdLst>
                    <a:gd name="T0" fmla="*/ 16 w 32"/>
                    <a:gd name="T1" fmla="*/ 0 h 26"/>
                    <a:gd name="T2" fmla="*/ 32 w 32"/>
                    <a:gd name="T3" fmla="*/ 26 h 26"/>
                    <a:gd name="T4" fmla="*/ 0 w 32"/>
                    <a:gd name="T5" fmla="*/ 26 h 26"/>
                    <a:gd name="T6" fmla="*/ 16 w 32"/>
                    <a:gd name="T7" fmla="*/ 0 h 2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2" h="26">
                      <a:moveTo>
                        <a:pt x="16" y="0"/>
                      </a:moveTo>
                      <a:lnTo>
                        <a:pt x="32" y="26"/>
                      </a:lnTo>
                      <a:lnTo>
                        <a:pt x="0" y="26"/>
                      </a:lnTo>
                      <a:lnTo>
                        <a:pt x="16" y="0"/>
                      </a:lnTo>
                      <a:close/>
                    </a:path>
                  </a:pathLst>
                </a:custGeom>
                <a:solidFill>
                  <a:srgbClr val="FFFF00"/>
                </a:solidFill>
                <a:ln w="7938">
                  <a:solidFill>
                    <a:srgbClr val="FFCC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78" name="Freeform 1413">
                  <a:extLst>
                    <a:ext uri="{FF2B5EF4-FFF2-40B4-BE49-F238E27FC236}">
                      <a16:creationId xmlns:a16="http://schemas.microsoft.com/office/drawing/2014/main" id="{5315D8E8-4136-96E7-8831-2BE697B714D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762" y="2074"/>
                  <a:ext cx="33" cy="26"/>
                </a:xfrm>
                <a:custGeom>
                  <a:avLst/>
                  <a:gdLst>
                    <a:gd name="T0" fmla="*/ 16 w 33"/>
                    <a:gd name="T1" fmla="*/ 0 h 26"/>
                    <a:gd name="T2" fmla="*/ 33 w 33"/>
                    <a:gd name="T3" fmla="*/ 26 h 26"/>
                    <a:gd name="T4" fmla="*/ 0 w 33"/>
                    <a:gd name="T5" fmla="*/ 26 h 26"/>
                    <a:gd name="T6" fmla="*/ 16 w 33"/>
                    <a:gd name="T7" fmla="*/ 0 h 2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3" h="26">
                      <a:moveTo>
                        <a:pt x="16" y="0"/>
                      </a:moveTo>
                      <a:lnTo>
                        <a:pt x="33" y="26"/>
                      </a:lnTo>
                      <a:lnTo>
                        <a:pt x="0" y="26"/>
                      </a:lnTo>
                      <a:lnTo>
                        <a:pt x="16" y="0"/>
                      </a:lnTo>
                      <a:close/>
                    </a:path>
                  </a:pathLst>
                </a:custGeom>
                <a:solidFill>
                  <a:srgbClr val="FFFF00"/>
                </a:solidFill>
                <a:ln w="7938">
                  <a:solidFill>
                    <a:srgbClr val="FFCC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79" name="Freeform 1414">
                  <a:extLst>
                    <a:ext uri="{FF2B5EF4-FFF2-40B4-BE49-F238E27FC236}">
                      <a16:creationId xmlns:a16="http://schemas.microsoft.com/office/drawing/2014/main" id="{946C7832-E796-CDB1-A04B-D08316CA31C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789" y="2074"/>
                  <a:ext cx="32" cy="26"/>
                </a:xfrm>
                <a:custGeom>
                  <a:avLst/>
                  <a:gdLst>
                    <a:gd name="T0" fmla="*/ 16 w 32"/>
                    <a:gd name="T1" fmla="*/ 0 h 26"/>
                    <a:gd name="T2" fmla="*/ 32 w 32"/>
                    <a:gd name="T3" fmla="*/ 26 h 26"/>
                    <a:gd name="T4" fmla="*/ 0 w 32"/>
                    <a:gd name="T5" fmla="*/ 26 h 26"/>
                    <a:gd name="T6" fmla="*/ 16 w 32"/>
                    <a:gd name="T7" fmla="*/ 0 h 2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2" h="26">
                      <a:moveTo>
                        <a:pt x="16" y="0"/>
                      </a:moveTo>
                      <a:lnTo>
                        <a:pt x="32" y="26"/>
                      </a:lnTo>
                      <a:lnTo>
                        <a:pt x="0" y="26"/>
                      </a:lnTo>
                      <a:lnTo>
                        <a:pt x="16" y="0"/>
                      </a:lnTo>
                      <a:close/>
                    </a:path>
                  </a:pathLst>
                </a:custGeom>
                <a:solidFill>
                  <a:srgbClr val="FFFF00"/>
                </a:solidFill>
                <a:ln w="7938">
                  <a:solidFill>
                    <a:srgbClr val="FFCC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80" name="Freeform 1415">
                  <a:extLst>
                    <a:ext uri="{FF2B5EF4-FFF2-40B4-BE49-F238E27FC236}">
                      <a16:creationId xmlns:a16="http://schemas.microsoft.com/office/drawing/2014/main" id="{A74E5647-3A25-A93E-E7E0-C5B5CFDB20A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816" y="2074"/>
                  <a:ext cx="32" cy="26"/>
                </a:xfrm>
                <a:custGeom>
                  <a:avLst/>
                  <a:gdLst>
                    <a:gd name="T0" fmla="*/ 16 w 32"/>
                    <a:gd name="T1" fmla="*/ 0 h 26"/>
                    <a:gd name="T2" fmla="*/ 32 w 32"/>
                    <a:gd name="T3" fmla="*/ 26 h 26"/>
                    <a:gd name="T4" fmla="*/ 0 w 32"/>
                    <a:gd name="T5" fmla="*/ 26 h 26"/>
                    <a:gd name="T6" fmla="*/ 16 w 32"/>
                    <a:gd name="T7" fmla="*/ 0 h 2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2" h="26">
                      <a:moveTo>
                        <a:pt x="16" y="0"/>
                      </a:moveTo>
                      <a:lnTo>
                        <a:pt x="32" y="26"/>
                      </a:lnTo>
                      <a:lnTo>
                        <a:pt x="0" y="26"/>
                      </a:lnTo>
                      <a:lnTo>
                        <a:pt x="16" y="0"/>
                      </a:lnTo>
                      <a:close/>
                    </a:path>
                  </a:pathLst>
                </a:custGeom>
                <a:solidFill>
                  <a:srgbClr val="FFFF00"/>
                </a:solidFill>
                <a:ln w="7938">
                  <a:solidFill>
                    <a:srgbClr val="FFCC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81" name="Freeform 1416">
                  <a:extLst>
                    <a:ext uri="{FF2B5EF4-FFF2-40B4-BE49-F238E27FC236}">
                      <a16:creationId xmlns:a16="http://schemas.microsoft.com/office/drawing/2014/main" id="{9973FD2A-18BD-65A3-2B66-2B50710FB78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838" y="2074"/>
                  <a:ext cx="32" cy="26"/>
                </a:xfrm>
                <a:custGeom>
                  <a:avLst/>
                  <a:gdLst>
                    <a:gd name="T0" fmla="*/ 16 w 32"/>
                    <a:gd name="T1" fmla="*/ 0 h 26"/>
                    <a:gd name="T2" fmla="*/ 32 w 32"/>
                    <a:gd name="T3" fmla="*/ 26 h 26"/>
                    <a:gd name="T4" fmla="*/ 0 w 32"/>
                    <a:gd name="T5" fmla="*/ 26 h 26"/>
                    <a:gd name="T6" fmla="*/ 16 w 32"/>
                    <a:gd name="T7" fmla="*/ 0 h 2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2" h="26">
                      <a:moveTo>
                        <a:pt x="16" y="0"/>
                      </a:moveTo>
                      <a:lnTo>
                        <a:pt x="32" y="26"/>
                      </a:lnTo>
                      <a:lnTo>
                        <a:pt x="0" y="26"/>
                      </a:lnTo>
                      <a:lnTo>
                        <a:pt x="16" y="0"/>
                      </a:lnTo>
                      <a:close/>
                    </a:path>
                  </a:pathLst>
                </a:custGeom>
                <a:solidFill>
                  <a:srgbClr val="FFFF00"/>
                </a:solidFill>
                <a:ln w="7938">
                  <a:solidFill>
                    <a:srgbClr val="FFCC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82" name="Freeform 1417">
                  <a:extLst>
                    <a:ext uri="{FF2B5EF4-FFF2-40B4-BE49-F238E27FC236}">
                      <a16:creationId xmlns:a16="http://schemas.microsoft.com/office/drawing/2014/main" id="{C7602226-95DD-61B1-29E4-99455B9C31F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864" y="2074"/>
                  <a:ext cx="33" cy="26"/>
                </a:xfrm>
                <a:custGeom>
                  <a:avLst/>
                  <a:gdLst>
                    <a:gd name="T0" fmla="*/ 16 w 33"/>
                    <a:gd name="T1" fmla="*/ 0 h 26"/>
                    <a:gd name="T2" fmla="*/ 33 w 33"/>
                    <a:gd name="T3" fmla="*/ 26 h 26"/>
                    <a:gd name="T4" fmla="*/ 0 w 33"/>
                    <a:gd name="T5" fmla="*/ 26 h 26"/>
                    <a:gd name="T6" fmla="*/ 16 w 33"/>
                    <a:gd name="T7" fmla="*/ 0 h 2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3" h="26">
                      <a:moveTo>
                        <a:pt x="16" y="0"/>
                      </a:moveTo>
                      <a:lnTo>
                        <a:pt x="33" y="26"/>
                      </a:lnTo>
                      <a:lnTo>
                        <a:pt x="0" y="26"/>
                      </a:lnTo>
                      <a:lnTo>
                        <a:pt x="16" y="0"/>
                      </a:lnTo>
                      <a:close/>
                    </a:path>
                  </a:pathLst>
                </a:custGeom>
                <a:solidFill>
                  <a:srgbClr val="FFFF00"/>
                </a:solidFill>
                <a:ln w="7938">
                  <a:solidFill>
                    <a:srgbClr val="FFCC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83" name="Freeform 1418">
                  <a:extLst>
                    <a:ext uri="{FF2B5EF4-FFF2-40B4-BE49-F238E27FC236}">
                      <a16:creationId xmlns:a16="http://schemas.microsoft.com/office/drawing/2014/main" id="{BE186F1D-2387-64AE-925F-032FC8014CF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891" y="2104"/>
                  <a:ext cx="32" cy="26"/>
                </a:xfrm>
                <a:custGeom>
                  <a:avLst/>
                  <a:gdLst>
                    <a:gd name="T0" fmla="*/ 16 w 32"/>
                    <a:gd name="T1" fmla="*/ 0 h 26"/>
                    <a:gd name="T2" fmla="*/ 32 w 32"/>
                    <a:gd name="T3" fmla="*/ 26 h 26"/>
                    <a:gd name="T4" fmla="*/ 0 w 32"/>
                    <a:gd name="T5" fmla="*/ 26 h 26"/>
                    <a:gd name="T6" fmla="*/ 16 w 32"/>
                    <a:gd name="T7" fmla="*/ 0 h 2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2" h="26">
                      <a:moveTo>
                        <a:pt x="16" y="0"/>
                      </a:moveTo>
                      <a:lnTo>
                        <a:pt x="32" y="26"/>
                      </a:lnTo>
                      <a:lnTo>
                        <a:pt x="0" y="26"/>
                      </a:lnTo>
                      <a:lnTo>
                        <a:pt x="16" y="0"/>
                      </a:lnTo>
                      <a:close/>
                    </a:path>
                  </a:pathLst>
                </a:custGeom>
                <a:solidFill>
                  <a:srgbClr val="FFFF00"/>
                </a:solidFill>
                <a:ln w="7938">
                  <a:solidFill>
                    <a:srgbClr val="FFCC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84" name="Freeform 1419">
                  <a:extLst>
                    <a:ext uri="{FF2B5EF4-FFF2-40B4-BE49-F238E27FC236}">
                      <a16:creationId xmlns:a16="http://schemas.microsoft.com/office/drawing/2014/main" id="{9015C1B4-3B43-3C75-3D2E-CFD4485F744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913" y="2160"/>
                  <a:ext cx="32" cy="25"/>
                </a:xfrm>
                <a:custGeom>
                  <a:avLst/>
                  <a:gdLst>
                    <a:gd name="T0" fmla="*/ 16 w 32"/>
                    <a:gd name="T1" fmla="*/ 0 h 25"/>
                    <a:gd name="T2" fmla="*/ 32 w 32"/>
                    <a:gd name="T3" fmla="*/ 25 h 25"/>
                    <a:gd name="T4" fmla="*/ 0 w 32"/>
                    <a:gd name="T5" fmla="*/ 25 h 25"/>
                    <a:gd name="T6" fmla="*/ 16 w 32"/>
                    <a:gd name="T7" fmla="*/ 0 h 2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2" h="25">
                      <a:moveTo>
                        <a:pt x="16" y="0"/>
                      </a:moveTo>
                      <a:lnTo>
                        <a:pt x="32" y="25"/>
                      </a:lnTo>
                      <a:lnTo>
                        <a:pt x="0" y="25"/>
                      </a:lnTo>
                      <a:lnTo>
                        <a:pt x="16" y="0"/>
                      </a:lnTo>
                      <a:close/>
                    </a:path>
                  </a:pathLst>
                </a:custGeom>
                <a:solidFill>
                  <a:srgbClr val="FFFF00"/>
                </a:solidFill>
                <a:ln w="7938">
                  <a:solidFill>
                    <a:srgbClr val="FFCC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85" name="Freeform 1420">
                  <a:extLst>
                    <a:ext uri="{FF2B5EF4-FFF2-40B4-BE49-F238E27FC236}">
                      <a16:creationId xmlns:a16="http://schemas.microsoft.com/office/drawing/2014/main" id="{A4720C39-2406-26C2-CFBE-4823D0B3FC6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939" y="2207"/>
                  <a:ext cx="33" cy="25"/>
                </a:xfrm>
                <a:custGeom>
                  <a:avLst/>
                  <a:gdLst>
                    <a:gd name="T0" fmla="*/ 17 w 33"/>
                    <a:gd name="T1" fmla="*/ 0 h 25"/>
                    <a:gd name="T2" fmla="*/ 33 w 33"/>
                    <a:gd name="T3" fmla="*/ 25 h 25"/>
                    <a:gd name="T4" fmla="*/ 0 w 33"/>
                    <a:gd name="T5" fmla="*/ 25 h 25"/>
                    <a:gd name="T6" fmla="*/ 17 w 33"/>
                    <a:gd name="T7" fmla="*/ 0 h 2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3" h="25">
                      <a:moveTo>
                        <a:pt x="17" y="0"/>
                      </a:moveTo>
                      <a:lnTo>
                        <a:pt x="33" y="25"/>
                      </a:lnTo>
                      <a:lnTo>
                        <a:pt x="0" y="25"/>
                      </a:lnTo>
                      <a:lnTo>
                        <a:pt x="17" y="0"/>
                      </a:lnTo>
                      <a:close/>
                    </a:path>
                  </a:pathLst>
                </a:custGeom>
                <a:solidFill>
                  <a:srgbClr val="FFFF00"/>
                </a:solidFill>
                <a:ln w="7938">
                  <a:solidFill>
                    <a:srgbClr val="FFCC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86" name="Freeform 1421">
                  <a:extLst>
                    <a:ext uri="{FF2B5EF4-FFF2-40B4-BE49-F238E27FC236}">
                      <a16:creationId xmlns:a16="http://schemas.microsoft.com/office/drawing/2014/main" id="{0852BB87-7C39-E5A2-A5C6-A7B2ED47932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966" y="2254"/>
                  <a:ext cx="32" cy="25"/>
                </a:xfrm>
                <a:custGeom>
                  <a:avLst/>
                  <a:gdLst>
                    <a:gd name="T0" fmla="*/ 16 w 32"/>
                    <a:gd name="T1" fmla="*/ 0 h 25"/>
                    <a:gd name="T2" fmla="*/ 32 w 32"/>
                    <a:gd name="T3" fmla="*/ 25 h 25"/>
                    <a:gd name="T4" fmla="*/ 0 w 32"/>
                    <a:gd name="T5" fmla="*/ 25 h 25"/>
                    <a:gd name="T6" fmla="*/ 16 w 32"/>
                    <a:gd name="T7" fmla="*/ 0 h 2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2" h="25">
                      <a:moveTo>
                        <a:pt x="16" y="0"/>
                      </a:moveTo>
                      <a:lnTo>
                        <a:pt x="32" y="25"/>
                      </a:lnTo>
                      <a:lnTo>
                        <a:pt x="0" y="25"/>
                      </a:lnTo>
                      <a:lnTo>
                        <a:pt x="16" y="0"/>
                      </a:lnTo>
                      <a:close/>
                    </a:path>
                  </a:pathLst>
                </a:custGeom>
                <a:solidFill>
                  <a:srgbClr val="FFFF00"/>
                </a:solidFill>
                <a:ln w="7938">
                  <a:solidFill>
                    <a:srgbClr val="FFCC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87" name="Freeform 1422">
                  <a:extLst>
                    <a:ext uri="{FF2B5EF4-FFF2-40B4-BE49-F238E27FC236}">
                      <a16:creationId xmlns:a16="http://schemas.microsoft.com/office/drawing/2014/main" id="{20803818-8E35-56A2-39A8-76C879F62ED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988" y="2301"/>
                  <a:ext cx="32" cy="26"/>
                </a:xfrm>
                <a:custGeom>
                  <a:avLst/>
                  <a:gdLst>
                    <a:gd name="T0" fmla="*/ 16 w 32"/>
                    <a:gd name="T1" fmla="*/ 0 h 26"/>
                    <a:gd name="T2" fmla="*/ 32 w 32"/>
                    <a:gd name="T3" fmla="*/ 26 h 26"/>
                    <a:gd name="T4" fmla="*/ 0 w 32"/>
                    <a:gd name="T5" fmla="*/ 26 h 26"/>
                    <a:gd name="T6" fmla="*/ 16 w 32"/>
                    <a:gd name="T7" fmla="*/ 0 h 2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2" h="26">
                      <a:moveTo>
                        <a:pt x="16" y="0"/>
                      </a:moveTo>
                      <a:lnTo>
                        <a:pt x="32" y="26"/>
                      </a:lnTo>
                      <a:lnTo>
                        <a:pt x="0" y="26"/>
                      </a:lnTo>
                      <a:lnTo>
                        <a:pt x="16" y="0"/>
                      </a:lnTo>
                      <a:close/>
                    </a:path>
                  </a:pathLst>
                </a:custGeom>
                <a:solidFill>
                  <a:srgbClr val="FFFF00"/>
                </a:solidFill>
                <a:ln w="7938">
                  <a:solidFill>
                    <a:srgbClr val="FFCC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88" name="Freeform 1423">
                  <a:extLst>
                    <a:ext uri="{FF2B5EF4-FFF2-40B4-BE49-F238E27FC236}">
                      <a16:creationId xmlns:a16="http://schemas.microsoft.com/office/drawing/2014/main" id="{D040B3DE-591A-7288-BB6E-5B6124E50A0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015" y="2348"/>
                  <a:ext cx="32" cy="26"/>
                </a:xfrm>
                <a:custGeom>
                  <a:avLst/>
                  <a:gdLst>
                    <a:gd name="T0" fmla="*/ 16 w 32"/>
                    <a:gd name="T1" fmla="*/ 0 h 26"/>
                    <a:gd name="T2" fmla="*/ 32 w 32"/>
                    <a:gd name="T3" fmla="*/ 26 h 26"/>
                    <a:gd name="T4" fmla="*/ 0 w 32"/>
                    <a:gd name="T5" fmla="*/ 26 h 26"/>
                    <a:gd name="T6" fmla="*/ 16 w 32"/>
                    <a:gd name="T7" fmla="*/ 0 h 2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2" h="26">
                      <a:moveTo>
                        <a:pt x="16" y="0"/>
                      </a:moveTo>
                      <a:lnTo>
                        <a:pt x="32" y="26"/>
                      </a:lnTo>
                      <a:lnTo>
                        <a:pt x="0" y="26"/>
                      </a:lnTo>
                      <a:lnTo>
                        <a:pt x="16" y="0"/>
                      </a:lnTo>
                      <a:close/>
                    </a:path>
                  </a:pathLst>
                </a:custGeom>
                <a:solidFill>
                  <a:srgbClr val="FFFF00"/>
                </a:solidFill>
                <a:ln w="7938">
                  <a:solidFill>
                    <a:srgbClr val="FFCC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89" name="Freeform 1424">
                  <a:extLst>
                    <a:ext uri="{FF2B5EF4-FFF2-40B4-BE49-F238E27FC236}">
                      <a16:creationId xmlns:a16="http://schemas.microsoft.com/office/drawing/2014/main" id="{48673EFE-6F65-8AA5-6A8C-6AA61E55FB3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036" y="2391"/>
                  <a:ext cx="32" cy="25"/>
                </a:xfrm>
                <a:custGeom>
                  <a:avLst/>
                  <a:gdLst>
                    <a:gd name="T0" fmla="*/ 16 w 32"/>
                    <a:gd name="T1" fmla="*/ 0 h 25"/>
                    <a:gd name="T2" fmla="*/ 32 w 32"/>
                    <a:gd name="T3" fmla="*/ 25 h 25"/>
                    <a:gd name="T4" fmla="*/ 0 w 32"/>
                    <a:gd name="T5" fmla="*/ 25 h 25"/>
                    <a:gd name="T6" fmla="*/ 16 w 32"/>
                    <a:gd name="T7" fmla="*/ 0 h 2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2" h="25">
                      <a:moveTo>
                        <a:pt x="16" y="0"/>
                      </a:moveTo>
                      <a:lnTo>
                        <a:pt x="32" y="25"/>
                      </a:lnTo>
                      <a:lnTo>
                        <a:pt x="0" y="25"/>
                      </a:lnTo>
                      <a:lnTo>
                        <a:pt x="16" y="0"/>
                      </a:lnTo>
                      <a:close/>
                    </a:path>
                  </a:pathLst>
                </a:custGeom>
                <a:solidFill>
                  <a:srgbClr val="FFFF00"/>
                </a:solidFill>
                <a:ln w="7938">
                  <a:solidFill>
                    <a:srgbClr val="FFCC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90" name="Freeform 1425">
                  <a:extLst>
                    <a:ext uri="{FF2B5EF4-FFF2-40B4-BE49-F238E27FC236}">
                      <a16:creationId xmlns:a16="http://schemas.microsoft.com/office/drawing/2014/main" id="{D1374FA8-75B1-A06C-0492-0662932874A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063" y="2429"/>
                  <a:ext cx="32" cy="26"/>
                </a:xfrm>
                <a:custGeom>
                  <a:avLst/>
                  <a:gdLst>
                    <a:gd name="T0" fmla="*/ 16 w 32"/>
                    <a:gd name="T1" fmla="*/ 0 h 26"/>
                    <a:gd name="T2" fmla="*/ 32 w 32"/>
                    <a:gd name="T3" fmla="*/ 26 h 26"/>
                    <a:gd name="T4" fmla="*/ 0 w 32"/>
                    <a:gd name="T5" fmla="*/ 26 h 26"/>
                    <a:gd name="T6" fmla="*/ 16 w 32"/>
                    <a:gd name="T7" fmla="*/ 0 h 2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2" h="26">
                      <a:moveTo>
                        <a:pt x="16" y="0"/>
                      </a:moveTo>
                      <a:lnTo>
                        <a:pt x="32" y="26"/>
                      </a:lnTo>
                      <a:lnTo>
                        <a:pt x="0" y="26"/>
                      </a:lnTo>
                      <a:lnTo>
                        <a:pt x="16" y="0"/>
                      </a:lnTo>
                      <a:close/>
                    </a:path>
                  </a:pathLst>
                </a:custGeom>
                <a:solidFill>
                  <a:srgbClr val="FFFF00"/>
                </a:solidFill>
                <a:ln w="7938">
                  <a:solidFill>
                    <a:srgbClr val="FFCC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91" name="Freeform 1426">
                  <a:extLst>
                    <a:ext uri="{FF2B5EF4-FFF2-40B4-BE49-F238E27FC236}">
                      <a16:creationId xmlns:a16="http://schemas.microsoft.com/office/drawing/2014/main" id="{5D39CC66-9804-6059-8C87-635ADA294A4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090" y="2468"/>
                  <a:ext cx="32" cy="25"/>
                </a:xfrm>
                <a:custGeom>
                  <a:avLst/>
                  <a:gdLst>
                    <a:gd name="T0" fmla="*/ 16 w 32"/>
                    <a:gd name="T1" fmla="*/ 0 h 25"/>
                    <a:gd name="T2" fmla="*/ 32 w 32"/>
                    <a:gd name="T3" fmla="*/ 25 h 25"/>
                    <a:gd name="T4" fmla="*/ 0 w 32"/>
                    <a:gd name="T5" fmla="*/ 25 h 25"/>
                    <a:gd name="T6" fmla="*/ 16 w 32"/>
                    <a:gd name="T7" fmla="*/ 0 h 2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2" h="25">
                      <a:moveTo>
                        <a:pt x="16" y="0"/>
                      </a:moveTo>
                      <a:lnTo>
                        <a:pt x="32" y="25"/>
                      </a:lnTo>
                      <a:lnTo>
                        <a:pt x="0" y="25"/>
                      </a:lnTo>
                      <a:lnTo>
                        <a:pt x="16" y="0"/>
                      </a:lnTo>
                      <a:close/>
                    </a:path>
                  </a:pathLst>
                </a:custGeom>
                <a:solidFill>
                  <a:srgbClr val="FFFF00"/>
                </a:solidFill>
                <a:ln w="7938">
                  <a:solidFill>
                    <a:srgbClr val="FFCC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92" name="Freeform 1427">
                  <a:extLst>
                    <a:ext uri="{FF2B5EF4-FFF2-40B4-BE49-F238E27FC236}">
                      <a16:creationId xmlns:a16="http://schemas.microsoft.com/office/drawing/2014/main" id="{927067B5-E454-33EC-C7E1-0941DCEB38B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111" y="2502"/>
                  <a:ext cx="32" cy="26"/>
                </a:xfrm>
                <a:custGeom>
                  <a:avLst/>
                  <a:gdLst>
                    <a:gd name="T0" fmla="*/ 16 w 32"/>
                    <a:gd name="T1" fmla="*/ 0 h 26"/>
                    <a:gd name="T2" fmla="*/ 32 w 32"/>
                    <a:gd name="T3" fmla="*/ 26 h 26"/>
                    <a:gd name="T4" fmla="*/ 0 w 32"/>
                    <a:gd name="T5" fmla="*/ 26 h 26"/>
                    <a:gd name="T6" fmla="*/ 16 w 32"/>
                    <a:gd name="T7" fmla="*/ 0 h 2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2" h="26">
                      <a:moveTo>
                        <a:pt x="16" y="0"/>
                      </a:moveTo>
                      <a:lnTo>
                        <a:pt x="32" y="26"/>
                      </a:lnTo>
                      <a:lnTo>
                        <a:pt x="0" y="26"/>
                      </a:lnTo>
                      <a:lnTo>
                        <a:pt x="16" y="0"/>
                      </a:lnTo>
                      <a:close/>
                    </a:path>
                  </a:pathLst>
                </a:custGeom>
                <a:solidFill>
                  <a:srgbClr val="FFFF00"/>
                </a:solidFill>
                <a:ln w="7938">
                  <a:solidFill>
                    <a:srgbClr val="FFCC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93" name="Freeform 1428">
                  <a:extLst>
                    <a:ext uri="{FF2B5EF4-FFF2-40B4-BE49-F238E27FC236}">
                      <a16:creationId xmlns:a16="http://schemas.microsoft.com/office/drawing/2014/main" id="{0833EC70-7DAB-E532-7C6F-3470E6BAEE3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138" y="2532"/>
                  <a:ext cx="32" cy="26"/>
                </a:xfrm>
                <a:custGeom>
                  <a:avLst/>
                  <a:gdLst>
                    <a:gd name="T0" fmla="*/ 16 w 32"/>
                    <a:gd name="T1" fmla="*/ 0 h 26"/>
                    <a:gd name="T2" fmla="*/ 32 w 32"/>
                    <a:gd name="T3" fmla="*/ 26 h 26"/>
                    <a:gd name="T4" fmla="*/ 0 w 32"/>
                    <a:gd name="T5" fmla="*/ 26 h 26"/>
                    <a:gd name="T6" fmla="*/ 16 w 32"/>
                    <a:gd name="T7" fmla="*/ 0 h 2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2" h="26">
                      <a:moveTo>
                        <a:pt x="16" y="0"/>
                      </a:moveTo>
                      <a:lnTo>
                        <a:pt x="32" y="26"/>
                      </a:lnTo>
                      <a:lnTo>
                        <a:pt x="0" y="26"/>
                      </a:lnTo>
                      <a:lnTo>
                        <a:pt x="16" y="0"/>
                      </a:lnTo>
                      <a:close/>
                    </a:path>
                  </a:pathLst>
                </a:custGeom>
                <a:solidFill>
                  <a:srgbClr val="FFFF00"/>
                </a:solidFill>
                <a:ln w="7938">
                  <a:solidFill>
                    <a:srgbClr val="FFCC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94" name="Freeform 1429">
                  <a:extLst>
                    <a:ext uri="{FF2B5EF4-FFF2-40B4-BE49-F238E27FC236}">
                      <a16:creationId xmlns:a16="http://schemas.microsoft.com/office/drawing/2014/main" id="{940A54C8-6738-991E-9892-E23D75C7234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165" y="2566"/>
                  <a:ext cx="32" cy="26"/>
                </a:xfrm>
                <a:custGeom>
                  <a:avLst/>
                  <a:gdLst>
                    <a:gd name="T0" fmla="*/ 16 w 32"/>
                    <a:gd name="T1" fmla="*/ 0 h 26"/>
                    <a:gd name="T2" fmla="*/ 32 w 32"/>
                    <a:gd name="T3" fmla="*/ 26 h 26"/>
                    <a:gd name="T4" fmla="*/ 0 w 32"/>
                    <a:gd name="T5" fmla="*/ 26 h 26"/>
                    <a:gd name="T6" fmla="*/ 16 w 32"/>
                    <a:gd name="T7" fmla="*/ 0 h 2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2" h="26">
                      <a:moveTo>
                        <a:pt x="16" y="0"/>
                      </a:moveTo>
                      <a:lnTo>
                        <a:pt x="32" y="26"/>
                      </a:lnTo>
                      <a:lnTo>
                        <a:pt x="0" y="26"/>
                      </a:lnTo>
                      <a:lnTo>
                        <a:pt x="16" y="0"/>
                      </a:lnTo>
                      <a:close/>
                    </a:path>
                  </a:pathLst>
                </a:custGeom>
                <a:solidFill>
                  <a:srgbClr val="FFFF00"/>
                </a:solidFill>
                <a:ln w="7938">
                  <a:solidFill>
                    <a:srgbClr val="FFCC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95" name="Freeform 1430">
                  <a:extLst>
                    <a:ext uri="{FF2B5EF4-FFF2-40B4-BE49-F238E27FC236}">
                      <a16:creationId xmlns:a16="http://schemas.microsoft.com/office/drawing/2014/main" id="{6B84CAB8-EBB5-7B58-8D4D-6D96FF70F53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186" y="2596"/>
                  <a:ext cx="32" cy="26"/>
                </a:xfrm>
                <a:custGeom>
                  <a:avLst/>
                  <a:gdLst>
                    <a:gd name="T0" fmla="*/ 16 w 32"/>
                    <a:gd name="T1" fmla="*/ 0 h 26"/>
                    <a:gd name="T2" fmla="*/ 32 w 32"/>
                    <a:gd name="T3" fmla="*/ 26 h 26"/>
                    <a:gd name="T4" fmla="*/ 0 w 32"/>
                    <a:gd name="T5" fmla="*/ 26 h 26"/>
                    <a:gd name="T6" fmla="*/ 16 w 32"/>
                    <a:gd name="T7" fmla="*/ 0 h 2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2" h="26">
                      <a:moveTo>
                        <a:pt x="16" y="0"/>
                      </a:moveTo>
                      <a:lnTo>
                        <a:pt x="32" y="26"/>
                      </a:lnTo>
                      <a:lnTo>
                        <a:pt x="0" y="26"/>
                      </a:lnTo>
                      <a:lnTo>
                        <a:pt x="16" y="0"/>
                      </a:lnTo>
                      <a:close/>
                    </a:path>
                  </a:pathLst>
                </a:custGeom>
                <a:solidFill>
                  <a:srgbClr val="FFFF00"/>
                </a:solidFill>
                <a:ln w="7938">
                  <a:solidFill>
                    <a:srgbClr val="FFCC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96" name="Freeform 1431">
                  <a:extLst>
                    <a:ext uri="{FF2B5EF4-FFF2-40B4-BE49-F238E27FC236}">
                      <a16:creationId xmlns:a16="http://schemas.microsoft.com/office/drawing/2014/main" id="{627084DA-D095-2F78-C7B6-48F4B8F4395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213" y="2626"/>
                  <a:ext cx="32" cy="26"/>
                </a:xfrm>
                <a:custGeom>
                  <a:avLst/>
                  <a:gdLst>
                    <a:gd name="T0" fmla="*/ 16 w 32"/>
                    <a:gd name="T1" fmla="*/ 0 h 26"/>
                    <a:gd name="T2" fmla="*/ 32 w 32"/>
                    <a:gd name="T3" fmla="*/ 26 h 26"/>
                    <a:gd name="T4" fmla="*/ 0 w 32"/>
                    <a:gd name="T5" fmla="*/ 26 h 26"/>
                    <a:gd name="T6" fmla="*/ 16 w 32"/>
                    <a:gd name="T7" fmla="*/ 0 h 2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2" h="26">
                      <a:moveTo>
                        <a:pt x="16" y="0"/>
                      </a:moveTo>
                      <a:lnTo>
                        <a:pt x="32" y="26"/>
                      </a:lnTo>
                      <a:lnTo>
                        <a:pt x="0" y="26"/>
                      </a:lnTo>
                      <a:lnTo>
                        <a:pt x="16" y="0"/>
                      </a:lnTo>
                      <a:close/>
                    </a:path>
                  </a:pathLst>
                </a:custGeom>
                <a:solidFill>
                  <a:srgbClr val="FFFF00"/>
                </a:solidFill>
                <a:ln w="7938">
                  <a:solidFill>
                    <a:srgbClr val="FFCC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97" name="Freeform 1432">
                  <a:extLst>
                    <a:ext uri="{FF2B5EF4-FFF2-40B4-BE49-F238E27FC236}">
                      <a16:creationId xmlns:a16="http://schemas.microsoft.com/office/drawing/2014/main" id="{A2B68328-884E-281C-4687-E8FFA262486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240" y="2652"/>
                  <a:ext cx="32" cy="26"/>
                </a:xfrm>
                <a:custGeom>
                  <a:avLst/>
                  <a:gdLst>
                    <a:gd name="T0" fmla="*/ 16 w 32"/>
                    <a:gd name="T1" fmla="*/ 0 h 26"/>
                    <a:gd name="T2" fmla="*/ 32 w 32"/>
                    <a:gd name="T3" fmla="*/ 26 h 26"/>
                    <a:gd name="T4" fmla="*/ 0 w 32"/>
                    <a:gd name="T5" fmla="*/ 26 h 26"/>
                    <a:gd name="T6" fmla="*/ 16 w 32"/>
                    <a:gd name="T7" fmla="*/ 0 h 2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2" h="26">
                      <a:moveTo>
                        <a:pt x="16" y="0"/>
                      </a:moveTo>
                      <a:lnTo>
                        <a:pt x="32" y="26"/>
                      </a:lnTo>
                      <a:lnTo>
                        <a:pt x="0" y="26"/>
                      </a:lnTo>
                      <a:lnTo>
                        <a:pt x="16" y="0"/>
                      </a:lnTo>
                      <a:close/>
                    </a:path>
                  </a:pathLst>
                </a:custGeom>
                <a:solidFill>
                  <a:srgbClr val="FFFF00"/>
                </a:solidFill>
                <a:ln w="7938">
                  <a:solidFill>
                    <a:srgbClr val="FFCC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98" name="Freeform 1433">
                  <a:extLst>
                    <a:ext uri="{FF2B5EF4-FFF2-40B4-BE49-F238E27FC236}">
                      <a16:creationId xmlns:a16="http://schemas.microsoft.com/office/drawing/2014/main" id="{8F417FDA-4FD1-EC09-D74F-99FE23AB608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261" y="2673"/>
                  <a:ext cx="33" cy="26"/>
                </a:xfrm>
                <a:custGeom>
                  <a:avLst/>
                  <a:gdLst>
                    <a:gd name="T0" fmla="*/ 16 w 33"/>
                    <a:gd name="T1" fmla="*/ 0 h 26"/>
                    <a:gd name="T2" fmla="*/ 33 w 33"/>
                    <a:gd name="T3" fmla="*/ 26 h 26"/>
                    <a:gd name="T4" fmla="*/ 0 w 33"/>
                    <a:gd name="T5" fmla="*/ 26 h 26"/>
                    <a:gd name="T6" fmla="*/ 16 w 33"/>
                    <a:gd name="T7" fmla="*/ 0 h 2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3" h="26">
                      <a:moveTo>
                        <a:pt x="16" y="0"/>
                      </a:moveTo>
                      <a:lnTo>
                        <a:pt x="33" y="26"/>
                      </a:lnTo>
                      <a:lnTo>
                        <a:pt x="0" y="26"/>
                      </a:lnTo>
                      <a:lnTo>
                        <a:pt x="16" y="0"/>
                      </a:lnTo>
                      <a:close/>
                    </a:path>
                  </a:pathLst>
                </a:custGeom>
                <a:solidFill>
                  <a:srgbClr val="FFFF00"/>
                </a:solidFill>
                <a:ln w="7938">
                  <a:solidFill>
                    <a:srgbClr val="FFCC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99" name="Freeform 1434">
                  <a:extLst>
                    <a:ext uri="{FF2B5EF4-FFF2-40B4-BE49-F238E27FC236}">
                      <a16:creationId xmlns:a16="http://schemas.microsoft.com/office/drawing/2014/main" id="{8F3B946F-184E-016A-2BE3-4727AF7B90F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288" y="2695"/>
                  <a:ext cx="32" cy="25"/>
                </a:xfrm>
                <a:custGeom>
                  <a:avLst/>
                  <a:gdLst>
                    <a:gd name="T0" fmla="*/ 16 w 32"/>
                    <a:gd name="T1" fmla="*/ 0 h 25"/>
                    <a:gd name="T2" fmla="*/ 32 w 32"/>
                    <a:gd name="T3" fmla="*/ 25 h 25"/>
                    <a:gd name="T4" fmla="*/ 0 w 32"/>
                    <a:gd name="T5" fmla="*/ 25 h 25"/>
                    <a:gd name="T6" fmla="*/ 16 w 32"/>
                    <a:gd name="T7" fmla="*/ 0 h 2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2" h="25">
                      <a:moveTo>
                        <a:pt x="16" y="0"/>
                      </a:moveTo>
                      <a:lnTo>
                        <a:pt x="32" y="25"/>
                      </a:lnTo>
                      <a:lnTo>
                        <a:pt x="0" y="25"/>
                      </a:lnTo>
                      <a:lnTo>
                        <a:pt x="16" y="0"/>
                      </a:lnTo>
                      <a:close/>
                    </a:path>
                  </a:pathLst>
                </a:custGeom>
                <a:solidFill>
                  <a:srgbClr val="FFFF00"/>
                </a:solidFill>
                <a:ln w="7938">
                  <a:solidFill>
                    <a:srgbClr val="FFCC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00" name="Freeform 1435">
                  <a:extLst>
                    <a:ext uri="{FF2B5EF4-FFF2-40B4-BE49-F238E27FC236}">
                      <a16:creationId xmlns:a16="http://schemas.microsoft.com/office/drawing/2014/main" id="{7376B547-AEE2-B3A5-4789-A06DDF0EBEE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310" y="2716"/>
                  <a:ext cx="32" cy="26"/>
                </a:xfrm>
                <a:custGeom>
                  <a:avLst/>
                  <a:gdLst>
                    <a:gd name="T0" fmla="*/ 16 w 32"/>
                    <a:gd name="T1" fmla="*/ 0 h 26"/>
                    <a:gd name="T2" fmla="*/ 32 w 32"/>
                    <a:gd name="T3" fmla="*/ 26 h 26"/>
                    <a:gd name="T4" fmla="*/ 0 w 32"/>
                    <a:gd name="T5" fmla="*/ 26 h 26"/>
                    <a:gd name="T6" fmla="*/ 16 w 32"/>
                    <a:gd name="T7" fmla="*/ 0 h 2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2" h="26">
                      <a:moveTo>
                        <a:pt x="16" y="0"/>
                      </a:moveTo>
                      <a:lnTo>
                        <a:pt x="32" y="26"/>
                      </a:lnTo>
                      <a:lnTo>
                        <a:pt x="0" y="26"/>
                      </a:lnTo>
                      <a:lnTo>
                        <a:pt x="16" y="0"/>
                      </a:lnTo>
                      <a:close/>
                    </a:path>
                  </a:pathLst>
                </a:custGeom>
                <a:solidFill>
                  <a:srgbClr val="FFFF00"/>
                </a:solidFill>
                <a:ln w="7938">
                  <a:solidFill>
                    <a:srgbClr val="FFCC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01" name="Freeform 1436">
                  <a:extLst>
                    <a:ext uri="{FF2B5EF4-FFF2-40B4-BE49-F238E27FC236}">
                      <a16:creationId xmlns:a16="http://schemas.microsoft.com/office/drawing/2014/main" id="{F823CF2F-A4D2-3544-2EE6-86B38307832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336" y="2737"/>
                  <a:ext cx="33" cy="26"/>
                </a:xfrm>
                <a:custGeom>
                  <a:avLst/>
                  <a:gdLst>
                    <a:gd name="T0" fmla="*/ 17 w 33"/>
                    <a:gd name="T1" fmla="*/ 0 h 26"/>
                    <a:gd name="T2" fmla="*/ 33 w 33"/>
                    <a:gd name="T3" fmla="*/ 26 h 26"/>
                    <a:gd name="T4" fmla="*/ 0 w 33"/>
                    <a:gd name="T5" fmla="*/ 26 h 26"/>
                    <a:gd name="T6" fmla="*/ 17 w 33"/>
                    <a:gd name="T7" fmla="*/ 0 h 2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3" h="26">
                      <a:moveTo>
                        <a:pt x="17" y="0"/>
                      </a:moveTo>
                      <a:lnTo>
                        <a:pt x="33" y="26"/>
                      </a:lnTo>
                      <a:lnTo>
                        <a:pt x="0" y="26"/>
                      </a:lnTo>
                      <a:lnTo>
                        <a:pt x="17" y="0"/>
                      </a:lnTo>
                      <a:close/>
                    </a:path>
                  </a:pathLst>
                </a:custGeom>
                <a:solidFill>
                  <a:srgbClr val="FFFF00"/>
                </a:solidFill>
                <a:ln w="7938">
                  <a:solidFill>
                    <a:srgbClr val="FFCC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02" name="Freeform 1437">
                  <a:extLst>
                    <a:ext uri="{FF2B5EF4-FFF2-40B4-BE49-F238E27FC236}">
                      <a16:creationId xmlns:a16="http://schemas.microsoft.com/office/drawing/2014/main" id="{3003264A-FAB0-0DFA-3966-C69BA7F7A87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363" y="2759"/>
                  <a:ext cx="32" cy="26"/>
                </a:xfrm>
                <a:custGeom>
                  <a:avLst/>
                  <a:gdLst>
                    <a:gd name="T0" fmla="*/ 16 w 32"/>
                    <a:gd name="T1" fmla="*/ 0 h 26"/>
                    <a:gd name="T2" fmla="*/ 32 w 32"/>
                    <a:gd name="T3" fmla="*/ 26 h 26"/>
                    <a:gd name="T4" fmla="*/ 0 w 32"/>
                    <a:gd name="T5" fmla="*/ 26 h 26"/>
                    <a:gd name="T6" fmla="*/ 16 w 32"/>
                    <a:gd name="T7" fmla="*/ 0 h 2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2" h="26">
                      <a:moveTo>
                        <a:pt x="16" y="0"/>
                      </a:moveTo>
                      <a:lnTo>
                        <a:pt x="32" y="26"/>
                      </a:lnTo>
                      <a:lnTo>
                        <a:pt x="0" y="26"/>
                      </a:lnTo>
                      <a:lnTo>
                        <a:pt x="16" y="0"/>
                      </a:lnTo>
                      <a:close/>
                    </a:path>
                  </a:pathLst>
                </a:custGeom>
                <a:solidFill>
                  <a:srgbClr val="FFFF00"/>
                </a:solidFill>
                <a:ln w="7938">
                  <a:solidFill>
                    <a:srgbClr val="FFCC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03" name="Freeform 1438">
                  <a:extLst>
                    <a:ext uri="{FF2B5EF4-FFF2-40B4-BE49-F238E27FC236}">
                      <a16:creationId xmlns:a16="http://schemas.microsoft.com/office/drawing/2014/main" id="{B7F58261-EEAB-BD85-C1A1-81874530E9F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385" y="2776"/>
                  <a:ext cx="32" cy="26"/>
                </a:xfrm>
                <a:custGeom>
                  <a:avLst/>
                  <a:gdLst>
                    <a:gd name="T0" fmla="*/ 16 w 32"/>
                    <a:gd name="T1" fmla="*/ 0 h 26"/>
                    <a:gd name="T2" fmla="*/ 32 w 32"/>
                    <a:gd name="T3" fmla="*/ 26 h 26"/>
                    <a:gd name="T4" fmla="*/ 0 w 32"/>
                    <a:gd name="T5" fmla="*/ 26 h 26"/>
                    <a:gd name="T6" fmla="*/ 16 w 32"/>
                    <a:gd name="T7" fmla="*/ 0 h 2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2" h="26">
                      <a:moveTo>
                        <a:pt x="16" y="0"/>
                      </a:moveTo>
                      <a:lnTo>
                        <a:pt x="32" y="26"/>
                      </a:lnTo>
                      <a:lnTo>
                        <a:pt x="0" y="26"/>
                      </a:lnTo>
                      <a:lnTo>
                        <a:pt x="16" y="0"/>
                      </a:lnTo>
                      <a:close/>
                    </a:path>
                  </a:pathLst>
                </a:custGeom>
                <a:solidFill>
                  <a:srgbClr val="FFFF00"/>
                </a:solidFill>
                <a:ln w="7938">
                  <a:solidFill>
                    <a:srgbClr val="FFCC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04" name="Freeform 1439">
                  <a:extLst>
                    <a:ext uri="{FF2B5EF4-FFF2-40B4-BE49-F238E27FC236}">
                      <a16:creationId xmlns:a16="http://schemas.microsoft.com/office/drawing/2014/main" id="{89BB673D-B4B7-E7EF-AC87-09F9BC733BB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412" y="2793"/>
                  <a:ext cx="32" cy="26"/>
                </a:xfrm>
                <a:custGeom>
                  <a:avLst/>
                  <a:gdLst>
                    <a:gd name="T0" fmla="*/ 16 w 32"/>
                    <a:gd name="T1" fmla="*/ 0 h 26"/>
                    <a:gd name="T2" fmla="*/ 32 w 32"/>
                    <a:gd name="T3" fmla="*/ 26 h 26"/>
                    <a:gd name="T4" fmla="*/ 0 w 32"/>
                    <a:gd name="T5" fmla="*/ 26 h 26"/>
                    <a:gd name="T6" fmla="*/ 16 w 32"/>
                    <a:gd name="T7" fmla="*/ 0 h 2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2" h="26">
                      <a:moveTo>
                        <a:pt x="16" y="0"/>
                      </a:moveTo>
                      <a:lnTo>
                        <a:pt x="32" y="26"/>
                      </a:lnTo>
                      <a:lnTo>
                        <a:pt x="0" y="26"/>
                      </a:lnTo>
                      <a:lnTo>
                        <a:pt x="16" y="0"/>
                      </a:lnTo>
                      <a:close/>
                    </a:path>
                  </a:pathLst>
                </a:custGeom>
                <a:solidFill>
                  <a:srgbClr val="FFFF00"/>
                </a:solidFill>
                <a:ln w="7938">
                  <a:solidFill>
                    <a:srgbClr val="FFCC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05" name="Freeform 1440">
                  <a:extLst>
                    <a:ext uri="{FF2B5EF4-FFF2-40B4-BE49-F238E27FC236}">
                      <a16:creationId xmlns:a16="http://schemas.microsoft.com/office/drawing/2014/main" id="{8AF8702E-ED98-D074-62BC-AB6130E9D7F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438" y="2806"/>
                  <a:ext cx="33" cy="26"/>
                </a:xfrm>
                <a:custGeom>
                  <a:avLst/>
                  <a:gdLst>
                    <a:gd name="T0" fmla="*/ 17 w 33"/>
                    <a:gd name="T1" fmla="*/ 0 h 26"/>
                    <a:gd name="T2" fmla="*/ 33 w 33"/>
                    <a:gd name="T3" fmla="*/ 26 h 26"/>
                    <a:gd name="T4" fmla="*/ 0 w 33"/>
                    <a:gd name="T5" fmla="*/ 26 h 26"/>
                    <a:gd name="T6" fmla="*/ 17 w 33"/>
                    <a:gd name="T7" fmla="*/ 0 h 2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3" h="26">
                      <a:moveTo>
                        <a:pt x="17" y="0"/>
                      </a:moveTo>
                      <a:lnTo>
                        <a:pt x="33" y="26"/>
                      </a:lnTo>
                      <a:lnTo>
                        <a:pt x="0" y="26"/>
                      </a:lnTo>
                      <a:lnTo>
                        <a:pt x="17" y="0"/>
                      </a:lnTo>
                      <a:close/>
                    </a:path>
                  </a:pathLst>
                </a:custGeom>
                <a:solidFill>
                  <a:srgbClr val="FFFF00"/>
                </a:solidFill>
                <a:ln w="7938">
                  <a:solidFill>
                    <a:srgbClr val="FFCC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06" name="Freeform 1441">
                  <a:extLst>
                    <a:ext uri="{FF2B5EF4-FFF2-40B4-BE49-F238E27FC236}">
                      <a16:creationId xmlns:a16="http://schemas.microsoft.com/office/drawing/2014/main" id="{335D5FD5-D9D7-FFE0-0A94-49C55D4C548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460" y="2823"/>
                  <a:ext cx="32" cy="26"/>
                </a:xfrm>
                <a:custGeom>
                  <a:avLst/>
                  <a:gdLst>
                    <a:gd name="T0" fmla="*/ 16 w 32"/>
                    <a:gd name="T1" fmla="*/ 0 h 26"/>
                    <a:gd name="T2" fmla="*/ 32 w 32"/>
                    <a:gd name="T3" fmla="*/ 26 h 26"/>
                    <a:gd name="T4" fmla="*/ 0 w 32"/>
                    <a:gd name="T5" fmla="*/ 26 h 26"/>
                    <a:gd name="T6" fmla="*/ 16 w 32"/>
                    <a:gd name="T7" fmla="*/ 0 h 2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2" h="26">
                      <a:moveTo>
                        <a:pt x="16" y="0"/>
                      </a:moveTo>
                      <a:lnTo>
                        <a:pt x="32" y="26"/>
                      </a:lnTo>
                      <a:lnTo>
                        <a:pt x="0" y="26"/>
                      </a:lnTo>
                      <a:lnTo>
                        <a:pt x="16" y="0"/>
                      </a:lnTo>
                      <a:close/>
                    </a:path>
                  </a:pathLst>
                </a:custGeom>
                <a:solidFill>
                  <a:srgbClr val="FFFF00"/>
                </a:solidFill>
                <a:ln w="7938">
                  <a:solidFill>
                    <a:srgbClr val="FFCC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07" name="Freeform 1442">
                  <a:extLst>
                    <a:ext uri="{FF2B5EF4-FFF2-40B4-BE49-F238E27FC236}">
                      <a16:creationId xmlns:a16="http://schemas.microsoft.com/office/drawing/2014/main" id="{293C770F-40EF-72A4-1B12-905C64FE357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487" y="2836"/>
                  <a:ext cx="32" cy="26"/>
                </a:xfrm>
                <a:custGeom>
                  <a:avLst/>
                  <a:gdLst>
                    <a:gd name="T0" fmla="*/ 16 w 32"/>
                    <a:gd name="T1" fmla="*/ 0 h 26"/>
                    <a:gd name="T2" fmla="*/ 32 w 32"/>
                    <a:gd name="T3" fmla="*/ 26 h 26"/>
                    <a:gd name="T4" fmla="*/ 0 w 32"/>
                    <a:gd name="T5" fmla="*/ 26 h 26"/>
                    <a:gd name="T6" fmla="*/ 16 w 32"/>
                    <a:gd name="T7" fmla="*/ 0 h 2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2" h="26">
                      <a:moveTo>
                        <a:pt x="16" y="0"/>
                      </a:moveTo>
                      <a:lnTo>
                        <a:pt x="32" y="26"/>
                      </a:lnTo>
                      <a:lnTo>
                        <a:pt x="0" y="26"/>
                      </a:lnTo>
                      <a:lnTo>
                        <a:pt x="16" y="0"/>
                      </a:lnTo>
                      <a:close/>
                    </a:path>
                  </a:pathLst>
                </a:custGeom>
                <a:solidFill>
                  <a:srgbClr val="FFFF00"/>
                </a:solidFill>
                <a:ln w="7938">
                  <a:solidFill>
                    <a:srgbClr val="FFCC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08" name="Freeform 1443">
                  <a:extLst>
                    <a:ext uri="{FF2B5EF4-FFF2-40B4-BE49-F238E27FC236}">
                      <a16:creationId xmlns:a16="http://schemas.microsoft.com/office/drawing/2014/main" id="{7E97A176-3399-99AA-499D-43740F7746D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514" y="2849"/>
                  <a:ext cx="32" cy="25"/>
                </a:xfrm>
                <a:custGeom>
                  <a:avLst/>
                  <a:gdLst>
                    <a:gd name="T0" fmla="*/ 16 w 32"/>
                    <a:gd name="T1" fmla="*/ 0 h 25"/>
                    <a:gd name="T2" fmla="*/ 32 w 32"/>
                    <a:gd name="T3" fmla="*/ 25 h 25"/>
                    <a:gd name="T4" fmla="*/ 0 w 32"/>
                    <a:gd name="T5" fmla="*/ 25 h 25"/>
                    <a:gd name="T6" fmla="*/ 16 w 32"/>
                    <a:gd name="T7" fmla="*/ 0 h 2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2" h="25">
                      <a:moveTo>
                        <a:pt x="16" y="0"/>
                      </a:moveTo>
                      <a:lnTo>
                        <a:pt x="32" y="25"/>
                      </a:lnTo>
                      <a:lnTo>
                        <a:pt x="0" y="25"/>
                      </a:lnTo>
                      <a:lnTo>
                        <a:pt x="16" y="0"/>
                      </a:lnTo>
                      <a:close/>
                    </a:path>
                  </a:pathLst>
                </a:custGeom>
                <a:solidFill>
                  <a:srgbClr val="FFFF00"/>
                </a:solidFill>
                <a:ln w="7938">
                  <a:solidFill>
                    <a:srgbClr val="FFCC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09" name="Freeform 1444">
                  <a:extLst>
                    <a:ext uri="{FF2B5EF4-FFF2-40B4-BE49-F238E27FC236}">
                      <a16:creationId xmlns:a16="http://schemas.microsoft.com/office/drawing/2014/main" id="{455B5755-9C12-AE20-2CE5-EF21D8C4E24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535" y="2862"/>
                  <a:ext cx="32" cy="25"/>
                </a:xfrm>
                <a:custGeom>
                  <a:avLst/>
                  <a:gdLst>
                    <a:gd name="T0" fmla="*/ 16 w 32"/>
                    <a:gd name="T1" fmla="*/ 0 h 25"/>
                    <a:gd name="T2" fmla="*/ 32 w 32"/>
                    <a:gd name="T3" fmla="*/ 25 h 25"/>
                    <a:gd name="T4" fmla="*/ 0 w 32"/>
                    <a:gd name="T5" fmla="*/ 25 h 25"/>
                    <a:gd name="T6" fmla="*/ 16 w 32"/>
                    <a:gd name="T7" fmla="*/ 0 h 2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2" h="25">
                      <a:moveTo>
                        <a:pt x="16" y="0"/>
                      </a:moveTo>
                      <a:lnTo>
                        <a:pt x="32" y="25"/>
                      </a:lnTo>
                      <a:lnTo>
                        <a:pt x="0" y="25"/>
                      </a:lnTo>
                      <a:lnTo>
                        <a:pt x="16" y="0"/>
                      </a:lnTo>
                      <a:close/>
                    </a:path>
                  </a:pathLst>
                </a:custGeom>
                <a:solidFill>
                  <a:srgbClr val="FFFF00"/>
                </a:solidFill>
                <a:ln w="7938">
                  <a:solidFill>
                    <a:srgbClr val="FFCC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10" name="Freeform 1445">
                  <a:extLst>
                    <a:ext uri="{FF2B5EF4-FFF2-40B4-BE49-F238E27FC236}">
                      <a16:creationId xmlns:a16="http://schemas.microsoft.com/office/drawing/2014/main" id="{D44C149E-D37E-D973-B845-CE5485A2B7A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562" y="2879"/>
                  <a:ext cx="32" cy="25"/>
                </a:xfrm>
                <a:custGeom>
                  <a:avLst/>
                  <a:gdLst>
                    <a:gd name="T0" fmla="*/ 16 w 32"/>
                    <a:gd name="T1" fmla="*/ 0 h 25"/>
                    <a:gd name="T2" fmla="*/ 32 w 32"/>
                    <a:gd name="T3" fmla="*/ 25 h 25"/>
                    <a:gd name="T4" fmla="*/ 0 w 32"/>
                    <a:gd name="T5" fmla="*/ 25 h 25"/>
                    <a:gd name="T6" fmla="*/ 16 w 32"/>
                    <a:gd name="T7" fmla="*/ 0 h 2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2" h="25">
                      <a:moveTo>
                        <a:pt x="16" y="0"/>
                      </a:moveTo>
                      <a:lnTo>
                        <a:pt x="32" y="25"/>
                      </a:lnTo>
                      <a:lnTo>
                        <a:pt x="0" y="25"/>
                      </a:lnTo>
                      <a:lnTo>
                        <a:pt x="16" y="0"/>
                      </a:lnTo>
                      <a:close/>
                    </a:path>
                  </a:pathLst>
                </a:custGeom>
                <a:solidFill>
                  <a:srgbClr val="FFFF00"/>
                </a:solidFill>
                <a:ln w="7938">
                  <a:solidFill>
                    <a:srgbClr val="FFCC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11" name="Freeform 1446">
                  <a:extLst>
                    <a:ext uri="{FF2B5EF4-FFF2-40B4-BE49-F238E27FC236}">
                      <a16:creationId xmlns:a16="http://schemas.microsoft.com/office/drawing/2014/main" id="{30019497-F02C-B971-4FD1-CA10C1E3712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583" y="2887"/>
                  <a:ext cx="32" cy="26"/>
                </a:xfrm>
                <a:custGeom>
                  <a:avLst/>
                  <a:gdLst>
                    <a:gd name="T0" fmla="*/ 16 w 32"/>
                    <a:gd name="T1" fmla="*/ 0 h 26"/>
                    <a:gd name="T2" fmla="*/ 32 w 32"/>
                    <a:gd name="T3" fmla="*/ 26 h 26"/>
                    <a:gd name="T4" fmla="*/ 0 w 32"/>
                    <a:gd name="T5" fmla="*/ 26 h 26"/>
                    <a:gd name="T6" fmla="*/ 16 w 32"/>
                    <a:gd name="T7" fmla="*/ 0 h 2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2" h="26">
                      <a:moveTo>
                        <a:pt x="16" y="0"/>
                      </a:moveTo>
                      <a:lnTo>
                        <a:pt x="32" y="26"/>
                      </a:lnTo>
                      <a:lnTo>
                        <a:pt x="0" y="26"/>
                      </a:lnTo>
                      <a:lnTo>
                        <a:pt x="16" y="0"/>
                      </a:lnTo>
                      <a:close/>
                    </a:path>
                  </a:pathLst>
                </a:custGeom>
                <a:solidFill>
                  <a:srgbClr val="FFFF00"/>
                </a:solidFill>
                <a:ln w="7938">
                  <a:solidFill>
                    <a:srgbClr val="FFCC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12" name="Freeform 1447">
                  <a:extLst>
                    <a:ext uri="{FF2B5EF4-FFF2-40B4-BE49-F238E27FC236}">
                      <a16:creationId xmlns:a16="http://schemas.microsoft.com/office/drawing/2014/main" id="{036B6E8C-1BD5-7C5B-D6B7-A25B45123DE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610" y="2900"/>
                  <a:ext cx="32" cy="26"/>
                </a:xfrm>
                <a:custGeom>
                  <a:avLst/>
                  <a:gdLst>
                    <a:gd name="T0" fmla="*/ 16 w 32"/>
                    <a:gd name="T1" fmla="*/ 0 h 26"/>
                    <a:gd name="T2" fmla="*/ 32 w 32"/>
                    <a:gd name="T3" fmla="*/ 26 h 26"/>
                    <a:gd name="T4" fmla="*/ 0 w 32"/>
                    <a:gd name="T5" fmla="*/ 26 h 26"/>
                    <a:gd name="T6" fmla="*/ 16 w 32"/>
                    <a:gd name="T7" fmla="*/ 0 h 2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2" h="26">
                      <a:moveTo>
                        <a:pt x="16" y="0"/>
                      </a:moveTo>
                      <a:lnTo>
                        <a:pt x="32" y="26"/>
                      </a:lnTo>
                      <a:lnTo>
                        <a:pt x="0" y="26"/>
                      </a:lnTo>
                      <a:lnTo>
                        <a:pt x="16" y="0"/>
                      </a:lnTo>
                      <a:close/>
                    </a:path>
                  </a:pathLst>
                </a:custGeom>
                <a:solidFill>
                  <a:srgbClr val="FFFF00"/>
                </a:solidFill>
                <a:ln w="7938">
                  <a:solidFill>
                    <a:srgbClr val="FFCC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13" name="Freeform 1448">
                  <a:extLst>
                    <a:ext uri="{FF2B5EF4-FFF2-40B4-BE49-F238E27FC236}">
                      <a16:creationId xmlns:a16="http://schemas.microsoft.com/office/drawing/2014/main" id="{76D21CAB-C3C3-CDB5-F9D4-70B09BD1968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637" y="2909"/>
                  <a:ext cx="32" cy="25"/>
                </a:xfrm>
                <a:custGeom>
                  <a:avLst/>
                  <a:gdLst>
                    <a:gd name="T0" fmla="*/ 16 w 32"/>
                    <a:gd name="T1" fmla="*/ 0 h 25"/>
                    <a:gd name="T2" fmla="*/ 32 w 32"/>
                    <a:gd name="T3" fmla="*/ 25 h 25"/>
                    <a:gd name="T4" fmla="*/ 0 w 32"/>
                    <a:gd name="T5" fmla="*/ 25 h 25"/>
                    <a:gd name="T6" fmla="*/ 16 w 32"/>
                    <a:gd name="T7" fmla="*/ 0 h 2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2" h="25">
                      <a:moveTo>
                        <a:pt x="16" y="0"/>
                      </a:moveTo>
                      <a:lnTo>
                        <a:pt x="32" y="25"/>
                      </a:lnTo>
                      <a:lnTo>
                        <a:pt x="0" y="25"/>
                      </a:lnTo>
                      <a:lnTo>
                        <a:pt x="16" y="0"/>
                      </a:lnTo>
                      <a:close/>
                    </a:path>
                  </a:pathLst>
                </a:custGeom>
                <a:solidFill>
                  <a:srgbClr val="FFFF00"/>
                </a:solidFill>
                <a:ln w="7938">
                  <a:solidFill>
                    <a:srgbClr val="FFCC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14" name="Freeform 1449">
                  <a:extLst>
                    <a:ext uri="{FF2B5EF4-FFF2-40B4-BE49-F238E27FC236}">
                      <a16:creationId xmlns:a16="http://schemas.microsoft.com/office/drawing/2014/main" id="{1F0D78C2-E831-75D5-5346-03E41865C9F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658" y="2917"/>
                  <a:ext cx="33" cy="26"/>
                </a:xfrm>
                <a:custGeom>
                  <a:avLst/>
                  <a:gdLst>
                    <a:gd name="T0" fmla="*/ 16 w 33"/>
                    <a:gd name="T1" fmla="*/ 0 h 26"/>
                    <a:gd name="T2" fmla="*/ 33 w 33"/>
                    <a:gd name="T3" fmla="*/ 26 h 26"/>
                    <a:gd name="T4" fmla="*/ 0 w 33"/>
                    <a:gd name="T5" fmla="*/ 26 h 26"/>
                    <a:gd name="T6" fmla="*/ 16 w 33"/>
                    <a:gd name="T7" fmla="*/ 0 h 2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3" h="26">
                      <a:moveTo>
                        <a:pt x="16" y="0"/>
                      </a:moveTo>
                      <a:lnTo>
                        <a:pt x="33" y="26"/>
                      </a:lnTo>
                      <a:lnTo>
                        <a:pt x="0" y="26"/>
                      </a:lnTo>
                      <a:lnTo>
                        <a:pt x="16" y="0"/>
                      </a:lnTo>
                      <a:close/>
                    </a:path>
                  </a:pathLst>
                </a:custGeom>
                <a:solidFill>
                  <a:srgbClr val="FFFF00"/>
                </a:solidFill>
                <a:ln w="7938">
                  <a:solidFill>
                    <a:srgbClr val="FFCC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15" name="Freeform 1450">
                  <a:extLst>
                    <a:ext uri="{FF2B5EF4-FFF2-40B4-BE49-F238E27FC236}">
                      <a16:creationId xmlns:a16="http://schemas.microsoft.com/office/drawing/2014/main" id="{43077A31-7E0B-DE7C-C7DC-AA829B718DF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685" y="2926"/>
                  <a:ext cx="32" cy="25"/>
                </a:xfrm>
                <a:custGeom>
                  <a:avLst/>
                  <a:gdLst>
                    <a:gd name="T0" fmla="*/ 16 w 32"/>
                    <a:gd name="T1" fmla="*/ 0 h 25"/>
                    <a:gd name="T2" fmla="*/ 32 w 32"/>
                    <a:gd name="T3" fmla="*/ 25 h 25"/>
                    <a:gd name="T4" fmla="*/ 0 w 32"/>
                    <a:gd name="T5" fmla="*/ 25 h 25"/>
                    <a:gd name="T6" fmla="*/ 16 w 32"/>
                    <a:gd name="T7" fmla="*/ 0 h 2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2" h="25">
                      <a:moveTo>
                        <a:pt x="16" y="0"/>
                      </a:moveTo>
                      <a:lnTo>
                        <a:pt x="32" y="25"/>
                      </a:lnTo>
                      <a:lnTo>
                        <a:pt x="0" y="25"/>
                      </a:lnTo>
                      <a:lnTo>
                        <a:pt x="16" y="0"/>
                      </a:lnTo>
                      <a:close/>
                    </a:path>
                  </a:pathLst>
                </a:custGeom>
                <a:solidFill>
                  <a:srgbClr val="FFFF00"/>
                </a:solidFill>
                <a:ln w="7938">
                  <a:solidFill>
                    <a:srgbClr val="FFCC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16" name="Freeform 1451">
                  <a:extLst>
                    <a:ext uri="{FF2B5EF4-FFF2-40B4-BE49-F238E27FC236}">
                      <a16:creationId xmlns:a16="http://schemas.microsoft.com/office/drawing/2014/main" id="{6498607D-17EB-35D0-1354-67B13388250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712" y="2934"/>
                  <a:ext cx="32" cy="26"/>
                </a:xfrm>
                <a:custGeom>
                  <a:avLst/>
                  <a:gdLst>
                    <a:gd name="T0" fmla="*/ 16 w 32"/>
                    <a:gd name="T1" fmla="*/ 0 h 26"/>
                    <a:gd name="T2" fmla="*/ 32 w 32"/>
                    <a:gd name="T3" fmla="*/ 26 h 26"/>
                    <a:gd name="T4" fmla="*/ 0 w 32"/>
                    <a:gd name="T5" fmla="*/ 26 h 26"/>
                    <a:gd name="T6" fmla="*/ 16 w 32"/>
                    <a:gd name="T7" fmla="*/ 0 h 2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2" h="26">
                      <a:moveTo>
                        <a:pt x="16" y="0"/>
                      </a:moveTo>
                      <a:lnTo>
                        <a:pt x="32" y="26"/>
                      </a:lnTo>
                      <a:lnTo>
                        <a:pt x="0" y="26"/>
                      </a:lnTo>
                      <a:lnTo>
                        <a:pt x="16" y="0"/>
                      </a:lnTo>
                      <a:close/>
                    </a:path>
                  </a:pathLst>
                </a:custGeom>
                <a:solidFill>
                  <a:srgbClr val="FFFF00"/>
                </a:solidFill>
                <a:ln w="7938">
                  <a:solidFill>
                    <a:srgbClr val="FFCC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17" name="Freeform 1452">
                  <a:extLst>
                    <a:ext uri="{FF2B5EF4-FFF2-40B4-BE49-F238E27FC236}">
                      <a16:creationId xmlns:a16="http://schemas.microsoft.com/office/drawing/2014/main" id="{9DEF5C2F-5FCD-F122-59FA-74095FD4E87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734" y="2943"/>
                  <a:ext cx="32" cy="26"/>
                </a:xfrm>
                <a:custGeom>
                  <a:avLst/>
                  <a:gdLst>
                    <a:gd name="T0" fmla="*/ 16 w 32"/>
                    <a:gd name="T1" fmla="*/ 0 h 26"/>
                    <a:gd name="T2" fmla="*/ 32 w 32"/>
                    <a:gd name="T3" fmla="*/ 26 h 26"/>
                    <a:gd name="T4" fmla="*/ 0 w 32"/>
                    <a:gd name="T5" fmla="*/ 26 h 26"/>
                    <a:gd name="T6" fmla="*/ 16 w 32"/>
                    <a:gd name="T7" fmla="*/ 0 h 2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2" h="26">
                      <a:moveTo>
                        <a:pt x="16" y="0"/>
                      </a:moveTo>
                      <a:lnTo>
                        <a:pt x="32" y="26"/>
                      </a:lnTo>
                      <a:lnTo>
                        <a:pt x="0" y="26"/>
                      </a:lnTo>
                      <a:lnTo>
                        <a:pt x="16" y="0"/>
                      </a:lnTo>
                      <a:close/>
                    </a:path>
                  </a:pathLst>
                </a:custGeom>
                <a:solidFill>
                  <a:srgbClr val="FFFF00"/>
                </a:solidFill>
                <a:ln w="7938">
                  <a:solidFill>
                    <a:srgbClr val="FFCC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</p:grpSp>
        <p:sp>
          <p:nvSpPr>
            <p:cNvPr id="42" name="Rectangle 1453">
              <a:extLst>
                <a:ext uri="{FF2B5EF4-FFF2-40B4-BE49-F238E27FC236}">
                  <a16:creationId xmlns:a16="http://schemas.microsoft.com/office/drawing/2014/main" id="{2EEE9393-EA30-77AF-A3EF-3D701301FF9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94" y="902"/>
              <a:ext cx="821" cy="645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blipFill dpi="0" rotWithShape="0">
                    <a:blip r:embed="rId6"/>
                    <a:srcRect/>
                    <a:stretch>
                      <a:fillRect/>
                    </a:stretch>
                  </a:blip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1453" name="Rectangle 1454">
            <a:extLst>
              <a:ext uri="{FF2B5EF4-FFF2-40B4-BE49-F238E27FC236}">
                <a16:creationId xmlns:a16="http://schemas.microsoft.com/office/drawing/2014/main" id="{34316BED-75A4-9C95-4A84-227634264E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3588" y="6024563"/>
            <a:ext cx="4570412" cy="561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 r:embed="rId6"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lang="es-ES_tradnl" altLang="en-US" sz="2800">
                <a:solidFill>
                  <a:srgbClr val="FAFD00"/>
                </a:solidFill>
                <a:effectLst/>
                <a:latin typeface="Times New Roman" panose="02020603050405020304" pitchFamily="18" charset="0"/>
              </a:rPr>
              <a:t>Expositor: Walter Poquioma</a:t>
            </a:r>
          </a:p>
        </p:txBody>
      </p:sp>
    </p:spTree>
    <p:extLst>
      <p:ext uri="{BB962C8B-B14F-4D97-AF65-F5344CB8AC3E}">
        <p14:creationId xmlns:p14="http://schemas.microsoft.com/office/powerpoint/2010/main" val="826996125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4</Words>
  <Application>Microsoft Office PowerPoint</Application>
  <PresentationFormat>Panorámica</PresentationFormat>
  <Paragraphs>1</Paragraphs>
  <Slides>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Times New Roman</vt:lpstr>
      <vt:lpstr>Tema de Office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Orinoco Fuel Tech 5</dc:creator>
  <cp:lastModifiedBy>Orinoco Fuel Tech 5</cp:lastModifiedBy>
  <cp:revision>1</cp:revision>
  <dcterms:created xsi:type="dcterms:W3CDTF">2026-04-18T13:27:42Z</dcterms:created>
  <dcterms:modified xsi:type="dcterms:W3CDTF">2026-04-18T13:29:00Z</dcterms:modified>
</cp:coreProperties>
</file>